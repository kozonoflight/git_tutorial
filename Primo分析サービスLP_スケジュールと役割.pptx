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Primo分析サービス LP立ち上げ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スケジュール・工程・役割と責任範囲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A5C"/>
                </a:solidFill>
              </a:defRPr>
            </a:pPr>
            <a:r>
              <a:t>スケジュール・工程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03520" cy="1051560"/>
          </a:xfrm>
          <a:prstGeom prst="round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92024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92808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5C"/>
                </a:solidFill>
              </a:defRPr>
            </a:pPr>
            <a:r>
              <a:t>〜7/15　デザインコンテンツの作成</a:t>
            </a:r>
          </a:p>
          <a:p>
            <a:pPr>
              <a:spcBef>
                <a:spcPts val="400"/>
              </a:spcBef>
              <a:defRPr sz="1000">
                <a:solidFill>
                  <a:srgbClr val="999999"/>
                </a:solidFill>
              </a:defRPr>
            </a:pPr>
            <a:r>
              <a:t>担当：BI会社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5303520" cy="1051560"/>
          </a:xfrm>
          <a:prstGeom prst="round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3154680"/>
            <a:ext cx="411480" cy="41148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27248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5C"/>
                </a:solidFill>
              </a:defRPr>
            </a:pPr>
            <a:r>
              <a:t>7/17〜31頃　デザインコンテンツへのFB</a:t>
            </a:r>
          </a:p>
          <a:p>
            <a:pPr>
              <a:spcBef>
                <a:spcPts val="400"/>
              </a:spcBef>
              <a:defRPr sz="1000">
                <a:solidFill>
                  <a:srgbClr val="999999"/>
                </a:solidFill>
              </a:defRPr>
            </a:pPr>
            <a:r>
              <a:t>担当：フライト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51960"/>
            <a:ext cx="5303520" cy="1051560"/>
          </a:xfrm>
          <a:prstGeom prst="round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4389120"/>
            <a:ext cx="411480" cy="41148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61688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A5C"/>
                </a:solidFill>
              </a:defRPr>
            </a:pPr>
            <a:r>
              <a:t>8/1〜21頃　デザインコーディング</a:t>
            </a:r>
            <a:br/>
            <a:r>
              <a:t>セールスサイトへの組み込み</a:t>
            </a:r>
          </a:p>
          <a:p>
            <a:pPr>
              <a:spcBef>
                <a:spcPts val="400"/>
              </a:spcBef>
              <a:defRPr sz="1000">
                <a:solidFill>
                  <a:srgbClr val="999999"/>
                </a:solidFill>
              </a:defRPr>
            </a:pPr>
            <a:r>
              <a:t>担当：フライト担当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99999"/>
                </a:solidFill>
              </a:defRPr>
            </a:pPr>
            <a:r>
              <a:t>※ スケジュールは若干の調整可能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A5C"/>
                </a:solidFill>
              </a:defRPr>
            </a:pPr>
            <a:r>
              <a:t>役割と責任範囲（フライト側）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783080"/>
            <a:ext cx="5394960" cy="1874519"/>
          </a:xfrm>
          <a:prstGeom prst="round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783080"/>
            <a:ext cx="539496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②  FBフェーズ（アドバイザー）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24028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86AB"/>
                </a:solidFill>
              </a:defRPr>
            </a:pPr>
            <a:r>
              <a:t>担当：フライト</a:t>
            </a:r>
          </a:p>
          <a:p>
            <a:pPr>
              <a:spcBef>
                <a:spcPts val="300"/>
              </a:spcBef>
              <a:defRPr sz="1000">
                <a:solidFill>
                  <a:srgbClr val="555555"/>
                </a:solidFill>
              </a:defRPr>
            </a:pPr>
            <a:r>
              <a:t>・BI会社が共有するデザインコンテンツへのFB</a:t>
            </a:r>
          </a:p>
          <a:p>
            <a:pPr>
              <a:spcBef>
                <a:spcPts val="300"/>
              </a:spcBef>
              <a:defRPr sz="1000">
                <a:solidFill>
                  <a:srgbClr val="555555"/>
                </a:solidFill>
              </a:defRPr>
            </a:pPr>
            <a:r>
              <a:t>・LPの情報設計・セールスサイトとの導線を中心に助言</a:t>
            </a:r>
          </a:p>
          <a:p>
            <a:pPr>
              <a:spcBef>
                <a:spcPts val="300"/>
              </a:spcBef>
              <a:defRPr sz="1000">
                <a:solidFill>
                  <a:srgbClr val="555555"/>
                </a:solidFill>
              </a:defRPr>
            </a:pPr>
            <a:r>
              <a:t>・現行セールスサイトの設計を踏まえた指摘</a:t>
            </a:r>
          </a:p>
          <a:p>
            <a:pPr>
              <a:spcBef>
                <a:spcPts val="600"/>
              </a:spcBef>
              <a:defRPr sz="900" i="1">
                <a:solidFill>
                  <a:srgbClr val="999999"/>
                </a:solidFill>
              </a:defRPr>
            </a:pPr>
            <a:r>
              <a:t>→ BI会社とのやり取りは発生しない想定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5394960" cy="1874519"/>
          </a:xfrm>
          <a:prstGeom prst="roundRect">
            <a:avLst/>
          </a:prstGeom>
          <a:solidFill>
            <a:srgbClr val="F4F7FA"/>
          </a:solidFill>
          <a:ln w="9525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840480"/>
            <a:ext cx="539496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862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③  コーディング・組み込み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97680"/>
            <a:ext cx="5029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E86AB"/>
                </a:solidFill>
              </a:defRPr>
            </a:pPr>
            <a:r>
              <a:t>担当：フライト担当</a:t>
            </a:r>
          </a:p>
          <a:p>
            <a:pPr>
              <a:spcBef>
                <a:spcPts val="300"/>
              </a:spcBef>
              <a:defRPr sz="1000">
                <a:solidFill>
                  <a:srgbClr val="555555"/>
                </a:solidFill>
              </a:defRPr>
            </a:pPr>
            <a:r>
              <a:t>・②でFIXしたデザインのコーディング</a:t>
            </a:r>
          </a:p>
          <a:p>
            <a:pPr>
              <a:spcBef>
                <a:spcPts val="300"/>
              </a:spcBef>
              <a:defRPr sz="1000">
                <a:solidFill>
                  <a:srgbClr val="555555"/>
                </a:solidFill>
              </a:defRPr>
            </a:pPr>
            <a:r>
              <a:t>・セールスサイトへの組み込み</a:t>
            </a:r>
          </a:p>
          <a:p>
            <a:pPr>
              <a:spcBef>
                <a:spcPts val="600"/>
              </a:spcBef>
              <a:defRPr sz="900" i="1">
                <a:solidFill>
                  <a:srgbClr val="999999"/>
                </a:solidFill>
              </a:defRPr>
            </a:pPr>
            <a:r>
              <a:t>→ FIXデザイン通りに組み込めたかが責任範囲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371600"/>
            <a:ext cx="18288" cy="4389120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3A5C"/>
                </a:solidFill>
              </a:defRPr>
            </a:pPr>
            <a:r>
              <a:t>FLIGHT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