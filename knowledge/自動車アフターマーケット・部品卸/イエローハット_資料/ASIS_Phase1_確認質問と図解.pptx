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" y="1234440"/>
            <a:ext cx="10058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2900" b="1">
                <a:solidFill>
                  <a:srgbClr val="17365D"/>
                </a:solidFill>
                <a:latin typeface="Yu Gothic"/>
              </a:rPr>
              <a:t>Phase1 AS-IS 確認質問と図解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2057400"/>
            <a:ext cx="10058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800" b="0">
                <a:solidFill>
                  <a:srgbClr val="6B4B3E"/>
                </a:solidFill>
                <a:latin typeface="Yu Gothic"/>
              </a:rPr>
              <a:t>タイヤ・その他カー用品の卸業務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788920"/>
            <a:ext cx="5349240" cy="47548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先方確認用（Fit&amp;Gap前）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3657600"/>
            <a:ext cx="8074152" cy="1143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/>
            <a:r>
              <a:rPr sz="1500" b="0">
                <a:solidFill>
                  <a:srgbClr val="333333"/>
                </a:solidFill>
                <a:latin typeface="Yu Gothic"/>
              </a:rPr>
              <a:t>① マスタ登録（商品・顧客・適合）
② 仕入・入荷・在庫
③ 受注・引当・出荷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5257800"/>
            <a:ext cx="4663440" cy="310896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C65911"/>
                </a:solidFill>
                <a:latin typeface="Yu Gothic"/>
              </a:rPr>
              <a:t>※オレンジ＝想定・要確認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5833872"/>
            <a:ext cx="4663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0">
                <a:solidFill>
                  <a:srgbClr val="666666"/>
                </a:solidFill>
                <a:latin typeface="Yu Gothic"/>
              </a:rPr>
              <a:t>2026年8月4日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154887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2100" b="1">
                <a:solidFill>
                  <a:srgbClr val="17365D"/>
                </a:solidFill>
                <a:latin typeface="Yu Gothic"/>
              </a:rPr>
              <a:t>1. マスタ登録フロー（商品・顧客・適合）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68096"/>
            <a:ext cx="11548872" cy="36576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521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顧客マスタは基幹に留まりPOSへは連携しない想定。適合情報は適合システムが正。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228600"/>
            <a:ext cx="594360" cy="29260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pic>
        <p:nvPicPr>
          <p:cNvPr id="6" name="Picture 5" descr="yh_asis_fig1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088" y="1170432"/>
            <a:ext cx="8486775" cy="54315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154887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2100" b="1">
                <a:solidFill>
                  <a:srgbClr val="17365D"/>
                </a:solidFill>
                <a:latin typeface="Yu Gothic"/>
              </a:rPr>
              <a:t>2. 仕入・入荷・在庫フロー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68096"/>
            <a:ext cx="11548872" cy="36576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521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予定・発注＝基幹起点／実入荷・棚卸＝現場（WMS・POS）起点、を基本仮説として確認。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228600"/>
            <a:ext cx="594360" cy="29260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pic>
        <p:nvPicPr>
          <p:cNvPr id="6" name="Picture 5" descr="yh_asis_fig2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264" y="1170432"/>
            <a:ext cx="8424423" cy="54315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154887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2100" b="1">
                <a:solidFill>
                  <a:srgbClr val="17365D"/>
                </a:solidFill>
                <a:latin typeface="Yu Gothic"/>
              </a:rPr>
              <a:t>3. 受注・引当・出荷フロー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68096"/>
            <a:ext cx="11548872" cy="36576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521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基幹手入力・引当実行場所・店舗POSの関与・出荷実績戻しを確認。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228600"/>
            <a:ext cx="594360" cy="29260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pic>
        <p:nvPicPr>
          <p:cNvPr id="6" name="Picture 5" descr="yh_asis_fig3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264" y="1170432"/>
            <a:ext cx="8424423" cy="54315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154887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2100" b="1">
                <a:solidFill>
                  <a:srgbClr val="17365D"/>
                </a:solidFill>
                <a:latin typeface="Yu Gothic"/>
              </a:rPr>
              <a:t>4. 確認質問一覧（1/2）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68096"/>
            <a:ext cx="11548872" cy="36576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521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マスタ登録・仕入／在庫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228600"/>
            <a:ext cx="594360" cy="29260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66928" cy="38404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1234440"/>
            <a:ext cx="10680192" cy="3840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商品マスタの「正」は基幹で合っていますか？（JAN・価格・原価もここですか？）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64792"/>
            <a:ext cx="566928" cy="38404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1764792"/>
            <a:ext cx="10680192" cy="3840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顧客マスタ（掛率・与信・請求条件）の「正」は基幹で、POSには連携しない理解で合っていますか？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95144"/>
            <a:ext cx="566928" cy="38404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295144"/>
            <a:ext cx="10680192" cy="3840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適合情報は適合システムが「正」で、基幹商品とJAN等で紐付けていますか？ メンテ担当は誰ですか？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25496"/>
            <a:ext cx="566928" cy="38404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2825496"/>
            <a:ext cx="10680192" cy="3840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商品マスタは基幹からWMS・店舗POSへどう連携しますか？ WMSへ出荷先として顧客コードを出しますか？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355848"/>
            <a:ext cx="566928" cy="38404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3355848"/>
            <a:ext cx="10680192" cy="3840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商品・顧客の登録主体はYH様／ジョイフル様のどちらですか？ 店舗独自商品はPOS起点ですか？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86200"/>
            <a:ext cx="566928" cy="38404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3886200"/>
            <a:ext cx="10680192" cy="3840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倉庫の実在庫の「正」は基幹／WMSのどちらですか？ 店舗の実在庫は基幹／POSのどちらですか？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16552"/>
            <a:ext cx="566928" cy="38404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4416552"/>
            <a:ext cx="10680192" cy="3840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仕入発注は誰が・どのシステムで行いますか？ 入荷予定は基幹に登録されますか？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946904"/>
            <a:ext cx="566928" cy="38404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" y="4946904"/>
            <a:ext cx="10680192" cy="3840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入荷検品はWMS／POSで入力し、実績は基幹へ自動連携されますか？ 販売可能在庫はどこで計算しますか？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477256"/>
            <a:ext cx="566928" cy="384048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" y="5477256"/>
            <a:ext cx="10680192" cy="3840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050" b="0">
                <a:solidFill>
                  <a:srgbClr val="333333"/>
                </a:solidFill>
                <a:latin typeface="Yu Gothic"/>
              </a:rPr>
              <a:t>棚卸はWMS／POSで入力し、差異を基幹へ連携しますか？ 在庫調整の承認者と最終の「正」はどこですか？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6108192"/>
            <a:ext cx="11338560" cy="347472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1">
                <a:solidFill>
                  <a:srgbClr val="17365D"/>
                </a:solidFill>
                <a:latin typeface="Yu Gothic"/>
              </a:rPr>
              <a:t>重点：管理主体（YH／ジョイフル）・在庫の正・POSの関与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01168"/>
            <a:ext cx="1154887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2100" b="1">
                <a:solidFill>
                  <a:srgbClr val="17365D"/>
                </a:solidFill>
                <a:latin typeface="Yu Gothic"/>
              </a:rPr>
              <a:t>5. 確認質問一覧（2/2）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768096"/>
            <a:ext cx="11548872" cy="36576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521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l"/>
            <a:r>
              <a:rPr sz="900" b="0">
                <a:solidFill>
                  <a:srgbClr val="666666"/>
                </a:solidFill>
                <a:latin typeface="Yu Gothic"/>
              </a:rPr>
              <a:t>受注・引当・出荷／一括確認文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01400" y="228600"/>
            <a:ext cx="594360" cy="29260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621792" cy="420624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" y="1325880"/>
            <a:ext cx="10634472" cy="420624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電話・FAX・メール注文は、担当者が基幹へ手入力していますか？（比率・他の受注手段も）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29384"/>
            <a:ext cx="621792" cy="420624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1929384"/>
            <a:ext cx="10634472" cy="420624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引当は基幹／WMS／店舗POSのどこで実行しますか？ 店舗出荷時の指示先はPOSですか、別システムですか？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532888"/>
            <a:ext cx="621792" cy="420624"/>
          </a:xfrm>
          <a:prstGeom prst="roundRect">
            <a:avLst/>
          </a:prstGeom>
          <a:solidFill>
            <a:srgbClr val="C65911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Q12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" y="2532888"/>
            <a:ext cx="10634472" cy="420624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出荷完了・送り状番号・在庫減算はどこで登録し、基幹へどう戻しますか？ 出荷元の振分けは誰が行いますか？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46120"/>
            <a:ext cx="11338560" cy="38404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先方への一括確認文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03320"/>
            <a:ext cx="11338560" cy="1691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 bIns="128016"/>
          <a:lstStyle/>
          <a:p>
            <a:pPr algn="l"/>
            <a:r>
              <a:rPr sz="1100" b="0">
                <a:solidFill>
                  <a:srgbClr val="333333"/>
                </a:solidFill>
                <a:latin typeface="Yu Gothic"/>
              </a:rPr>
              <a:t>現時点では、商品・顧客マスタは基幹が正で、顧客は基幹に留まりPOSへは連携せず、商品だけをWMS・POSへ連携している想定です。
適合情報は適合システムが正で、基幹商品とJAN等で紐付けている理解です。
仕入発注・入荷予定は基幹起点、実際の入荷・出荷・棚卸はWMS／POS起点で基幹へ戻し、基幹が集約在庫・引当を管理している想定です。
また、電話・FAX・メール注文を担当者が基幹へ入力し、基幹から倉庫／店舗へ出荷指示している想定です。この理解で合っていますか？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559552"/>
            <a:ext cx="11338560" cy="658368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659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/>
          <a:lstStyle/>
          <a:p>
            <a:pPr algn="ctr"/>
            <a:r>
              <a:rPr sz="1200" b="1">
                <a:solidFill>
                  <a:srgbClr val="C65911"/>
                </a:solidFill>
                <a:latin typeface="Yu Gothic"/>
              </a:rPr>
              <a:t>特に確認したい3点
①卸事業の管理主体（YH様／ジョイフル様）　②在庫の「正」　③店舗POSがBtoB出荷にどう関わるか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イエローハット Phase1 AS-IS 確認質問と図解</dc:title>
  <dc:subject>マスタ／仕入・入荷・在庫／受注・引当・出荷。先方確認用。</dc:subject>
  <dc:creator>株式会社フライトソリューションズ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