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1_イメ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2_イメ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3_イメ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イエローハット Phase1・2・3 イメージ図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