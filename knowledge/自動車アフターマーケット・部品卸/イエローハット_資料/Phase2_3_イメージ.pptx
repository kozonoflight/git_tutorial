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2_イメ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" y="182880"/>
            <a:ext cx="1136142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3_イメ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" y="182880"/>
            <a:ext cx="10906963" cy="6492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イエローハット Phase2・3 イメージ図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