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ase2_イメ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47" y="228600"/>
            <a:ext cx="1137920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ase3_イメ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47" y="228600"/>
            <a:ext cx="11379200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