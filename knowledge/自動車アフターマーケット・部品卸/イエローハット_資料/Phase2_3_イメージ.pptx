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hase2_イメ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271" y="182880"/>
            <a:ext cx="11603152" cy="6492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hase3_イメ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66" y="182880"/>
            <a:ext cx="10906963" cy="64922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イエローハット Phase2・3 イメージ図（トンマナ反映）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