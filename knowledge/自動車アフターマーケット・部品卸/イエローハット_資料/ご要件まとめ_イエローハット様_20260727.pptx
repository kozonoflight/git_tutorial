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602" r:id="rId2"/>
    <p:sldId id="1176" r:id="rId3"/>
    <p:sldId id="1178" r:id="rId4"/>
    <p:sldId id="1177" r:id="rId5"/>
    <p:sldId id="1175" r:id="rId6"/>
    <p:sldId id="1169" r:id="rId7"/>
  </p:sldIdLst>
  <p:sldSz cx="9601200" cy="12801600" type="A3"/>
  <p:notesSz cx="6735763" cy="9866313"/>
  <p:defaultTextStyle>
    <a:defPPr>
      <a:defRPr lang="ja-JP">
        <a:uFillTx/>
      </a:defRPr>
    </a:defPPr>
    <a:lvl1pPr marL="0" algn="l" defTabSz="1280160" rtl="0" eaLnBrk="1" latinLnBrk="0" hangingPunct="1">
      <a:defRPr kumimoji="1" sz="2520" kern="1200">
        <a:solidFill>
          <a:schemeClr val="tx1"/>
        </a:solidFill>
        <a:uFillTx/>
        <a:latin typeface="+mn-lt"/>
        <a:ea typeface="+mn-ea"/>
        <a:cs typeface="+mn-cs"/>
      </a:defRPr>
    </a:lvl1pPr>
    <a:lvl2pPr marL="640080" algn="l" defTabSz="1280160" rtl="0" eaLnBrk="1" latinLnBrk="0" hangingPunct="1">
      <a:defRPr kumimoji="1" sz="2520" kern="1200">
        <a:solidFill>
          <a:schemeClr val="tx1"/>
        </a:solidFill>
        <a:uFillTx/>
        <a:latin typeface="+mn-lt"/>
        <a:ea typeface="+mn-ea"/>
        <a:cs typeface="+mn-cs"/>
      </a:defRPr>
    </a:lvl2pPr>
    <a:lvl3pPr marL="1280160" algn="l" defTabSz="1280160" rtl="0" eaLnBrk="1" latinLnBrk="0" hangingPunct="1">
      <a:defRPr kumimoji="1" sz="2520" kern="1200">
        <a:solidFill>
          <a:schemeClr val="tx1"/>
        </a:solidFill>
        <a:uFillTx/>
        <a:latin typeface="+mn-lt"/>
        <a:ea typeface="+mn-ea"/>
        <a:cs typeface="+mn-cs"/>
      </a:defRPr>
    </a:lvl3pPr>
    <a:lvl4pPr marL="1920240" algn="l" defTabSz="1280160" rtl="0" eaLnBrk="1" latinLnBrk="0" hangingPunct="1">
      <a:defRPr kumimoji="1" sz="2520" kern="1200">
        <a:solidFill>
          <a:schemeClr val="tx1"/>
        </a:solidFill>
        <a:uFillTx/>
        <a:latin typeface="+mn-lt"/>
        <a:ea typeface="+mn-ea"/>
        <a:cs typeface="+mn-cs"/>
      </a:defRPr>
    </a:lvl4pPr>
    <a:lvl5pPr marL="2560320" algn="l" defTabSz="1280160" rtl="0" eaLnBrk="1" latinLnBrk="0" hangingPunct="1">
      <a:defRPr kumimoji="1" sz="2520" kern="1200">
        <a:solidFill>
          <a:schemeClr val="tx1"/>
        </a:solidFill>
        <a:uFillTx/>
        <a:latin typeface="+mn-lt"/>
        <a:ea typeface="+mn-ea"/>
        <a:cs typeface="+mn-cs"/>
      </a:defRPr>
    </a:lvl5pPr>
    <a:lvl6pPr marL="3200400" algn="l" defTabSz="1280160" rtl="0" eaLnBrk="1" latinLnBrk="0" hangingPunct="1">
      <a:defRPr kumimoji="1" sz="2520" kern="1200">
        <a:solidFill>
          <a:schemeClr val="tx1"/>
        </a:solidFill>
        <a:uFillTx/>
        <a:latin typeface="+mn-lt"/>
        <a:ea typeface="+mn-ea"/>
        <a:cs typeface="+mn-cs"/>
      </a:defRPr>
    </a:lvl6pPr>
    <a:lvl7pPr marL="3840480" algn="l" defTabSz="1280160" rtl="0" eaLnBrk="1" latinLnBrk="0" hangingPunct="1">
      <a:defRPr kumimoji="1" sz="2520" kern="1200">
        <a:solidFill>
          <a:schemeClr val="tx1"/>
        </a:solidFill>
        <a:uFillTx/>
        <a:latin typeface="+mn-lt"/>
        <a:ea typeface="+mn-ea"/>
        <a:cs typeface="+mn-cs"/>
      </a:defRPr>
    </a:lvl7pPr>
    <a:lvl8pPr marL="4480560" algn="l" defTabSz="1280160" rtl="0" eaLnBrk="1" latinLnBrk="0" hangingPunct="1">
      <a:defRPr kumimoji="1" sz="2520" kern="1200">
        <a:solidFill>
          <a:schemeClr val="tx1"/>
        </a:solidFill>
        <a:uFillTx/>
        <a:latin typeface="+mn-lt"/>
        <a:ea typeface="+mn-ea"/>
        <a:cs typeface="+mn-cs"/>
      </a:defRPr>
    </a:lvl8pPr>
    <a:lvl9pPr marL="5120640" algn="l" defTabSz="1280160" rtl="0" eaLnBrk="1" latinLnBrk="0" hangingPunct="1">
      <a:defRPr kumimoji="1" sz="2520" kern="1200">
        <a:solidFill>
          <a:schemeClr val="tx1"/>
        </a:solidFill>
        <a:uFillTx/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oe.takada" initials="t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DFF"/>
    <a:srgbClr val="F0F0F0"/>
    <a:srgbClr val="E8F1EE"/>
    <a:srgbClr val="689F68"/>
    <a:srgbClr val="CC0001"/>
    <a:srgbClr val="7F7F7F"/>
    <a:srgbClr val="DBDBE2"/>
    <a:srgbClr val="F5F5F5"/>
    <a:srgbClr val="ECECEC"/>
    <a:srgbClr val="F5F5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87" autoAdjust="0"/>
    <p:restoredTop sz="96096" autoAdjust="0"/>
  </p:normalViewPr>
  <p:slideViewPr>
    <p:cSldViewPr snapToGrid="0">
      <p:cViewPr>
        <p:scale>
          <a:sx n="90" d="100"/>
          <a:sy n="90" d="100"/>
        </p:scale>
        <p:origin x="2184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407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C1E11D-8EF6-4E23-851A-2C71F476D058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79B9B7-AF13-4B51-9213-A337EAA60F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A0E914-62E5-4446-B066-2BF691AA9C47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120900" y="1233488"/>
            <a:ext cx="24939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7F8E2-E3B0-44F9-B3F1-234C5697B1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20090" y="3976795"/>
            <a:ext cx="8161020" cy="2744047"/>
          </a:xfrm>
        </p:spPr>
        <p:txBody>
          <a:bodyPr/>
          <a:lstStyle/>
          <a:p>
            <a:r>
              <a:rPr kumimoji="1" lang="ja-JP" altLang="en-US">
                <a:uFillTx/>
              </a:rPr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40180" y="7254240"/>
            <a:ext cx="6720840" cy="32715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1pPr>
            <a:lvl2pPr marL="48006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6012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44018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36042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kumimoji="1" lang="ja-JP" altLang="en-US">
                <a:uFillTx/>
              </a:rPr>
              <a:t>マスター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D0F4-D3D6-4479-A744-9058A63359A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4CD7-10D1-4075-A9F9-6210DCA8A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uFillTx/>
              </a:rPr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>
                <a:uFillTx/>
              </a:rPr>
              <a:t>マスター テキストの書式設定</a:t>
            </a:r>
          </a:p>
          <a:p>
            <a:pPr lvl="1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2 </a:t>
            </a:r>
            <a:r>
              <a:rPr kumimoji="1" lang="ja-JP" altLang="en-US">
                <a:uFillTx/>
              </a:rPr>
              <a:t>レベル</a:t>
            </a:r>
          </a:p>
          <a:p>
            <a:pPr lvl="2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3 </a:t>
            </a:r>
            <a:r>
              <a:rPr kumimoji="1" lang="ja-JP" altLang="en-US">
                <a:uFillTx/>
              </a:rPr>
              <a:t>レベル</a:t>
            </a:r>
          </a:p>
          <a:p>
            <a:pPr lvl="3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4 </a:t>
            </a:r>
            <a:r>
              <a:rPr kumimoji="1" lang="ja-JP" altLang="en-US">
                <a:uFillTx/>
              </a:rPr>
              <a:t>レベル</a:t>
            </a:r>
          </a:p>
          <a:p>
            <a:pPr lvl="4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5 </a:t>
            </a:r>
            <a:r>
              <a:rPr kumimoji="1" lang="ja-JP" altLang="en-US">
                <a:uFillTx/>
              </a:rPr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D0F4-D3D6-4479-A744-9058A63359A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4CD7-10D1-4075-A9F9-6210DCA8A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58429" y="8226215"/>
            <a:ext cx="8161020" cy="2542540"/>
          </a:xfrm>
        </p:spPr>
        <p:txBody>
          <a:bodyPr anchor="t"/>
          <a:lstStyle>
            <a:lvl1pPr algn="l">
              <a:defRPr sz="4200" b="1" cap="all">
                <a:uFillTx/>
              </a:defRPr>
            </a:lvl1pPr>
          </a:lstStyle>
          <a:p>
            <a:r>
              <a:rPr kumimoji="1" lang="ja-JP" altLang="en-US">
                <a:uFillTx/>
              </a:rPr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58429" y="5425866"/>
            <a:ext cx="8161020" cy="2800349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  <a:uFillTx/>
              </a:defRPr>
            </a:lvl1pPr>
            <a:lvl2pPr marL="480060" indent="0">
              <a:buNone/>
              <a:defRPr sz="1890"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60120" indent="0">
              <a:buNone/>
              <a:defRPr sz="1680"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440180" indent="0">
              <a:buNone/>
              <a:defRPr sz="1470"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920240" indent="0">
              <a:buNone/>
              <a:defRPr sz="1470"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400300" indent="0">
              <a:buNone/>
              <a:defRPr sz="1470"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880360" indent="0">
              <a:buNone/>
              <a:defRPr sz="1470"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360420" indent="0">
              <a:buNone/>
              <a:defRPr sz="1470"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840480" indent="0">
              <a:buNone/>
              <a:defRPr sz="1470"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pPr lvl="0"/>
            <a:r>
              <a:rPr kumimoji="1" lang="ja-JP" altLang="en-US">
                <a:uFillTx/>
              </a:rPr>
              <a:t>マスター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D0F4-D3D6-4479-A744-9058A63359A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4CD7-10D1-4075-A9F9-6210DCA8A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uFillTx/>
              </a:rPr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80060" y="2987041"/>
            <a:ext cx="4240530" cy="8448464"/>
          </a:xfrm>
        </p:spPr>
        <p:txBody>
          <a:bodyPr/>
          <a:lstStyle>
            <a:lvl1pPr>
              <a:defRPr sz="2940">
                <a:uFillTx/>
              </a:defRPr>
            </a:lvl1pPr>
            <a:lvl2pPr>
              <a:defRPr sz="2520">
                <a:uFillTx/>
              </a:defRPr>
            </a:lvl2pPr>
            <a:lvl3pPr>
              <a:defRPr sz="2100">
                <a:uFillTx/>
              </a:defRPr>
            </a:lvl3pPr>
            <a:lvl4pPr>
              <a:defRPr sz="1890">
                <a:uFillTx/>
              </a:defRPr>
            </a:lvl4pPr>
            <a:lvl5pPr>
              <a:defRPr sz="1890">
                <a:uFillTx/>
              </a:defRPr>
            </a:lvl5pPr>
            <a:lvl6pPr>
              <a:defRPr sz="1890">
                <a:uFillTx/>
              </a:defRPr>
            </a:lvl6pPr>
            <a:lvl7pPr>
              <a:defRPr sz="1890">
                <a:uFillTx/>
              </a:defRPr>
            </a:lvl7pPr>
            <a:lvl8pPr>
              <a:defRPr sz="1890">
                <a:uFillTx/>
              </a:defRPr>
            </a:lvl8pPr>
            <a:lvl9pPr>
              <a:defRPr sz="1890">
                <a:uFillTx/>
              </a:defRPr>
            </a:lvl9pPr>
          </a:lstStyle>
          <a:p>
            <a:pPr lvl="0"/>
            <a:r>
              <a:rPr kumimoji="1" lang="ja-JP" altLang="en-US">
                <a:uFillTx/>
              </a:rPr>
              <a:t>マスター テキストの書式設定</a:t>
            </a:r>
          </a:p>
          <a:p>
            <a:pPr lvl="1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2 </a:t>
            </a:r>
            <a:r>
              <a:rPr kumimoji="1" lang="ja-JP" altLang="en-US">
                <a:uFillTx/>
              </a:rPr>
              <a:t>レベル</a:t>
            </a:r>
          </a:p>
          <a:p>
            <a:pPr lvl="2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3 </a:t>
            </a:r>
            <a:r>
              <a:rPr kumimoji="1" lang="ja-JP" altLang="en-US">
                <a:uFillTx/>
              </a:rPr>
              <a:t>レベル</a:t>
            </a:r>
          </a:p>
          <a:p>
            <a:pPr lvl="3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4 </a:t>
            </a:r>
            <a:r>
              <a:rPr kumimoji="1" lang="ja-JP" altLang="en-US">
                <a:uFillTx/>
              </a:rPr>
              <a:t>レベル</a:t>
            </a:r>
          </a:p>
          <a:p>
            <a:pPr lvl="4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5 </a:t>
            </a:r>
            <a:r>
              <a:rPr kumimoji="1" lang="ja-JP" altLang="en-US">
                <a:uFillTx/>
              </a:rPr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880610" y="2987041"/>
            <a:ext cx="4240530" cy="8448464"/>
          </a:xfrm>
        </p:spPr>
        <p:txBody>
          <a:bodyPr/>
          <a:lstStyle>
            <a:lvl1pPr>
              <a:defRPr sz="2940">
                <a:uFillTx/>
              </a:defRPr>
            </a:lvl1pPr>
            <a:lvl2pPr>
              <a:defRPr sz="2520">
                <a:uFillTx/>
              </a:defRPr>
            </a:lvl2pPr>
            <a:lvl3pPr>
              <a:defRPr sz="2100">
                <a:uFillTx/>
              </a:defRPr>
            </a:lvl3pPr>
            <a:lvl4pPr>
              <a:defRPr sz="1890">
                <a:uFillTx/>
              </a:defRPr>
            </a:lvl4pPr>
            <a:lvl5pPr>
              <a:defRPr sz="1890">
                <a:uFillTx/>
              </a:defRPr>
            </a:lvl5pPr>
            <a:lvl6pPr>
              <a:defRPr sz="1890">
                <a:uFillTx/>
              </a:defRPr>
            </a:lvl6pPr>
            <a:lvl7pPr>
              <a:defRPr sz="1890">
                <a:uFillTx/>
              </a:defRPr>
            </a:lvl7pPr>
            <a:lvl8pPr>
              <a:defRPr sz="1890">
                <a:uFillTx/>
              </a:defRPr>
            </a:lvl8pPr>
            <a:lvl9pPr>
              <a:defRPr sz="1890">
                <a:uFillTx/>
              </a:defRPr>
            </a:lvl9pPr>
          </a:lstStyle>
          <a:p>
            <a:pPr lvl="0"/>
            <a:r>
              <a:rPr kumimoji="1" lang="ja-JP" altLang="en-US">
                <a:uFillTx/>
              </a:rPr>
              <a:t>マスター テキストの書式設定</a:t>
            </a:r>
          </a:p>
          <a:p>
            <a:pPr lvl="1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2 </a:t>
            </a:r>
            <a:r>
              <a:rPr kumimoji="1" lang="ja-JP" altLang="en-US">
                <a:uFillTx/>
              </a:rPr>
              <a:t>レベル</a:t>
            </a:r>
          </a:p>
          <a:p>
            <a:pPr lvl="2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3 </a:t>
            </a:r>
            <a:r>
              <a:rPr kumimoji="1" lang="ja-JP" altLang="en-US">
                <a:uFillTx/>
              </a:rPr>
              <a:t>レベル</a:t>
            </a:r>
          </a:p>
          <a:p>
            <a:pPr lvl="3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4 </a:t>
            </a:r>
            <a:r>
              <a:rPr kumimoji="1" lang="ja-JP" altLang="en-US">
                <a:uFillTx/>
              </a:rPr>
              <a:t>レベル</a:t>
            </a:r>
          </a:p>
          <a:p>
            <a:pPr lvl="4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5 </a:t>
            </a:r>
            <a:r>
              <a:rPr kumimoji="1" lang="ja-JP" altLang="en-US">
                <a:uFillTx/>
              </a:rPr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D0F4-D3D6-4479-A744-9058A63359A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4CD7-10D1-4075-A9F9-6210DCA8A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uFillTx/>
              </a:defRPr>
            </a:lvl1pPr>
          </a:lstStyle>
          <a:p>
            <a:r>
              <a:rPr kumimoji="1" lang="ja-JP" altLang="en-US">
                <a:uFillTx/>
              </a:rPr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80061" y="2865545"/>
            <a:ext cx="4242197" cy="1194223"/>
          </a:xfrm>
        </p:spPr>
        <p:txBody>
          <a:bodyPr anchor="b"/>
          <a:lstStyle>
            <a:lvl1pPr marL="0" indent="0">
              <a:buNone/>
              <a:defRPr sz="2520" b="1">
                <a:uFillTx/>
              </a:defRPr>
            </a:lvl1pPr>
            <a:lvl2pPr marL="480060" indent="0">
              <a:buNone/>
              <a:defRPr sz="2100" b="1">
                <a:uFillTx/>
              </a:defRPr>
            </a:lvl2pPr>
            <a:lvl3pPr marL="960120" indent="0">
              <a:buNone/>
              <a:defRPr sz="1890" b="1">
                <a:uFillTx/>
              </a:defRPr>
            </a:lvl3pPr>
            <a:lvl4pPr marL="1440180" indent="0">
              <a:buNone/>
              <a:defRPr sz="1680" b="1">
                <a:uFillTx/>
              </a:defRPr>
            </a:lvl4pPr>
            <a:lvl5pPr marL="1920240" indent="0">
              <a:buNone/>
              <a:defRPr sz="1680" b="1">
                <a:uFillTx/>
              </a:defRPr>
            </a:lvl5pPr>
            <a:lvl6pPr marL="2400300" indent="0">
              <a:buNone/>
              <a:defRPr sz="1680" b="1">
                <a:uFillTx/>
              </a:defRPr>
            </a:lvl6pPr>
            <a:lvl7pPr marL="2880360" indent="0">
              <a:buNone/>
              <a:defRPr sz="1680" b="1">
                <a:uFillTx/>
              </a:defRPr>
            </a:lvl7pPr>
            <a:lvl8pPr marL="3360420" indent="0">
              <a:buNone/>
              <a:defRPr sz="1680" b="1">
                <a:uFillTx/>
              </a:defRPr>
            </a:lvl8pPr>
            <a:lvl9pPr marL="3840480" indent="0">
              <a:buNone/>
              <a:defRPr sz="1680" b="1">
                <a:uFillTx/>
              </a:defRPr>
            </a:lvl9pPr>
          </a:lstStyle>
          <a:p>
            <a:pPr lvl="0"/>
            <a:r>
              <a:rPr kumimoji="1" lang="ja-JP" altLang="en-US">
                <a:uFillTx/>
              </a:rPr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80061" y="4059768"/>
            <a:ext cx="4242197" cy="7375737"/>
          </a:xfrm>
        </p:spPr>
        <p:txBody>
          <a:bodyPr/>
          <a:lstStyle>
            <a:lvl1pPr>
              <a:defRPr sz="2520">
                <a:uFillTx/>
              </a:defRPr>
            </a:lvl1pPr>
            <a:lvl2pPr>
              <a:defRPr sz="2100">
                <a:uFillTx/>
              </a:defRPr>
            </a:lvl2pPr>
            <a:lvl3pPr>
              <a:defRPr sz="1890">
                <a:uFillTx/>
              </a:defRPr>
            </a:lvl3pPr>
            <a:lvl4pPr>
              <a:defRPr sz="1680">
                <a:uFillTx/>
              </a:defRPr>
            </a:lvl4pPr>
            <a:lvl5pPr>
              <a:defRPr sz="1680">
                <a:uFillTx/>
              </a:defRPr>
            </a:lvl5pPr>
            <a:lvl6pPr>
              <a:defRPr sz="1680">
                <a:uFillTx/>
              </a:defRPr>
            </a:lvl6pPr>
            <a:lvl7pPr>
              <a:defRPr sz="1680">
                <a:uFillTx/>
              </a:defRPr>
            </a:lvl7pPr>
            <a:lvl8pPr>
              <a:defRPr sz="1680">
                <a:uFillTx/>
              </a:defRPr>
            </a:lvl8pPr>
            <a:lvl9pPr>
              <a:defRPr sz="1680">
                <a:uFillTx/>
              </a:defRPr>
            </a:lvl9pPr>
          </a:lstStyle>
          <a:p>
            <a:pPr lvl="0"/>
            <a:r>
              <a:rPr kumimoji="1" lang="ja-JP" altLang="en-US">
                <a:uFillTx/>
              </a:rPr>
              <a:t>マスター テキストの書式設定</a:t>
            </a:r>
          </a:p>
          <a:p>
            <a:pPr lvl="1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2 </a:t>
            </a:r>
            <a:r>
              <a:rPr kumimoji="1" lang="ja-JP" altLang="en-US">
                <a:uFillTx/>
              </a:rPr>
              <a:t>レベル</a:t>
            </a:r>
          </a:p>
          <a:p>
            <a:pPr lvl="2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3 </a:t>
            </a:r>
            <a:r>
              <a:rPr kumimoji="1" lang="ja-JP" altLang="en-US">
                <a:uFillTx/>
              </a:rPr>
              <a:t>レベル</a:t>
            </a:r>
          </a:p>
          <a:p>
            <a:pPr lvl="3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4 </a:t>
            </a:r>
            <a:r>
              <a:rPr kumimoji="1" lang="ja-JP" altLang="en-US">
                <a:uFillTx/>
              </a:rPr>
              <a:t>レベル</a:t>
            </a:r>
          </a:p>
          <a:p>
            <a:pPr lvl="4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5 </a:t>
            </a:r>
            <a:r>
              <a:rPr kumimoji="1" lang="ja-JP" altLang="en-US">
                <a:uFillTx/>
              </a:rPr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877277" y="2865545"/>
            <a:ext cx="4243864" cy="1194223"/>
          </a:xfrm>
        </p:spPr>
        <p:txBody>
          <a:bodyPr anchor="b"/>
          <a:lstStyle>
            <a:lvl1pPr marL="0" indent="0">
              <a:buNone/>
              <a:defRPr sz="2520" b="1">
                <a:uFillTx/>
              </a:defRPr>
            </a:lvl1pPr>
            <a:lvl2pPr marL="480060" indent="0">
              <a:buNone/>
              <a:defRPr sz="2100" b="1">
                <a:uFillTx/>
              </a:defRPr>
            </a:lvl2pPr>
            <a:lvl3pPr marL="960120" indent="0">
              <a:buNone/>
              <a:defRPr sz="1890" b="1">
                <a:uFillTx/>
              </a:defRPr>
            </a:lvl3pPr>
            <a:lvl4pPr marL="1440180" indent="0">
              <a:buNone/>
              <a:defRPr sz="1680" b="1">
                <a:uFillTx/>
              </a:defRPr>
            </a:lvl4pPr>
            <a:lvl5pPr marL="1920240" indent="0">
              <a:buNone/>
              <a:defRPr sz="1680" b="1">
                <a:uFillTx/>
              </a:defRPr>
            </a:lvl5pPr>
            <a:lvl6pPr marL="2400300" indent="0">
              <a:buNone/>
              <a:defRPr sz="1680" b="1">
                <a:uFillTx/>
              </a:defRPr>
            </a:lvl6pPr>
            <a:lvl7pPr marL="2880360" indent="0">
              <a:buNone/>
              <a:defRPr sz="1680" b="1">
                <a:uFillTx/>
              </a:defRPr>
            </a:lvl7pPr>
            <a:lvl8pPr marL="3360420" indent="0">
              <a:buNone/>
              <a:defRPr sz="1680" b="1">
                <a:uFillTx/>
              </a:defRPr>
            </a:lvl8pPr>
            <a:lvl9pPr marL="3840480" indent="0">
              <a:buNone/>
              <a:defRPr sz="1680" b="1">
                <a:uFillTx/>
              </a:defRPr>
            </a:lvl9pPr>
          </a:lstStyle>
          <a:p>
            <a:pPr lvl="0"/>
            <a:r>
              <a:rPr kumimoji="1" lang="ja-JP" altLang="en-US">
                <a:uFillTx/>
              </a:rPr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877277" y="4059768"/>
            <a:ext cx="4243864" cy="7375737"/>
          </a:xfrm>
        </p:spPr>
        <p:txBody>
          <a:bodyPr/>
          <a:lstStyle>
            <a:lvl1pPr>
              <a:defRPr sz="2520">
                <a:uFillTx/>
              </a:defRPr>
            </a:lvl1pPr>
            <a:lvl2pPr>
              <a:defRPr sz="2100">
                <a:uFillTx/>
              </a:defRPr>
            </a:lvl2pPr>
            <a:lvl3pPr>
              <a:defRPr sz="1890">
                <a:uFillTx/>
              </a:defRPr>
            </a:lvl3pPr>
            <a:lvl4pPr>
              <a:defRPr sz="1680">
                <a:uFillTx/>
              </a:defRPr>
            </a:lvl4pPr>
            <a:lvl5pPr>
              <a:defRPr sz="1680">
                <a:uFillTx/>
              </a:defRPr>
            </a:lvl5pPr>
            <a:lvl6pPr>
              <a:defRPr sz="1680">
                <a:uFillTx/>
              </a:defRPr>
            </a:lvl6pPr>
            <a:lvl7pPr>
              <a:defRPr sz="1680">
                <a:uFillTx/>
              </a:defRPr>
            </a:lvl7pPr>
            <a:lvl8pPr>
              <a:defRPr sz="1680">
                <a:uFillTx/>
              </a:defRPr>
            </a:lvl8pPr>
            <a:lvl9pPr>
              <a:defRPr sz="1680">
                <a:uFillTx/>
              </a:defRPr>
            </a:lvl9pPr>
          </a:lstStyle>
          <a:p>
            <a:pPr lvl="0"/>
            <a:r>
              <a:rPr kumimoji="1" lang="ja-JP" altLang="en-US">
                <a:uFillTx/>
              </a:rPr>
              <a:t>マスター テキストの書式設定</a:t>
            </a:r>
          </a:p>
          <a:p>
            <a:pPr lvl="1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2 </a:t>
            </a:r>
            <a:r>
              <a:rPr kumimoji="1" lang="ja-JP" altLang="en-US">
                <a:uFillTx/>
              </a:rPr>
              <a:t>レベル</a:t>
            </a:r>
          </a:p>
          <a:p>
            <a:pPr lvl="2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3 </a:t>
            </a:r>
            <a:r>
              <a:rPr kumimoji="1" lang="ja-JP" altLang="en-US">
                <a:uFillTx/>
              </a:rPr>
              <a:t>レベル</a:t>
            </a:r>
          </a:p>
          <a:p>
            <a:pPr lvl="3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4 </a:t>
            </a:r>
            <a:r>
              <a:rPr kumimoji="1" lang="ja-JP" altLang="en-US">
                <a:uFillTx/>
              </a:rPr>
              <a:t>レベル</a:t>
            </a:r>
          </a:p>
          <a:p>
            <a:pPr lvl="4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5 </a:t>
            </a:r>
            <a:r>
              <a:rPr kumimoji="1" lang="ja-JP" altLang="en-US">
                <a:uFillTx/>
              </a:rPr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D0F4-D3D6-4479-A744-9058A63359A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4CD7-10D1-4075-A9F9-6210DCA8A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uFillTx/>
              </a:rPr>
              <a:t>マスター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D0F4-D3D6-4479-A744-9058A63359A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4CD7-10D1-4075-A9F9-6210DCA8A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D0F4-D3D6-4479-A744-9058A63359A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4CD7-10D1-4075-A9F9-6210DCA8A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スライド番号プレースホルダ 1"/>
          <p:cNvSpPr txBox="1"/>
          <p:nvPr/>
        </p:nvSpPr>
        <p:spPr>
          <a:xfrm>
            <a:off x="7323650" y="12149669"/>
            <a:ext cx="2240280" cy="681567"/>
          </a:xfrm>
          <a:prstGeom prst="rect">
            <a:avLst/>
          </a:prstGeom>
        </p:spPr>
        <p:txBody>
          <a:bodyPr vert="horz" lIns="96012" tIns="48006" rIns="96012" bIns="48006" rtlCol="0" anchor="ctr"/>
          <a:lstStyle/>
          <a:p>
            <a:pPr marL="0" marR="0" lvl="0" indent="0" algn="r" defTabSz="9601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uFillTx/>
              </a:defRPr>
            </a:pPr>
            <a:fld id="{0A4D7C8B-752E-4A68-8D62-22DADB007538}" type="slidenum">
              <a:rPr kumimoji="1" lang="ja-JP" altLang="en-US" sz="1470" b="0" i="0" u="none" strike="noStrike" kern="1200" cap="none" spc="0" normalizeH="0" baseline="0" noProof="0" smtClean="0">
                <a:ln>
                  <a:noFill/>
                </a:ln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‹#›</a:t>
            </a:fld>
            <a:endParaRPr kumimoji="1" lang="ja-JP" altLang="en-US" sz="1470" b="0" i="0" u="none" strike="noStrike" kern="1200" cap="none" spc="0" normalizeH="0" baseline="0" noProof="0" dirty="0">
              <a:ln>
                <a:noFill/>
              </a:ln>
              <a:effectLst/>
              <a:uFillTx/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スライド番号プレースホルダ 1"/>
          <p:cNvSpPr txBox="1"/>
          <p:nvPr/>
        </p:nvSpPr>
        <p:spPr>
          <a:xfrm>
            <a:off x="7323650" y="12149669"/>
            <a:ext cx="2240280" cy="681567"/>
          </a:xfrm>
          <a:prstGeom prst="rect">
            <a:avLst/>
          </a:prstGeom>
        </p:spPr>
        <p:txBody>
          <a:bodyPr vert="horz" lIns="96012" tIns="48006" rIns="96012" bIns="48006" rtlCol="0" anchor="ctr"/>
          <a:lstStyle/>
          <a:p>
            <a:pPr marL="0" marR="0" lvl="0" indent="0" algn="r" defTabSz="9601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uFillTx/>
              </a:defRPr>
            </a:pPr>
            <a:fld id="{0A4D7C8B-752E-4A68-8D62-22DADB007538}" type="slidenum">
              <a:rPr kumimoji="1" lang="ja-JP" altLang="en-US" sz="1470" b="0" i="0" u="none" strike="noStrike" kern="1200" cap="none" spc="0" normalizeH="0" baseline="0" noProof="0" smtClean="0">
                <a:ln>
                  <a:noFill/>
                </a:ln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‹#›</a:t>
            </a:fld>
            <a:endParaRPr kumimoji="1" lang="ja-JP" altLang="en-US" sz="1470" b="0" i="0" u="none" strike="noStrike" kern="1200" cap="none" spc="0" normalizeH="0" baseline="0" noProof="0" dirty="0">
              <a:ln>
                <a:noFill/>
              </a:ln>
              <a:effectLst/>
              <a:uFillTx/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80061" y="509693"/>
            <a:ext cx="3158729" cy="2169160"/>
          </a:xfrm>
        </p:spPr>
        <p:txBody>
          <a:bodyPr anchor="b"/>
          <a:lstStyle>
            <a:lvl1pPr algn="l">
              <a:defRPr sz="2100" b="1">
                <a:uFillTx/>
              </a:defRPr>
            </a:lvl1pPr>
          </a:lstStyle>
          <a:p>
            <a:r>
              <a:rPr kumimoji="1" lang="ja-JP" altLang="en-US">
                <a:uFillTx/>
              </a:rPr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753802" y="509695"/>
            <a:ext cx="5367338" cy="10925811"/>
          </a:xfrm>
        </p:spPr>
        <p:txBody>
          <a:bodyPr/>
          <a:lstStyle>
            <a:lvl1pPr>
              <a:defRPr sz="3360">
                <a:uFillTx/>
              </a:defRPr>
            </a:lvl1pPr>
            <a:lvl2pPr>
              <a:defRPr sz="2940">
                <a:uFillTx/>
              </a:defRPr>
            </a:lvl2pPr>
            <a:lvl3pPr>
              <a:defRPr sz="2520">
                <a:uFillTx/>
              </a:defRPr>
            </a:lvl3pPr>
            <a:lvl4pPr>
              <a:defRPr sz="2100">
                <a:uFillTx/>
              </a:defRPr>
            </a:lvl4pPr>
            <a:lvl5pPr>
              <a:defRPr sz="2100">
                <a:uFillTx/>
              </a:defRPr>
            </a:lvl5pPr>
            <a:lvl6pPr>
              <a:defRPr sz="2100">
                <a:uFillTx/>
              </a:defRPr>
            </a:lvl6pPr>
            <a:lvl7pPr>
              <a:defRPr sz="2100">
                <a:uFillTx/>
              </a:defRPr>
            </a:lvl7pPr>
            <a:lvl8pPr>
              <a:defRPr sz="2100">
                <a:uFillTx/>
              </a:defRPr>
            </a:lvl8pPr>
            <a:lvl9pPr>
              <a:defRPr sz="2100">
                <a:uFillTx/>
              </a:defRPr>
            </a:lvl9pPr>
          </a:lstStyle>
          <a:p>
            <a:pPr lvl="0"/>
            <a:r>
              <a:rPr kumimoji="1" lang="ja-JP" altLang="en-US">
                <a:uFillTx/>
              </a:rPr>
              <a:t>マスター テキストの書式設定</a:t>
            </a:r>
          </a:p>
          <a:p>
            <a:pPr lvl="1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2 </a:t>
            </a:r>
            <a:r>
              <a:rPr kumimoji="1" lang="ja-JP" altLang="en-US">
                <a:uFillTx/>
              </a:rPr>
              <a:t>レベル</a:t>
            </a:r>
          </a:p>
          <a:p>
            <a:pPr lvl="2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3 </a:t>
            </a:r>
            <a:r>
              <a:rPr kumimoji="1" lang="ja-JP" altLang="en-US">
                <a:uFillTx/>
              </a:rPr>
              <a:t>レベル</a:t>
            </a:r>
          </a:p>
          <a:p>
            <a:pPr lvl="3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4 </a:t>
            </a:r>
            <a:r>
              <a:rPr kumimoji="1" lang="ja-JP" altLang="en-US">
                <a:uFillTx/>
              </a:rPr>
              <a:t>レベル</a:t>
            </a:r>
          </a:p>
          <a:p>
            <a:pPr lvl="4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5 </a:t>
            </a:r>
            <a:r>
              <a:rPr kumimoji="1" lang="ja-JP" altLang="en-US">
                <a:uFillTx/>
              </a:rPr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80061" y="2678855"/>
            <a:ext cx="3158729" cy="8756651"/>
          </a:xfrm>
        </p:spPr>
        <p:txBody>
          <a:bodyPr/>
          <a:lstStyle>
            <a:lvl1pPr marL="0" indent="0">
              <a:buNone/>
              <a:defRPr sz="1470">
                <a:uFillTx/>
              </a:defRPr>
            </a:lvl1pPr>
            <a:lvl2pPr marL="480060" indent="0">
              <a:buNone/>
              <a:defRPr sz="1260">
                <a:uFillTx/>
              </a:defRPr>
            </a:lvl2pPr>
            <a:lvl3pPr marL="960120" indent="0">
              <a:buNone/>
              <a:defRPr sz="1050">
                <a:uFillTx/>
              </a:defRPr>
            </a:lvl3pPr>
            <a:lvl4pPr marL="1440180" indent="0">
              <a:buNone/>
              <a:defRPr sz="945">
                <a:uFillTx/>
              </a:defRPr>
            </a:lvl4pPr>
            <a:lvl5pPr marL="1920240" indent="0">
              <a:buNone/>
              <a:defRPr sz="945">
                <a:uFillTx/>
              </a:defRPr>
            </a:lvl5pPr>
            <a:lvl6pPr marL="2400300" indent="0">
              <a:buNone/>
              <a:defRPr sz="945">
                <a:uFillTx/>
              </a:defRPr>
            </a:lvl6pPr>
            <a:lvl7pPr marL="2880360" indent="0">
              <a:buNone/>
              <a:defRPr sz="945">
                <a:uFillTx/>
              </a:defRPr>
            </a:lvl7pPr>
            <a:lvl8pPr marL="3360420" indent="0">
              <a:buNone/>
              <a:defRPr sz="945">
                <a:uFillTx/>
              </a:defRPr>
            </a:lvl8pPr>
            <a:lvl9pPr marL="3840480" indent="0">
              <a:buNone/>
              <a:defRPr sz="945">
                <a:uFillTx/>
              </a:defRPr>
            </a:lvl9pPr>
          </a:lstStyle>
          <a:p>
            <a:pPr lvl="0"/>
            <a:r>
              <a:rPr kumimoji="1" lang="ja-JP" altLang="en-US">
                <a:uFillTx/>
              </a:rPr>
              <a:t>マスター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D0F4-D3D6-4479-A744-9058A63359A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4CD7-10D1-4075-A9F9-6210DCA8A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スライド番号プレースホルダ 1"/>
          <p:cNvSpPr txBox="1"/>
          <p:nvPr/>
        </p:nvSpPr>
        <p:spPr>
          <a:xfrm>
            <a:off x="7323650" y="12149669"/>
            <a:ext cx="2240280" cy="681567"/>
          </a:xfrm>
          <a:prstGeom prst="rect">
            <a:avLst/>
          </a:prstGeom>
        </p:spPr>
        <p:txBody>
          <a:bodyPr vert="horz" lIns="96012" tIns="48006" rIns="96012" bIns="48006" rtlCol="0" anchor="ctr"/>
          <a:lstStyle/>
          <a:p>
            <a:pPr marL="0" marR="0" lvl="0" indent="0" algn="r" defTabSz="9601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uFillTx/>
              </a:defRPr>
            </a:pPr>
            <a:fld id="{0A4D7C8B-752E-4A68-8D62-22DADB007538}" type="slidenum">
              <a:rPr kumimoji="1" lang="ja-JP" altLang="en-US" sz="1470" b="0" i="0" u="none" strike="noStrike" kern="1200" cap="none" spc="0" normalizeH="0" baseline="0" noProof="0" smtClean="0">
                <a:ln>
                  <a:noFill/>
                </a:ln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‹#›</a:t>
            </a:fld>
            <a:endParaRPr kumimoji="1" lang="ja-JP" altLang="en-US" sz="1470" b="0" i="0" u="none" strike="noStrike" kern="1200" cap="none" spc="0" normalizeH="0" baseline="0" noProof="0" dirty="0">
              <a:ln>
                <a:noFill/>
              </a:ln>
              <a:effectLst/>
              <a:uFillTx/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スライド番号プレースホルダ 1"/>
          <p:cNvSpPr txBox="1"/>
          <p:nvPr/>
        </p:nvSpPr>
        <p:spPr>
          <a:xfrm>
            <a:off x="7323650" y="12149669"/>
            <a:ext cx="2240280" cy="681567"/>
          </a:xfrm>
          <a:prstGeom prst="rect">
            <a:avLst/>
          </a:prstGeom>
        </p:spPr>
        <p:txBody>
          <a:bodyPr vert="horz" lIns="96012" tIns="48006" rIns="96012" bIns="48006" rtlCol="0" anchor="ctr"/>
          <a:lstStyle/>
          <a:p>
            <a:pPr marL="0" marR="0" lvl="0" indent="0" algn="r" defTabSz="9601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uFillTx/>
              </a:defRPr>
            </a:pPr>
            <a:fld id="{0A4D7C8B-752E-4A68-8D62-22DADB007538}" type="slidenum">
              <a:rPr kumimoji="1" lang="ja-JP" altLang="en-US" sz="1470" b="0" i="0" u="none" strike="noStrike" kern="1200" cap="none" spc="0" normalizeH="0" baseline="0" noProof="0" smtClean="0">
                <a:ln>
                  <a:noFill/>
                </a:ln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‹#›</a:t>
            </a:fld>
            <a:endParaRPr kumimoji="1" lang="ja-JP" altLang="en-US" sz="1470" b="0" i="0" u="none" strike="noStrike" kern="1200" cap="none" spc="0" normalizeH="0" baseline="0" noProof="0" dirty="0">
              <a:ln>
                <a:noFill/>
              </a:ln>
              <a:effectLst/>
              <a:uFillTx/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881902" y="8961121"/>
            <a:ext cx="5760720" cy="1057911"/>
          </a:xfrm>
        </p:spPr>
        <p:txBody>
          <a:bodyPr anchor="b"/>
          <a:lstStyle>
            <a:lvl1pPr algn="l">
              <a:defRPr sz="2100" b="1">
                <a:uFillTx/>
              </a:defRPr>
            </a:lvl1pPr>
          </a:lstStyle>
          <a:p>
            <a:r>
              <a:rPr kumimoji="1" lang="ja-JP" altLang="en-US">
                <a:uFillTx/>
              </a:rPr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 hasCustomPrompt="1"/>
          </p:nvPr>
        </p:nvSpPr>
        <p:spPr>
          <a:xfrm>
            <a:off x="1881902" y="1143847"/>
            <a:ext cx="5760720" cy="7680960"/>
          </a:xfrm>
        </p:spPr>
        <p:txBody>
          <a:bodyPr/>
          <a:lstStyle>
            <a:lvl1pPr marL="0" indent="0">
              <a:buNone/>
              <a:defRPr sz="3360">
                <a:uFillTx/>
              </a:defRPr>
            </a:lvl1pPr>
            <a:lvl2pPr marL="480060" indent="0">
              <a:buNone/>
              <a:defRPr sz="2940">
                <a:uFillTx/>
              </a:defRPr>
            </a:lvl2pPr>
            <a:lvl3pPr marL="960120" indent="0">
              <a:buNone/>
              <a:defRPr sz="2520">
                <a:uFillTx/>
              </a:defRPr>
            </a:lvl3pPr>
            <a:lvl4pPr marL="1440180" indent="0">
              <a:buNone/>
              <a:defRPr sz="2100">
                <a:uFillTx/>
              </a:defRPr>
            </a:lvl4pPr>
            <a:lvl5pPr marL="1920240" indent="0">
              <a:buNone/>
              <a:defRPr sz="2100">
                <a:uFillTx/>
              </a:defRPr>
            </a:lvl5pPr>
            <a:lvl6pPr marL="2400300" indent="0">
              <a:buNone/>
              <a:defRPr sz="2100">
                <a:uFillTx/>
              </a:defRPr>
            </a:lvl6pPr>
            <a:lvl7pPr marL="2880360" indent="0">
              <a:buNone/>
              <a:defRPr sz="2100">
                <a:uFillTx/>
              </a:defRPr>
            </a:lvl7pPr>
            <a:lvl8pPr marL="3360420" indent="0">
              <a:buNone/>
              <a:defRPr sz="2100">
                <a:uFillTx/>
              </a:defRPr>
            </a:lvl8pPr>
            <a:lvl9pPr marL="3840480" indent="0">
              <a:buNone/>
              <a:defRPr sz="2100">
                <a:uFillTx/>
              </a:defRPr>
            </a:lvl9pPr>
          </a:lstStyle>
          <a:p>
            <a:r>
              <a:rPr kumimoji="1" lang="ja-JP" altLang="en-US">
                <a:uFillTx/>
              </a:rPr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881902" y="10019032"/>
            <a:ext cx="5760720" cy="1502409"/>
          </a:xfrm>
        </p:spPr>
        <p:txBody>
          <a:bodyPr/>
          <a:lstStyle>
            <a:lvl1pPr marL="0" indent="0">
              <a:buNone/>
              <a:defRPr sz="1470">
                <a:uFillTx/>
              </a:defRPr>
            </a:lvl1pPr>
            <a:lvl2pPr marL="480060" indent="0">
              <a:buNone/>
              <a:defRPr sz="1260">
                <a:uFillTx/>
              </a:defRPr>
            </a:lvl2pPr>
            <a:lvl3pPr marL="960120" indent="0">
              <a:buNone/>
              <a:defRPr sz="1050">
                <a:uFillTx/>
              </a:defRPr>
            </a:lvl3pPr>
            <a:lvl4pPr marL="1440180" indent="0">
              <a:buNone/>
              <a:defRPr sz="945">
                <a:uFillTx/>
              </a:defRPr>
            </a:lvl4pPr>
            <a:lvl5pPr marL="1920240" indent="0">
              <a:buNone/>
              <a:defRPr sz="945">
                <a:uFillTx/>
              </a:defRPr>
            </a:lvl5pPr>
            <a:lvl6pPr marL="2400300" indent="0">
              <a:buNone/>
              <a:defRPr sz="945">
                <a:uFillTx/>
              </a:defRPr>
            </a:lvl6pPr>
            <a:lvl7pPr marL="2880360" indent="0">
              <a:buNone/>
              <a:defRPr sz="945">
                <a:uFillTx/>
              </a:defRPr>
            </a:lvl7pPr>
            <a:lvl8pPr marL="3360420" indent="0">
              <a:buNone/>
              <a:defRPr sz="945">
                <a:uFillTx/>
              </a:defRPr>
            </a:lvl8pPr>
            <a:lvl9pPr marL="3840480" indent="0">
              <a:buNone/>
              <a:defRPr sz="945">
                <a:uFillTx/>
              </a:defRPr>
            </a:lvl9pPr>
          </a:lstStyle>
          <a:p>
            <a:pPr lvl="0"/>
            <a:r>
              <a:rPr kumimoji="1" lang="ja-JP" altLang="en-US">
                <a:uFillTx/>
              </a:rPr>
              <a:t>マスター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D0F4-D3D6-4479-A744-9058A63359A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4CD7-10D1-4075-A9F9-6210DCA8A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スライド番号プレースホルダ 1"/>
          <p:cNvSpPr txBox="1"/>
          <p:nvPr/>
        </p:nvSpPr>
        <p:spPr>
          <a:xfrm>
            <a:off x="7323650" y="12149669"/>
            <a:ext cx="2240280" cy="681567"/>
          </a:xfrm>
          <a:prstGeom prst="rect">
            <a:avLst/>
          </a:prstGeom>
        </p:spPr>
        <p:txBody>
          <a:bodyPr vert="horz" lIns="96012" tIns="48006" rIns="96012" bIns="48006" rtlCol="0" anchor="ctr"/>
          <a:lstStyle/>
          <a:p>
            <a:pPr marL="0" marR="0" lvl="0" indent="0" algn="r" defTabSz="9601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uFillTx/>
              </a:defRPr>
            </a:pPr>
            <a:fld id="{0A4D7C8B-752E-4A68-8D62-22DADB007538}" type="slidenum">
              <a:rPr kumimoji="1" lang="ja-JP" altLang="en-US" sz="1470" b="0" i="0" u="none" strike="noStrike" kern="1200" cap="none" spc="0" normalizeH="0" baseline="0" noProof="0" smtClean="0">
                <a:ln>
                  <a:noFill/>
                </a:ln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‹#›</a:t>
            </a:fld>
            <a:endParaRPr kumimoji="1" lang="ja-JP" altLang="en-US" sz="1470" b="0" i="0" u="none" strike="noStrike" kern="1200" cap="none" spc="0" normalizeH="0" baseline="0" noProof="0" dirty="0">
              <a:ln>
                <a:noFill/>
              </a:ln>
              <a:effectLst/>
              <a:uFillTx/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スライド番号プレースホルダ 1"/>
          <p:cNvSpPr txBox="1"/>
          <p:nvPr/>
        </p:nvSpPr>
        <p:spPr>
          <a:xfrm>
            <a:off x="7323650" y="12149669"/>
            <a:ext cx="2240280" cy="681567"/>
          </a:xfrm>
          <a:prstGeom prst="rect">
            <a:avLst/>
          </a:prstGeom>
        </p:spPr>
        <p:txBody>
          <a:bodyPr vert="horz" lIns="96012" tIns="48006" rIns="96012" bIns="48006" rtlCol="0" anchor="ctr"/>
          <a:lstStyle/>
          <a:p>
            <a:pPr marL="0" marR="0" lvl="0" indent="0" algn="r" defTabSz="9601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uFillTx/>
              </a:defRPr>
            </a:pPr>
            <a:fld id="{0A4D7C8B-752E-4A68-8D62-22DADB007538}" type="slidenum">
              <a:rPr kumimoji="1" lang="ja-JP" altLang="en-US" sz="1470" b="0" i="0" u="none" strike="noStrike" kern="1200" cap="none" spc="0" normalizeH="0" baseline="0" noProof="0" smtClean="0">
                <a:ln>
                  <a:noFill/>
                </a:ln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‹#›</a:t>
            </a:fld>
            <a:endParaRPr kumimoji="1" lang="ja-JP" altLang="en-US" sz="1470" b="0" i="0" u="none" strike="noStrike" kern="1200" cap="none" spc="0" normalizeH="0" baseline="0" noProof="0" dirty="0">
              <a:ln>
                <a:noFill/>
              </a:ln>
              <a:effectLst/>
              <a:uFillTx/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uFillTx/>
              </a:rPr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>
                <a:uFillTx/>
              </a:rPr>
              <a:t>マスター テキストの書式設定</a:t>
            </a:r>
          </a:p>
          <a:p>
            <a:pPr lvl="1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2 </a:t>
            </a:r>
            <a:r>
              <a:rPr kumimoji="1" lang="ja-JP" altLang="en-US">
                <a:uFillTx/>
              </a:rPr>
              <a:t>レベル</a:t>
            </a:r>
          </a:p>
          <a:p>
            <a:pPr lvl="2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3 </a:t>
            </a:r>
            <a:r>
              <a:rPr kumimoji="1" lang="ja-JP" altLang="en-US">
                <a:uFillTx/>
              </a:rPr>
              <a:t>レベル</a:t>
            </a:r>
          </a:p>
          <a:p>
            <a:pPr lvl="3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4 </a:t>
            </a:r>
            <a:r>
              <a:rPr kumimoji="1" lang="ja-JP" altLang="en-US">
                <a:uFillTx/>
              </a:rPr>
              <a:t>レベル</a:t>
            </a:r>
          </a:p>
          <a:p>
            <a:pPr lvl="4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5 </a:t>
            </a:r>
            <a:r>
              <a:rPr kumimoji="1" lang="ja-JP" altLang="en-US">
                <a:uFillTx/>
              </a:rPr>
              <a:t>レベル</a:t>
            </a:r>
            <a:endParaRPr kumimoji="1" lang="ja-JP" altLang="en-US" dirty="0">
              <a:uFillTx/>
            </a:endParaRP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D0F4-D3D6-4479-A744-9058A63359A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メイリオ" panose="020B0604030504040204" pitchFamily="50" charset="-128"/>
              </a:defRPr>
            </a:lvl1pPr>
          </a:lstStyle>
          <a:p>
            <a:fld id="{88E04CD7-10D1-4075-A9F9-6210DCA8A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スライド番号プレースホルダ 1"/>
          <p:cNvSpPr txBox="1"/>
          <p:nvPr/>
        </p:nvSpPr>
        <p:spPr>
          <a:xfrm>
            <a:off x="7323650" y="12149669"/>
            <a:ext cx="2240280" cy="681567"/>
          </a:xfrm>
          <a:prstGeom prst="rect">
            <a:avLst/>
          </a:prstGeom>
        </p:spPr>
        <p:txBody>
          <a:bodyPr vert="horz" lIns="96012" tIns="48006" rIns="96012" bIns="48006" rtlCol="0" anchor="ctr"/>
          <a:lstStyle/>
          <a:p>
            <a:pPr marL="0" marR="0" lvl="0" indent="0" algn="r" defTabSz="9601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uFillTx/>
              </a:defRPr>
            </a:pPr>
            <a:fld id="{0A4D7C8B-752E-4A68-8D62-22DADB007538}" type="slidenum">
              <a:rPr kumimoji="1" lang="ja-JP" altLang="en-US" sz="1470" b="0" i="0" u="none" strike="noStrike" kern="1200" cap="none" spc="0" normalizeH="0" baseline="0" noProof="0" smtClean="0">
                <a:ln>
                  <a:noFill/>
                </a:ln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‹#›</a:t>
            </a:fld>
            <a:endParaRPr kumimoji="1" lang="ja-JP" altLang="en-US" sz="1470" b="0" i="0" u="none" strike="noStrike" kern="1200" cap="none" spc="0" normalizeH="0" baseline="0" noProof="0" dirty="0">
              <a:ln>
                <a:noFill/>
              </a:ln>
              <a:effectLst/>
              <a:uFillTx/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8" name="スライド番号プレースホルダ 1"/>
          <p:cNvSpPr txBox="1"/>
          <p:nvPr/>
        </p:nvSpPr>
        <p:spPr>
          <a:xfrm>
            <a:off x="7323650" y="12149669"/>
            <a:ext cx="2240280" cy="681567"/>
          </a:xfrm>
          <a:prstGeom prst="rect">
            <a:avLst/>
          </a:prstGeom>
        </p:spPr>
        <p:txBody>
          <a:bodyPr vert="horz" lIns="96012" tIns="48006" rIns="96012" bIns="48006" rtlCol="0" anchor="ctr"/>
          <a:lstStyle/>
          <a:p>
            <a:pPr marL="0" marR="0" lvl="0" indent="0" algn="r" defTabSz="9601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uFillTx/>
              </a:defRPr>
            </a:pPr>
            <a:fld id="{0A4D7C8B-752E-4A68-8D62-22DADB007538}" type="slidenum">
              <a:rPr kumimoji="1" lang="ja-JP" altLang="en-US" sz="1470" b="0" i="0" u="none" strike="noStrike" kern="1200" cap="none" spc="0" normalizeH="0" baseline="0" noProof="0" smtClean="0">
                <a:ln>
                  <a:noFill/>
                </a:ln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‹#›</a:t>
            </a:fld>
            <a:endParaRPr kumimoji="1" lang="ja-JP" altLang="en-US" sz="1470" b="0" i="0" u="none" strike="noStrike" kern="1200" cap="none" spc="0" normalizeH="0" baseline="0" noProof="0" dirty="0">
              <a:ln>
                <a:noFill/>
              </a:ln>
              <a:effectLst/>
              <a:uFillTx/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960870" y="512659"/>
            <a:ext cx="2160270" cy="10922847"/>
          </a:xfrm>
        </p:spPr>
        <p:txBody>
          <a:bodyPr vert="eaVert"/>
          <a:lstStyle/>
          <a:p>
            <a:r>
              <a:rPr kumimoji="1" lang="ja-JP" altLang="en-US">
                <a:uFillTx/>
              </a:rPr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80060" y="512659"/>
            <a:ext cx="6320790" cy="10922847"/>
          </a:xfrm>
        </p:spPr>
        <p:txBody>
          <a:bodyPr vert="eaVert"/>
          <a:lstStyle/>
          <a:p>
            <a:pPr lvl="0"/>
            <a:r>
              <a:rPr kumimoji="1" lang="ja-JP" altLang="en-US">
                <a:uFillTx/>
              </a:rPr>
              <a:t>マスター テキストの書式設定</a:t>
            </a:r>
          </a:p>
          <a:p>
            <a:pPr lvl="1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2 </a:t>
            </a:r>
            <a:r>
              <a:rPr kumimoji="1" lang="ja-JP" altLang="en-US">
                <a:uFillTx/>
              </a:rPr>
              <a:t>レベル</a:t>
            </a:r>
          </a:p>
          <a:p>
            <a:pPr lvl="2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3 </a:t>
            </a:r>
            <a:r>
              <a:rPr kumimoji="1" lang="ja-JP" altLang="en-US">
                <a:uFillTx/>
              </a:rPr>
              <a:t>レベル</a:t>
            </a:r>
          </a:p>
          <a:p>
            <a:pPr lvl="3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4 </a:t>
            </a:r>
            <a:r>
              <a:rPr kumimoji="1" lang="ja-JP" altLang="en-US">
                <a:uFillTx/>
              </a:rPr>
              <a:t>レベル</a:t>
            </a:r>
          </a:p>
          <a:p>
            <a:pPr lvl="4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5 </a:t>
            </a:r>
            <a:r>
              <a:rPr kumimoji="1" lang="ja-JP" altLang="en-US">
                <a:uFillTx/>
              </a:rPr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D0F4-D3D6-4479-A744-9058A63359A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4CD7-10D1-4075-A9F9-6210DCA8A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スライド番号プレースホルダ 1"/>
          <p:cNvSpPr txBox="1"/>
          <p:nvPr/>
        </p:nvSpPr>
        <p:spPr>
          <a:xfrm>
            <a:off x="7323650" y="12149669"/>
            <a:ext cx="2240280" cy="681567"/>
          </a:xfrm>
          <a:prstGeom prst="rect">
            <a:avLst/>
          </a:prstGeom>
        </p:spPr>
        <p:txBody>
          <a:bodyPr vert="horz" lIns="96012" tIns="48006" rIns="96012" bIns="48006" rtlCol="0" anchor="ctr"/>
          <a:lstStyle/>
          <a:p>
            <a:pPr marL="0" marR="0" lvl="0" indent="0" algn="r" defTabSz="9601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uFillTx/>
              </a:defRPr>
            </a:pPr>
            <a:fld id="{0A4D7C8B-752E-4A68-8D62-22DADB007538}" type="slidenum">
              <a:rPr kumimoji="1" lang="ja-JP" altLang="en-US" sz="1470" b="0" i="0" u="none" strike="noStrike" kern="1200" cap="none" spc="0" normalizeH="0" baseline="0" noProof="0" smtClean="0">
                <a:ln>
                  <a:noFill/>
                </a:ln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‹#›</a:t>
            </a:fld>
            <a:endParaRPr kumimoji="1" lang="ja-JP" altLang="en-US" sz="1470" b="0" i="0" u="none" strike="noStrike" kern="1200" cap="none" spc="0" normalizeH="0" baseline="0" noProof="0" dirty="0">
              <a:ln>
                <a:noFill/>
              </a:ln>
              <a:effectLst/>
              <a:uFillTx/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8" name="スライド番号プレースホルダ 1"/>
          <p:cNvSpPr txBox="1"/>
          <p:nvPr/>
        </p:nvSpPr>
        <p:spPr>
          <a:xfrm>
            <a:off x="7323650" y="12149669"/>
            <a:ext cx="2240280" cy="681567"/>
          </a:xfrm>
          <a:prstGeom prst="rect">
            <a:avLst/>
          </a:prstGeom>
        </p:spPr>
        <p:txBody>
          <a:bodyPr vert="horz" lIns="96012" tIns="48006" rIns="96012" bIns="48006" rtlCol="0" anchor="ctr"/>
          <a:lstStyle/>
          <a:p>
            <a:pPr marL="0" marR="0" lvl="0" indent="0" algn="r" defTabSz="9601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uFillTx/>
              </a:defRPr>
            </a:pPr>
            <a:fld id="{0A4D7C8B-752E-4A68-8D62-22DADB007538}" type="slidenum">
              <a:rPr kumimoji="1" lang="ja-JP" altLang="en-US" sz="1470" b="0" i="0" u="none" strike="noStrike" kern="1200" cap="none" spc="0" normalizeH="0" baseline="0" noProof="0" smtClean="0">
                <a:ln>
                  <a:noFill/>
                </a:ln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‹#›</a:t>
            </a:fld>
            <a:endParaRPr kumimoji="1" lang="ja-JP" altLang="en-US" sz="1470" b="0" i="0" u="none" strike="noStrike" kern="1200" cap="none" spc="0" normalizeH="0" baseline="0" noProof="0" dirty="0">
              <a:ln>
                <a:noFill/>
              </a:ln>
              <a:effectLst/>
              <a:uFillTx/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10134" y="266658"/>
            <a:ext cx="8641080" cy="1087509"/>
          </a:xfrm>
          <a:prstGeom prst="rect">
            <a:avLst/>
          </a:prstGeom>
        </p:spPr>
        <p:txBody>
          <a:bodyPr/>
          <a:lstStyle>
            <a:lvl1pPr algn="l">
              <a:defRPr>
                <a:uFillTx/>
              </a:defRPr>
            </a:lvl1pPr>
          </a:lstStyle>
          <a:p>
            <a:r>
              <a:rPr lang="ja-JP" altLang="en-US">
                <a:uFillTx/>
              </a:rPr>
              <a:t>マスター タイトルの書式設定</a:t>
            </a:r>
            <a:endParaRPr lang="ja-JP" altLang="en-US" dirty="0">
              <a:uFillTx/>
            </a:endParaRPr>
          </a:p>
        </p:txBody>
      </p:sp>
      <p:sp>
        <p:nvSpPr>
          <p:cNvPr id="5" name="直線コネクタ 13"/>
          <p:cNvSpPr>
            <a:spLocks noChangeShapeType="1"/>
          </p:cNvSpPr>
          <p:nvPr/>
        </p:nvSpPr>
        <p:spPr bwMode="auto">
          <a:xfrm>
            <a:off x="148321" y="1259332"/>
            <a:ext cx="9224486" cy="0"/>
          </a:xfrm>
          <a:prstGeom prst="line">
            <a:avLst/>
          </a:prstGeom>
          <a:noFill/>
          <a:ln w="12700" cap="sq">
            <a:solidFill>
              <a:schemeClr val="tx1"/>
            </a:solidFill>
            <a:bevel/>
          </a:ln>
        </p:spPr>
        <p:txBody>
          <a:bodyPr/>
          <a:lstStyle/>
          <a:p>
            <a:endParaRPr lang="ja-JP" altLang="en-US" sz="2645">
              <a:uFillTx/>
            </a:endParaRPr>
          </a:p>
        </p:txBody>
      </p:sp>
      <p:sp>
        <p:nvSpPr>
          <p:cNvPr id="6" name="スライド番号プレースホルダ 21"/>
          <p:cNvSpPr txBox="1"/>
          <p:nvPr/>
        </p:nvSpPr>
        <p:spPr bwMode="auto">
          <a:xfrm>
            <a:off x="7319249" y="12120035"/>
            <a:ext cx="2240280" cy="68156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r"/>
            <a:fld id="{142D207C-8CDE-4337-AE95-AB99F8E46A13}" type="slidenum">
              <a:rPr lang="ja-JP" altLang="en-US" sz="2645">
                <a:uFillTx/>
              </a:rPr>
              <a:t>‹#›</a:t>
            </a:fld>
            <a:endParaRPr lang="ja-JP" altLang="en-US" sz="2645" dirty="0">
              <a:uFillTx/>
            </a:endParaRPr>
          </a:p>
        </p:txBody>
      </p:sp>
      <p:sp>
        <p:nvSpPr>
          <p:cNvPr id="8" name="直線コネクタ 13"/>
          <p:cNvSpPr>
            <a:spLocks noChangeShapeType="1"/>
          </p:cNvSpPr>
          <p:nvPr/>
        </p:nvSpPr>
        <p:spPr bwMode="auto">
          <a:xfrm>
            <a:off x="148321" y="1259332"/>
            <a:ext cx="9224486" cy="0"/>
          </a:xfrm>
          <a:prstGeom prst="line">
            <a:avLst/>
          </a:prstGeom>
          <a:noFill/>
          <a:ln w="12700" cap="sq">
            <a:solidFill>
              <a:schemeClr val="tx1"/>
            </a:solidFill>
            <a:bevel/>
          </a:ln>
        </p:spPr>
        <p:txBody>
          <a:bodyPr/>
          <a:lstStyle/>
          <a:p>
            <a:endParaRPr lang="ja-JP" altLang="en-US" sz="2645">
              <a:uFillTx/>
            </a:endParaRPr>
          </a:p>
        </p:txBody>
      </p:sp>
      <p:sp>
        <p:nvSpPr>
          <p:cNvPr id="9" name="スライド番号プレースホルダ 21"/>
          <p:cNvSpPr txBox="1"/>
          <p:nvPr/>
        </p:nvSpPr>
        <p:spPr bwMode="auto">
          <a:xfrm>
            <a:off x="7319249" y="12120035"/>
            <a:ext cx="2240280" cy="68156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r"/>
            <a:fld id="{142D207C-8CDE-4337-AE95-AB99F8E46A13}" type="slidenum">
              <a:rPr lang="ja-JP" altLang="en-US" sz="2645">
                <a:uFillTx/>
              </a:rPr>
              <a:t>‹#›</a:t>
            </a:fld>
            <a:endParaRPr lang="ja-JP" altLang="en-US" sz="2645" dirty="0">
              <a:uFillTx/>
            </a:endParaRPr>
          </a:p>
        </p:txBody>
      </p:sp>
      <p:pic>
        <p:nvPicPr>
          <p:cNvPr id="4" name="Picture 71" descr="\\172.30.97.141\d$\ProjectData\80_個人WORK\shingo.ichikawa\FLIGHT-Logo.gif">
            <a:extLst>
              <a:ext uri="{FF2B5EF4-FFF2-40B4-BE49-F238E27FC236}">
                <a16:creationId xmlns:a16="http://schemas.microsoft.com/office/drawing/2014/main" id="{26060F95-8EA8-0E92-7BE5-6543DC80C2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27581" y="12120035"/>
            <a:ext cx="706438" cy="568325"/>
          </a:xfrm>
          <a:prstGeom prst="rect">
            <a:avLst/>
          </a:prstGeom>
          <a:noFill/>
          <a:ln w="9525">
            <a:noFill/>
            <a:bevel/>
          </a:ln>
        </p:spPr>
      </p:pic>
      <p:pic>
        <p:nvPicPr>
          <p:cNvPr id="7" name="Google Shape;40;p75" descr="アイコン&#10;&#10;自動的に生成された説明">
            <a:extLst>
              <a:ext uri="{FF2B5EF4-FFF2-40B4-BE49-F238E27FC236}">
                <a16:creationId xmlns:a16="http://schemas.microsoft.com/office/drawing/2014/main" id="{AB46ED79-2F62-EF94-A9DE-F763CFF399C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48321" y="564276"/>
            <a:ext cx="720000" cy="492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 2"/>
          <p:cNvGraphicFramePr>
            <a:graphicFrameLocks noGrp="1"/>
          </p:cNvGraphicFramePr>
          <p:nvPr/>
        </p:nvGraphicFramePr>
        <p:xfrm>
          <a:off x="408112" y="1443899"/>
          <a:ext cx="9011093" cy="10676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7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7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72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72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72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72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1820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ユーザー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BtoB</a:t>
                      </a:r>
                      <a:r>
                        <a:rPr kumimoji="1"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サイト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zh-TW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DTC</a:t>
                      </a:r>
                      <a:r>
                        <a:rPr kumimoji="1" lang="zh-TW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販売部</a:t>
                      </a:r>
                      <a:endParaRPr kumimoji="1" lang="en-US" altLang="zh-TW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/>
                      <a:r>
                        <a:rPr kumimoji="1" lang="en-US" altLang="zh-TW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EC</a:t>
                      </a:r>
                      <a:r>
                        <a:rPr kumimoji="1" lang="zh-TW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販売課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販売部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倉庫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外部システム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553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フロントサイト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管理サイト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50762"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2" name="表 85"/>
          <p:cNvGraphicFramePr>
            <a:graphicFrameLocks noGrp="1"/>
          </p:cNvGraphicFramePr>
          <p:nvPr/>
        </p:nvGraphicFramePr>
        <p:xfrm>
          <a:off x="412067" y="208112"/>
          <a:ext cx="9011096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8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4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76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53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10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90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36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65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262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endParaRPr kumimoji="1" lang="ja-JP" altLang="en-US" sz="800" b="1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プロセス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主管部署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endParaRPr kumimoji="1" lang="ja-JP" altLang="en-US" sz="800" dirty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作成者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作成日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目的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9">
                  <a:txBody>
                    <a:bodyPr/>
                    <a:lstStyle/>
                    <a:p>
                      <a:endParaRPr kumimoji="1" lang="en-US" altLang="ja-JP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対象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範囲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5">
                  <a:txBody>
                    <a:bodyPr/>
                    <a:lstStyle/>
                    <a:p>
                      <a:endParaRPr kumimoji="1" lang="ja-JP" altLang="en-US" sz="800" dirty="0">
                        <a:solidFill>
                          <a:schemeClr val="bg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備考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9">
                  <a:txBody>
                    <a:bodyPr/>
                    <a:lstStyle/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480060" y="12268200"/>
            <a:ext cx="2240280" cy="278556"/>
          </a:xfrm>
        </p:spPr>
        <p:txBody>
          <a:bodyPr/>
          <a:lstStyle/>
          <a:p>
            <a:fld id="{ADD0D0F4-D3D6-4479-A744-9058A63359A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45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3280410" y="12268200"/>
            <a:ext cx="3040380" cy="278556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47" name="スライド番号プレースホルダ 21"/>
          <p:cNvSpPr txBox="1"/>
          <p:nvPr/>
        </p:nvSpPr>
        <p:spPr bwMode="auto">
          <a:xfrm>
            <a:off x="7319249" y="12120035"/>
            <a:ext cx="2240280" cy="68156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r"/>
            <a:fld id="{142D207C-8CDE-4337-AE95-AB99F8E46A13}" type="slidenum">
              <a:rPr lang="ja-JP" altLang="en-US" sz="2645">
                <a:uFillTx/>
              </a:rPr>
              <a:t>‹#›</a:t>
            </a:fld>
            <a:endParaRPr lang="ja-JP" altLang="en-US" sz="2645" dirty="0">
              <a:uFillTx/>
            </a:endParaRPr>
          </a:p>
        </p:txBody>
      </p:sp>
      <p:graphicFrame>
        <p:nvGraphicFramePr>
          <p:cNvPr id="8" name="表 85"/>
          <p:cNvGraphicFramePr>
            <a:graphicFrameLocks noGrp="1"/>
          </p:cNvGraphicFramePr>
          <p:nvPr/>
        </p:nvGraphicFramePr>
        <p:xfrm>
          <a:off x="412067" y="208112"/>
          <a:ext cx="9011096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8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4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76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53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10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90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36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65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262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endParaRPr kumimoji="1" lang="ja-JP" altLang="en-US" sz="800" b="1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プロセス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主管部署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endParaRPr kumimoji="1" lang="ja-JP" altLang="en-US" sz="800" dirty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作成者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作成日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目的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9">
                  <a:txBody>
                    <a:bodyPr/>
                    <a:lstStyle/>
                    <a:p>
                      <a:endParaRPr kumimoji="1" lang="en-US" altLang="ja-JP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対象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範囲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5">
                  <a:txBody>
                    <a:bodyPr/>
                    <a:lstStyle/>
                    <a:p>
                      <a:endParaRPr kumimoji="1" lang="ja-JP" altLang="en-US" sz="800" dirty="0">
                        <a:solidFill>
                          <a:schemeClr val="bg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備考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9">
                  <a:txBody>
                    <a:bodyPr/>
                    <a:lstStyle/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スライド番号プレースホルダ 21"/>
          <p:cNvSpPr txBox="1"/>
          <p:nvPr/>
        </p:nvSpPr>
        <p:spPr bwMode="auto">
          <a:xfrm>
            <a:off x="7319249" y="12120035"/>
            <a:ext cx="2240280" cy="68156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r"/>
            <a:fld id="{142D207C-8CDE-4337-AE95-AB99F8E46A13}" type="slidenum">
              <a:rPr lang="ja-JP" altLang="en-US" sz="2645">
                <a:uFillTx/>
              </a:rPr>
              <a:t>‹#›</a:t>
            </a:fld>
            <a:endParaRPr lang="ja-JP" altLang="en-US" sz="2645" dirty="0">
              <a:uFillTx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表 85"/>
          <p:cNvGraphicFramePr>
            <a:graphicFrameLocks noGrp="1"/>
          </p:cNvGraphicFramePr>
          <p:nvPr/>
        </p:nvGraphicFramePr>
        <p:xfrm>
          <a:off x="412067" y="208112"/>
          <a:ext cx="9011096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8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4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76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53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10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90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36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65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262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endParaRPr kumimoji="1" lang="ja-JP" altLang="en-US" sz="800" b="1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プロセス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主管部署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endParaRPr kumimoji="1" lang="ja-JP" altLang="en-US" sz="800" dirty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作成者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作成日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目的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9">
                  <a:txBody>
                    <a:bodyPr/>
                    <a:lstStyle/>
                    <a:p>
                      <a:endParaRPr kumimoji="1" lang="en-US" altLang="ja-JP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対象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範囲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5">
                  <a:txBody>
                    <a:bodyPr/>
                    <a:lstStyle/>
                    <a:p>
                      <a:endParaRPr kumimoji="1" lang="ja-JP" altLang="en-US" sz="800" dirty="0">
                        <a:solidFill>
                          <a:schemeClr val="bg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備考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9">
                  <a:txBody>
                    <a:bodyPr/>
                    <a:lstStyle/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480060" y="11865189"/>
            <a:ext cx="2240280" cy="681567"/>
          </a:xfrm>
        </p:spPr>
        <p:txBody>
          <a:bodyPr/>
          <a:lstStyle/>
          <a:p>
            <a:fld id="{ADD0D0F4-D3D6-4479-A744-9058A63359A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45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3280410" y="11865189"/>
            <a:ext cx="3040380" cy="681567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47" name="スライド番号プレースホルダ 21"/>
          <p:cNvSpPr txBox="1"/>
          <p:nvPr/>
        </p:nvSpPr>
        <p:spPr bwMode="auto">
          <a:xfrm>
            <a:off x="7319249" y="12120035"/>
            <a:ext cx="2240280" cy="68156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r"/>
            <a:fld id="{142D207C-8CDE-4337-AE95-AB99F8E46A13}" type="slidenum">
              <a:rPr lang="ja-JP" altLang="en-US" sz="2645">
                <a:uFillTx/>
              </a:rPr>
              <a:t>‹#›</a:t>
            </a:fld>
            <a:endParaRPr lang="ja-JP" altLang="en-US" sz="2645" dirty="0">
              <a:uFillTx/>
            </a:endParaRPr>
          </a:p>
        </p:txBody>
      </p:sp>
      <p:graphicFrame>
        <p:nvGraphicFramePr>
          <p:cNvPr id="6" name="表 85"/>
          <p:cNvGraphicFramePr>
            <a:graphicFrameLocks noGrp="1"/>
          </p:cNvGraphicFramePr>
          <p:nvPr/>
        </p:nvGraphicFramePr>
        <p:xfrm>
          <a:off x="412067" y="208112"/>
          <a:ext cx="9011096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8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4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76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53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10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90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36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65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262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endParaRPr kumimoji="1" lang="ja-JP" altLang="en-US" sz="800" b="1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プロセス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主管部署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endParaRPr kumimoji="1" lang="ja-JP" altLang="en-US" sz="800" dirty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作成者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作成日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目的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9">
                  <a:txBody>
                    <a:bodyPr/>
                    <a:lstStyle/>
                    <a:p>
                      <a:endParaRPr kumimoji="1" lang="en-US" altLang="ja-JP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対象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範囲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5">
                  <a:txBody>
                    <a:bodyPr/>
                    <a:lstStyle/>
                    <a:p>
                      <a:endParaRPr kumimoji="1" lang="ja-JP" altLang="en-US" sz="800" dirty="0">
                        <a:solidFill>
                          <a:schemeClr val="bg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備考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9">
                  <a:txBody>
                    <a:bodyPr/>
                    <a:lstStyle/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スライド番号プレースホルダ 21"/>
          <p:cNvSpPr txBox="1"/>
          <p:nvPr/>
        </p:nvSpPr>
        <p:spPr bwMode="auto">
          <a:xfrm>
            <a:off x="7319249" y="12120035"/>
            <a:ext cx="2240280" cy="68156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r"/>
            <a:fld id="{142D207C-8CDE-4337-AE95-AB99F8E46A13}" type="slidenum">
              <a:rPr lang="ja-JP" altLang="en-US" sz="2645">
                <a:uFillTx/>
              </a:rPr>
              <a:t>‹#›</a:t>
            </a:fld>
            <a:endParaRPr lang="ja-JP" altLang="en-US" sz="2645" dirty="0">
              <a:uFillTx/>
            </a:endParaRPr>
          </a:p>
        </p:txBody>
      </p:sp>
      <p:sp>
        <p:nvSpPr>
          <p:cNvPr id="2" name="正方形/長方形 1"/>
          <p:cNvSpPr/>
          <p:nvPr/>
        </p:nvSpPr>
        <p:spPr>
          <a:xfrm>
            <a:off x="412067" y="1504256"/>
            <a:ext cx="9011096" cy="1051316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dirty="0">
              <a:solidFill>
                <a:schemeClr val="tx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ユーザ登録マスタ-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表 85"/>
          <p:cNvGraphicFramePr>
            <a:graphicFrameLocks noGrp="1"/>
          </p:cNvGraphicFramePr>
          <p:nvPr/>
        </p:nvGraphicFramePr>
        <p:xfrm>
          <a:off x="412067" y="208112"/>
          <a:ext cx="9011096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8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4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76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53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10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90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36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65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262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 gridSpan="10">
                  <a:txBody>
                    <a:bodyPr/>
                    <a:lstStyle/>
                    <a:p>
                      <a:endParaRPr kumimoji="1" lang="ja-JP" altLang="en-US" sz="800" b="1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プロセス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主管部署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endParaRPr kumimoji="1" lang="ja-JP" altLang="en-US" sz="800" dirty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作成者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作成日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目的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9">
                  <a:txBody>
                    <a:bodyPr/>
                    <a:lstStyle/>
                    <a:p>
                      <a:endParaRPr kumimoji="1" lang="en-US" altLang="ja-JP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対象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範囲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5">
                  <a:txBody>
                    <a:bodyPr/>
                    <a:lstStyle/>
                    <a:p>
                      <a:endParaRPr kumimoji="1" lang="ja-JP" altLang="en-US" sz="800" dirty="0">
                        <a:solidFill>
                          <a:schemeClr val="bg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備考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9">
                  <a:txBody>
                    <a:bodyPr/>
                    <a:lstStyle/>
                    <a:p>
                      <a:endParaRPr kumimoji="1" lang="ja-JP" altLang="en-US" sz="8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480060" y="11865189"/>
            <a:ext cx="2240280" cy="681567"/>
          </a:xfrm>
        </p:spPr>
        <p:txBody>
          <a:bodyPr/>
          <a:lstStyle/>
          <a:p>
            <a:fld id="{ADD0D0F4-D3D6-4479-A744-9058A63359A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45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3280410" y="11865189"/>
            <a:ext cx="3040380" cy="681567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47" name="スライド番号プレースホルダ 21"/>
          <p:cNvSpPr txBox="1"/>
          <p:nvPr/>
        </p:nvSpPr>
        <p:spPr bwMode="auto">
          <a:xfrm>
            <a:off x="7319249" y="12120035"/>
            <a:ext cx="2240280" cy="68156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r"/>
            <a:fld id="{142D207C-8CDE-4337-AE95-AB99F8E46A13}" type="slidenum">
              <a:rPr lang="ja-JP" altLang="en-US" sz="2645">
                <a:uFillTx/>
              </a:rPr>
              <a:t>‹#›</a:t>
            </a:fld>
            <a:endParaRPr lang="ja-JP" altLang="en-US" sz="2645" dirty="0">
              <a:uFillTx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80060" y="512657"/>
            <a:ext cx="8641080" cy="21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>
                <a:uFillTx/>
              </a:rPr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80060" y="2987041"/>
            <a:ext cx="8641080" cy="84484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>
                <a:uFillTx/>
              </a:rPr>
              <a:t>マスタ テキストの書式設定</a:t>
            </a:r>
          </a:p>
          <a:p>
            <a:pPr lvl="1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2 </a:t>
            </a:r>
            <a:r>
              <a:rPr kumimoji="1" lang="ja-JP" altLang="en-US">
                <a:uFillTx/>
              </a:rPr>
              <a:t>レベル</a:t>
            </a:r>
          </a:p>
          <a:p>
            <a:pPr lvl="2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3 </a:t>
            </a:r>
            <a:r>
              <a:rPr kumimoji="1" lang="ja-JP" altLang="en-US">
                <a:uFillTx/>
              </a:rPr>
              <a:t>レベル</a:t>
            </a:r>
          </a:p>
          <a:p>
            <a:pPr lvl="3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4 </a:t>
            </a:r>
            <a:r>
              <a:rPr kumimoji="1" lang="ja-JP" altLang="en-US">
                <a:uFillTx/>
              </a:rPr>
              <a:t>レベル</a:t>
            </a:r>
          </a:p>
          <a:p>
            <a:pPr lvl="4"/>
            <a:r>
              <a:rPr kumimoji="1" lang="ja-JP" altLang="en-US">
                <a:uFillTx/>
              </a:rPr>
              <a:t>第 </a:t>
            </a:r>
            <a:r>
              <a:rPr kumimoji="1" lang="en-US" altLang="ja-JP">
                <a:uFillTx/>
              </a:rPr>
              <a:t>5 </a:t>
            </a:r>
            <a:r>
              <a:rPr kumimoji="1" lang="ja-JP" altLang="en-US">
                <a:uFillTx/>
              </a:rPr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80060" y="11865189"/>
            <a:ext cx="224028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  <a:uFillTx/>
              </a:defRPr>
            </a:lvl1pPr>
          </a:lstStyle>
          <a:p>
            <a:fld id="{ADD0D0F4-D3D6-4479-A744-9058A63359AE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280410" y="11865189"/>
            <a:ext cx="304038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  <a:uFillTx/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880860" y="11865189"/>
            <a:ext cx="224028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  <a:uFillTx/>
                <a:ea typeface="メイリオ" panose="020B0604030504040204" pitchFamily="50" charset="-128"/>
              </a:defRPr>
            </a:lvl1pPr>
          </a:lstStyle>
          <a:p>
            <a:fld id="{88E04CD7-10D1-4075-A9F9-6210DCA8A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Box 6"/>
          <p:cNvSpPr>
            <a:spLocks noChangeArrowheads="1"/>
          </p:cNvSpPr>
          <p:nvPr/>
        </p:nvSpPr>
        <p:spPr bwMode="auto">
          <a:xfrm>
            <a:off x="2779387" y="12294871"/>
            <a:ext cx="4139042" cy="253128"/>
          </a:xfrm>
          <a:prstGeom prst="rect">
            <a:avLst/>
          </a:prstGeom>
          <a:noFill/>
          <a:ln w="9525">
            <a:noFill/>
            <a:bevel/>
          </a:ln>
        </p:spPr>
        <p:txBody>
          <a:bodyPr wrap="none" lIns="94500" tIns="49140" rIns="94500" bIns="4914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1000" b="0" i="0" u="none" strike="noStrike" cap="none" dirty="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rPr>
              <a:t>Copyright ©  2026 FLIGHT SOLUTIONS Inc. All rights reserved</a:t>
            </a:r>
            <a:endParaRPr lang="en-US" altLang="ja-JP" sz="10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ctr" defTabSz="960120" rtl="0" eaLnBrk="1" latinLnBrk="0" hangingPunct="1">
        <a:spcBef>
          <a:spcPct val="0"/>
        </a:spcBef>
        <a:buNone/>
        <a:defRPr kumimoji="1" sz="4620" kern="120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360045" indent="-360045" algn="l" defTabSz="96012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360" kern="120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780415" indent="-300355" algn="l" defTabSz="96012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940" kern="120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100" kern="120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100" kern="120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uFillTx/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uFillTx/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uFillTx/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uFillTx/>
          <a:latin typeface="+mn-lt"/>
          <a:ea typeface="+mn-ea"/>
          <a:cs typeface="+mn-cs"/>
        </a:defRPr>
      </a:lvl9pPr>
    </p:bodyStyle>
    <p:otherStyle>
      <a:defPPr>
        <a:defRPr lang="ja-JP">
          <a:uFillTx/>
        </a:defRPr>
      </a:defPPr>
      <a:lvl1pPr marL="0" algn="l" defTabSz="960120" rtl="0" eaLnBrk="1" latinLnBrk="0" hangingPunct="1">
        <a:defRPr kumimoji="1" sz="1890" kern="120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kumimoji="1" sz="1890" kern="120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kumimoji="1" sz="1890" kern="120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kumimoji="1" sz="1890" kern="120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kumimoji="1" sz="1890" kern="120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kumimoji="1" sz="1890" kern="1200">
          <a:solidFill>
            <a:schemeClr val="tx1"/>
          </a:solidFill>
          <a:uFillTx/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kumimoji="1" sz="1890" kern="1200">
          <a:solidFill>
            <a:schemeClr val="tx1"/>
          </a:solidFill>
          <a:uFillTx/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kumimoji="1" sz="1890" kern="1200">
          <a:solidFill>
            <a:schemeClr val="tx1"/>
          </a:solidFill>
          <a:uFillTx/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kumimoji="1" sz="1890" kern="1200">
          <a:solidFill>
            <a:schemeClr val="tx1"/>
          </a:solidFill>
          <a:uFillTx/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/>
          <p:cNvSpPr/>
          <p:nvPr/>
        </p:nvSpPr>
        <p:spPr>
          <a:xfrm>
            <a:off x="2436779" y="6139190"/>
            <a:ext cx="47276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ご要件まとめ</a:t>
            </a:r>
            <a:endParaRPr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5314A3D-9DDB-88AD-C63E-B58788F82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325" y="95097"/>
            <a:ext cx="1515291" cy="484717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4C1C40C-579E-9F00-4A54-3678F153AD71}"/>
              </a:ext>
            </a:extLst>
          </p:cNvPr>
          <p:cNvSpPr txBox="1"/>
          <p:nvPr/>
        </p:nvSpPr>
        <p:spPr>
          <a:xfrm>
            <a:off x="201583" y="491611"/>
            <a:ext cx="6449939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株式会社イエローハット 御中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544CE98-2BA0-935B-EB6E-5DB2A176F27E}"/>
              </a:ext>
            </a:extLst>
          </p:cNvPr>
          <p:cNvSpPr/>
          <p:nvPr/>
        </p:nvSpPr>
        <p:spPr>
          <a:xfrm>
            <a:off x="2436778" y="10295553"/>
            <a:ext cx="47276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2026/7/27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27DF5FE-717B-989B-00E5-F910009FAF52}"/>
              </a:ext>
            </a:extLst>
          </p:cNvPr>
          <p:cNvSpPr/>
          <p:nvPr/>
        </p:nvSpPr>
        <p:spPr>
          <a:xfrm>
            <a:off x="2436778" y="11160077"/>
            <a:ext cx="47276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株式会社フライトソリューションズ</a:t>
            </a:r>
            <a:endParaRPr lang="en-US" altLang="ja-JP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/>
          <p:cNvSpPr/>
          <p:nvPr/>
        </p:nvSpPr>
        <p:spPr>
          <a:xfrm>
            <a:off x="1014152" y="536412"/>
            <a:ext cx="80663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BtoB</a:t>
            </a:r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受発注システム ご要件一覧</a:t>
            </a:r>
            <a:endParaRPr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3" name="Google Shape;268;p11">
            <a:extLst>
              <a:ext uri="{FF2B5EF4-FFF2-40B4-BE49-F238E27FC236}">
                <a16:creationId xmlns:a16="http://schemas.microsoft.com/office/drawing/2014/main" id="{1B3FDD67-0B8A-F58B-F4B9-60050CC4A5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5517099"/>
              </p:ext>
            </p:extLst>
          </p:nvPr>
        </p:nvGraphicFramePr>
        <p:xfrm>
          <a:off x="171590" y="1427443"/>
          <a:ext cx="9206326" cy="81384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87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1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338">
                  <a:extLst>
                    <a:ext uri="{9D8B030D-6E8A-4147-A177-3AD203B41FA5}">
                      <a16:colId xmlns:a16="http://schemas.microsoft.com/office/drawing/2014/main" val="2424773505"/>
                    </a:ext>
                  </a:extLst>
                </a:gridCol>
                <a:gridCol w="529861">
                  <a:extLst>
                    <a:ext uri="{9D8B030D-6E8A-4147-A177-3AD203B41FA5}">
                      <a16:colId xmlns:a16="http://schemas.microsoft.com/office/drawing/2014/main" val="3131077043"/>
                    </a:ext>
                  </a:extLst>
                </a:gridCol>
                <a:gridCol w="3853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sym typeface="Meiryo"/>
                        </a:rPr>
                        <a:t>No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sym typeface="Meiryo"/>
                        </a:rPr>
                        <a:t>ご要件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必須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標準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sym typeface="Meiryo"/>
                        </a:rPr>
                        <a:t>対応方針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761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基本機能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272435653"/>
                  </a:ext>
                </a:extLst>
              </a:tr>
              <a:tr h="15476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1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取引先ごとに異なる「卸値（掛率・個別単価）」の設定機能(１SKU複数単価)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◎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76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2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リアルタイム在庫・納期（リードタイム）表示機能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※</a:t>
                      </a: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倉庫、店舗在庫、取り寄せ品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※取寄せ品は現状非対応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◎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445561714"/>
                  </a:ext>
                </a:extLst>
              </a:tr>
              <a:tr h="15476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3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適合検索・クイック検索機能</a:t>
                      </a: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型番、商品コード、JANコード検索＋自動車業界特有 車種、型式</a:t>
                      </a: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◎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endParaRPr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endParaRPr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4241614194"/>
                  </a:ext>
                </a:extLst>
              </a:tr>
              <a:tr h="15476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4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関連表示機能</a:t>
                      </a: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工賃、付帯品、セット品、組み合わせ</a:t>
                      </a: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en-US" sz="10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◎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2975975642"/>
                  </a:ext>
                </a:extLst>
              </a:tr>
              <a:tr h="15476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5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出荷日、納品日指定、調整機能</a:t>
                      </a: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カレンダー機能</a:t>
                      </a: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◎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518854458"/>
                  </a:ext>
                </a:extLst>
              </a:tr>
              <a:tr h="15476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6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見積書のPDF自動生成・履歴保存と、見積価格の承認・購入連携機能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◎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ja-JP" altLang="en-US" sz="1000" dirty="0">
                        <a:solidFill>
                          <a:srgbClr val="FF0000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2049835626"/>
                  </a:ext>
                </a:extLst>
              </a:tr>
              <a:tr h="15476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7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既存システム連携機能</a:t>
                      </a: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適合、基幹「マスター」、倉庫管理、店舗POS、予約システム</a:t>
                      </a: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〇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293215712"/>
                  </a:ext>
                </a:extLst>
              </a:tr>
              <a:tr h="154761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タイヤ特有の機能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3759814552"/>
                  </a:ext>
                </a:extLst>
              </a:tr>
              <a:tr h="15476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1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検索機能</a:t>
                      </a: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季節、サイズ、インチUP・DOWN、承認・構造）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◎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727371355"/>
                  </a:ext>
                </a:extLst>
              </a:tr>
              <a:tr h="216368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2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単品、ホイルセット登録機能</a:t>
                      </a: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同一商品で単品とセット品、同一商品でも車種にあわせて可否変動）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◎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3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工賃、付帯サービス、取付店連携機能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◎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4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大口、ロット発注対応機能</a:t>
                      </a: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一覧入力、CSVアップロード</a:t>
                      </a: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◎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365129364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5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配送振分け機能</a:t>
                      </a: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単品は2本１口で配送するのが大半</a:t>
                      </a: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◎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3068797581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6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見積書のPDF自動生成・履歴保存と、見積価格の承認・購入連携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◎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2468411594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7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既存システム連携機能</a:t>
                      </a: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適合、基幹「マスター」、倉庫管理、店舗POS、予約システム</a:t>
                      </a: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〇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804566392"/>
                  </a:ext>
                </a:extLst>
              </a:tr>
              <a:tr h="127000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差別化を図れる機能</a:t>
                      </a:r>
                      <a:r>
                        <a:rPr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</a:t>
                      </a: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※可能性機能含む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429886981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1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作業依頼機能(YH、他グループ店舗への作業、車検依頼「予約システム」、逆に作業店登録し作業受け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en-US" altLang="ja-JP" sz="1000" dirty="0">
                          <a:solidFill>
                            <a:schemeClr val="dk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PHASE 2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34204234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2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メーカー取寄せ商品の対応(取り扱いアイテム数の拡大)在庫、納期回答連携(１SKU複数単価設定要)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en-US" altLang="ja-JP" sz="1000" dirty="0">
                          <a:solidFill>
                            <a:schemeClr val="dk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PHASE 2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3489026701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3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タイヤ保管連携機能(タイヤ保管サービスとの連携、同時申し込み(別途制作必要)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en-US" altLang="ja-JP" sz="1000" dirty="0">
                          <a:solidFill>
                            <a:schemeClr val="dk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PHASE 3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370268899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4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当日配送(引取り)、当日作業予約の機能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en-US" altLang="ja-JP" sz="1000" dirty="0">
                          <a:solidFill>
                            <a:schemeClr val="dk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PHASE 2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395277470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5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適合情報、見積り、提案機能(業務フォロー→商品、作業委託提案)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en-US" altLang="ja-JP" sz="1000" dirty="0">
                          <a:solidFill>
                            <a:schemeClr val="dk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PHASE 2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451418636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6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廃棄、下取り、買取りサービス(システムで査定、回収依頼ができる仕組み) 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en-US" altLang="ja-JP" sz="1000" dirty="0">
                          <a:solidFill>
                            <a:schemeClr val="dk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PHASE 3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783389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0087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/>
          <p:cNvSpPr/>
          <p:nvPr/>
        </p:nvSpPr>
        <p:spPr>
          <a:xfrm>
            <a:off x="1014152" y="536412"/>
            <a:ext cx="80663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BtoB</a:t>
            </a:r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受発注システム ご要件一覧</a:t>
            </a:r>
            <a:endParaRPr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3" name="Google Shape;268;p11">
            <a:extLst>
              <a:ext uri="{FF2B5EF4-FFF2-40B4-BE49-F238E27FC236}">
                <a16:creationId xmlns:a16="http://schemas.microsoft.com/office/drawing/2014/main" id="{1B3FDD67-0B8A-F58B-F4B9-60050CC4A5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2963784"/>
              </p:ext>
            </p:extLst>
          </p:nvPr>
        </p:nvGraphicFramePr>
        <p:xfrm>
          <a:off x="171590" y="1427443"/>
          <a:ext cx="9206326" cy="566945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87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1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338">
                  <a:extLst>
                    <a:ext uri="{9D8B030D-6E8A-4147-A177-3AD203B41FA5}">
                      <a16:colId xmlns:a16="http://schemas.microsoft.com/office/drawing/2014/main" val="2424773505"/>
                    </a:ext>
                  </a:extLst>
                </a:gridCol>
                <a:gridCol w="529861">
                  <a:extLst>
                    <a:ext uri="{9D8B030D-6E8A-4147-A177-3AD203B41FA5}">
                      <a16:colId xmlns:a16="http://schemas.microsoft.com/office/drawing/2014/main" val="3131077043"/>
                    </a:ext>
                  </a:extLst>
                </a:gridCol>
                <a:gridCol w="3853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sym typeface="Meiryo"/>
                        </a:rPr>
                        <a:t>No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sym typeface="Meiryo"/>
                        </a:rPr>
                        <a:t>ご要件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必須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標準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sym typeface="Meiryo"/>
                        </a:rPr>
                        <a:t>対応方針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000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7/22</a:t>
                      </a: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ヒアリング内容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502608880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1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卸売はイエローハット→子会社の株式会社ジョイフル→取引先の商流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2448645976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2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仕入ルート、物流ルートが複雑、原価計算は手計算、属人化、これを改善したい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2428370153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3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店舗も含めたリアルタイム在庫、納期を実現したい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（モノタロウが秀逸）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3281711203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4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タイヤがメイン、検索が複雑、</a:t>
                      </a:r>
                      <a:r>
                        <a:rPr lang="en-US" altLang="ja-JP" sz="1000"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BtoC</a:t>
                      </a: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機能を流用したい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4014001268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5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タイヤ、工賃、その他と組み合わせることが多い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※</a:t>
                      </a: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タイヤ特有の機能</a:t>
                      </a:r>
                      <a:r>
                        <a:rPr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No.3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3850932257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6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予約受注がしたい（例えばスタッドレスタイヤ）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2405197428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7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見積書からの注文がしたい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  <a:tabLst/>
                        <a:defRPr/>
                      </a:pPr>
                      <a:r>
                        <a:rPr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※</a:t>
                      </a: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タイヤ特有の機能</a:t>
                      </a:r>
                      <a:r>
                        <a:rPr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No.6</a:t>
                      </a:r>
                      <a:endParaRPr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4237805223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8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  <a:tabLst/>
                        <a:defRPr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インチアップやインチダウンなど、候補をレコメンドしたい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  <a:tabLst/>
                        <a:defRPr/>
                      </a:pPr>
                      <a:r>
                        <a:rPr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※</a:t>
                      </a: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タイヤ特有の機能</a:t>
                      </a:r>
                      <a:r>
                        <a:rPr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No.1</a:t>
                      </a:r>
                      <a:endParaRPr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4080743091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9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  <a:tabLst/>
                        <a:defRPr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ディーラーからの作業依頼を受けたい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3863126407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10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  <a:tabLst/>
                        <a:defRPr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タイヤ保管サービスはリースやレンタカー会社から依頼を受けたい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2708137689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11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  <a:tabLst/>
                        <a:defRPr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当日配送、引き取り、当日作業予約を実現したい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  <a:tabLst/>
                        <a:defRPr/>
                      </a:pPr>
                      <a:r>
                        <a:rPr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※</a:t>
                      </a: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差別化を図れる機能</a:t>
                      </a:r>
                      <a:r>
                        <a:rPr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No.4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743348127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12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  <a:tabLst/>
                        <a:defRPr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適合情報カタログとしての機能を持たせたい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983895956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13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  <a:tabLst/>
                        <a:defRPr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廃棄、下取り、買取などのサービスを実現したい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  <a:tabLst/>
                        <a:defRPr/>
                      </a:pPr>
                      <a:r>
                        <a:rPr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※</a:t>
                      </a: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子会社の株式会社トレッド・イエローハットと連携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3153190844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14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  <a:tabLst/>
                        <a:defRPr/>
                      </a:pPr>
                      <a:r>
                        <a:rPr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PHASE1</a:t>
                      </a: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はシンプルな構成で良い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  <a:tabLst/>
                        <a:defRPr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予算もあまりかけずに構築したい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4124647262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15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  <a:tabLst/>
                        <a:defRPr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来春にリリース希望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2442862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0789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/>
          <p:cNvSpPr/>
          <p:nvPr/>
        </p:nvSpPr>
        <p:spPr>
          <a:xfrm>
            <a:off x="1014152" y="536412"/>
            <a:ext cx="80663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タイヤ保管システム ご要件一覧</a:t>
            </a:r>
            <a:endParaRPr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3" name="Google Shape;268;p11">
            <a:extLst>
              <a:ext uri="{FF2B5EF4-FFF2-40B4-BE49-F238E27FC236}">
                <a16:creationId xmlns:a16="http://schemas.microsoft.com/office/drawing/2014/main" id="{1B3FDD67-0B8A-F58B-F4B9-60050CC4A5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1698992"/>
              </p:ext>
            </p:extLst>
          </p:nvPr>
        </p:nvGraphicFramePr>
        <p:xfrm>
          <a:off x="171590" y="1427443"/>
          <a:ext cx="9206326" cy="737625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87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1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338">
                  <a:extLst>
                    <a:ext uri="{9D8B030D-6E8A-4147-A177-3AD203B41FA5}">
                      <a16:colId xmlns:a16="http://schemas.microsoft.com/office/drawing/2014/main" val="2424773505"/>
                    </a:ext>
                  </a:extLst>
                </a:gridCol>
                <a:gridCol w="529861">
                  <a:extLst>
                    <a:ext uri="{9D8B030D-6E8A-4147-A177-3AD203B41FA5}">
                      <a16:colId xmlns:a16="http://schemas.microsoft.com/office/drawing/2014/main" val="3131077043"/>
                    </a:ext>
                  </a:extLst>
                </a:gridCol>
                <a:gridCol w="3853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sym typeface="Meiryo"/>
                        </a:rPr>
                        <a:t>No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sym typeface="Meiryo"/>
                        </a:rPr>
                        <a:t>ご要件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必須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標準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sym typeface="Meiryo"/>
                        </a:rPr>
                        <a:t>対応方針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761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主要機能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272435653"/>
                  </a:ext>
                </a:extLst>
              </a:tr>
              <a:tr h="15476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1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預かり登録・デジタル点検機能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情報登録: 預り証No、車台番号、タイヤサイズ、メーカー・銘柄、ホイール種類、製造年週（DOT）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状態診断データ: 残溝数値（mm）、偏摩耗の有無、外観傷の写真データ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  <a:tabLst/>
                        <a:defRPr/>
                      </a:pPr>
                      <a:r>
                        <a:rPr lang="en-US" altLang="ja-JP" sz="1000" dirty="0">
                          <a:solidFill>
                            <a:schemeClr val="dk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PHASE 3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76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2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倉庫ロケーション管理機能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倉庫内の保管棚を3次元アドレス（棚 -列 -段）として管理《４本１SKU管理》 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バーコード/QRスキャンによる入庫スキャン・ピッキング出庫位置の自動指示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  <a:tabLst/>
                        <a:defRPr/>
                      </a:pPr>
                      <a:r>
                        <a:rPr lang="en-US" altLang="ja-JP" sz="1000" dirty="0">
                          <a:solidFill>
                            <a:schemeClr val="dk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PHASE 3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445561714"/>
                  </a:ext>
                </a:extLst>
              </a:tr>
              <a:tr h="15476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3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出庫ステータス追跡機能出庫申請から現場到着までの状態を可視化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（保管中 ➔ ピッキング完了 ➔ 回送トラック輸送中 ➔ 店舗到着済 ➔ 取付完了）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  <a:tabLst/>
                        <a:defRPr/>
                      </a:pPr>
                      <a:r>
                        <a:rPr lang="en-US" altLang="ja-JP" sz="1000" dirty="0">
                          <a:solidFill>
                            <a:schemeClr val="dk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PHASE 3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endParaRPr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endParaRPr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4241614194"/>
                  </a:ext>
                </a:extLst>
              </a:tr>
              <a:tr h="154761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ja-JP" sz="1000"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BtoB</a:t>
                      </a: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システムとの連携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3759814552"/>
                  </a:ext>
                </a:extLst>
              </a:tr>
              <a:tr h="15476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1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「履き替え出庫予約」✕「既存PIT作業予約API」連動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【仕組み】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卸先、店舗が、BtoB画面で「車台番号」を入力して履き替え用タイヤの出庫申請実施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出庫希望日時を入力、システムが倉庫の回送リードタイムを考慮し、作業予約APIへリクエスト送信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店舗ピットの空き枠を同時に引き当て、出庫ピッキング指示とPIT作業枠確保を一元的に完結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  <a:tabLst/>
                        <a:defRPr/>
                      </a:pPr>
                      <a:r>
                        <a:rPr lang="en-US" altLang="ja-JP" sz="1000" dirty="0">
                          <a:solidFill>
                            <a:schemeClr val="dk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PHASE 3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727371355"/>
                  </a:ext>
                </a:extLst>
              </a:tr>
              <a:tr h="216368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2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「残溝限界検知」✕「新品タイヤ松竹梅比較見積」自動連携（クロスセル）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【仕組み】 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タイヤ保管システムへ登録された残溝データが基準値以下、または製造から4年以上経過している場合、 システムが自動で「交換推奨フラグ」を立てる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履き替え出庫申請が実行された際、BtoBシステム側で「新品タイヤの松竹梅比較見積を自動生成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「今回の履き替え時に新品への交換を推奨します」という車主向け提示用見積書を同時発行し、 脱着作業を新品購入へ誘導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  <a:tabLst/>
                        <a:defRPr/>
                      </a:pPr>
                      <a:r>
                        <a:rPr lang="en-US" altLang="ja-JP" sz="1000" dirty="0">
                          <a:solidFill>
                            <a:schemeClr val="dk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PHASE 3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3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帳票・月次請求・決済代行の自動一元化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【仕組み】 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タイヤの「年間/月額保管料」を、BtoB受発注システム側の売上伝票へ自動的に取り込む。 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ja-JP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既存の基幹ERPやFintech決済代行(掛け売り代行)と連動し、部品仕入れ代金と保管料を合わせた 1枚の月次請求書として一括発行・自動消込をおこなう</a:t>
                      </a:r>
                      <a:endParaRPr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eiryo"/>
                        <a:buNone/>
                        <a:tabLst/>
                        <a:defRPr/>
                      </a:pPr>
                      <a:r>
                        <a:rPr lang="en-US" altLang="ja-JP" sz="1000" dirty="0">
                          <a:solidFill>
                            <a:schemeClr val="dk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Meiryo"/>
                          <a:sym typeface="Meiryo"/>
                        </a:rPr>
                        <a:t>PHASE 3</a:t>
                      </a:r>
                      <a:endParaRPr lang="en-US" altLang="ja-JP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Meiryo"/>
                        <a:sym typeface="Meiryo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1205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/>
          <p:cNvSpPr/>
          <p:nvPr/>
        </p:nvSpPr>
        <p:spPr>
          <a:xfrm>
            <a:off x="1014152" y="536412"/>
            <a:ext cx="80663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>
                <a:latin typeface="+mn-ea"/>
              </a:rPr>
              <a:t>タイヤ保管概略業務フロー（</a:t>
            </a:r>
            <a:r>
              <a:rPr lang="en-US" altLang="ja-JP" sz="2800" dirty="0">
                <a:latin typeface="+mn-ea"/>
              </a:rPr>
              <a:t>1/2</a:t>
            </a:r>
            <a:r>
              <a:rPr lang="ja-JP" altLang="en-US" sz="2800" dirty="0">
                <a:latin typeface="+mn-ea"/>
              </a:rPr>
              <a:t>）</a:t>
            </a:r>
            <a:endParaRPr lang="en-US" altLang="ja-JP" sz="2800" dirty="0">
              <a:latin typeface="+mn-ea"/>
            </a:endParaRPr>
          </a:p>
        </p:txBody>
      </p:sp>
      <p:graphicFrame>
        <p:nvGraphicFramePr>
          <p:cNvPr id="56" name="表 55">
            <a:extLst>
              <a:ext uri="{FF2B5EF4-FFF2-40B4-BE49-F238E27FC236}">
                <a16:creationId xmlns:a16="http://schemas.microsoft.com/office/drawing/2014/main" id="{500DDFE9-3823-5AC8-8901-E7E9A75145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5806512"/>
              </p:ext>
            </p:extLst>
          </p:nvPr>
        </p:nvGraphicFramePr>
        <p:xfrm>
          <a:off x="401955" y="1421702"/>
          <a:ext cx="8797290" cy="104548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6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6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3097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ja-JP" altLang="en-US" sz="16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  <a:sym typeface="+mn-ea"/>
                        </a:rPr>
                        <a:t>取引先</a:t>
                      </a:r>
                      <a:endParaRPr lang="en-US" altLang="en-US" sz="1600" b="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ja-JP" altLang="en-US" sz="16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フロント</a:t>
                      </a:r>
                      <a:r>
                        <a:rPr lang="en-US" altLang="ja-JP" sz="1600"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サイト</a:t>
                      </a:r>
                      <a:endParaRPr lang="en-US" altLang="en-US" sz="1600" b="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ja-JP" altLang="en-US" sz="1600" b="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管理サイト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ja-JP" altLang="en-US" sz="1600" b="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サイト管理者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ja-JP" altLang="en-US" sz="1600" b="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基幹システム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ja-JP" altLang="en-US" sz="1600" b="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倉庫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11764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000" b="0" dirty="0">
                        <a:latin typeface="Century" panose="02040604050505020304" charset="0"/>
                        <a:ea typeface="Century" panose="02040604050505020304" charset="0"/>
                        <a:cs typeface="Century" panose="020406040505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 dirty="0">
                          <a:latin typeface="Century" panose="02040604050505020304" charset="0"/>
                          <a:cs typeface="Century" panose="02040604050505020304" charset="0"/>
                        </a:rPr>
                        <a:t> </a:t>
                      </a:r>
                      <a:endParaRPr lang="en-US" altLang="en-US" sz="1000" b="0" dirty="0">
                        <a:latin typeface="Century" panose="02040604050505020304" charset="0"/>
                        <a:ea typeface="Century" panose="02040604050505020304" charset="0"/>
                        <a:cs typeface="Century" panose="020406040505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 dirty="0">
                          <a:latin typeface="Century" panose="02040604050505020304" charset="0"/>
                          <a:cs typeface="Century" panose="02040604050505020304" charset="0"/>
                        </a:rPr>
                        <a:t> </a:t>
                      </a:r>
                      <a:endParaRPr lang="en-US" altLang="en-US" sz="1000" b="0" dirty="0">
                        <a:latin typeface="Century" panose="02040604050505020304" charset="0"/>
                        <a:ea typeface="Century" panose="02040604050505020304" charset="0"/>
                        <a:cs typeface="Century" panose="020406040505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 dirty="0">
                          <a:latin typeface="Century" panose="02040604050505020304" charset="0"/>
                          <a:cs typeface="Century" panose="02040604050505020304" charset="0"/>
                        </a:rPr>
                        <a:t> </a:t>
                      </a:r>
                      <a:endParaRPr lang="en-US" altLang="en-US" sz="1000" b="0" dirty="0">
                        <a:latin typeface="Century" panose="02040604050505020304" charset="0"/>
                        <a:ea typeface="Century" panose="02040604050505020304" charset="0"/>
                        <a:cs typeface="Century" panose="020406040505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000" b="0" dirty="0">
                        <a:latin typeface="Century" panose="02040604050505020304" charset="0"/>
                        <a:ea typeface="Century" panose="02040604050505020304" charset="0"/>
                        <a:cs typeface="Century" panose="020406040505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 dirty="0">
                          <a:latin typeface="Century" panose="02040604050505020304" charset="0"/>
                          <a:cs typeface="Century" panose="02040604050505020304" charset="0"/>
                        </a:rPr>
                        <a:t> </a:t>
                      </a:r>
                      <a:endParaRPr lang="en-US" altLang="en-US" sz="1000" b="0" dirty="0">
                        <a:latin typeface="Century" panose="02040604050505020304" charset="0"/>
                        <a:ea typeface="Century" panose="02040604050505020304" charset="0"/>
                        <a:cs typeface="Century" panose="020406040505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18" name="グループ化 317">
            <a:extLst>
              <a:ext uri="{FF2B5EF4-FFF2-40B4-BE49-F238E27FC236}">
                <a16:creationId xmlns:a16="http://schemas.microsoft.com/office/drawing/2014/main" id="{1AF81CB3-B895-43E0-A5DC-ADEA1BDC9E8E}"/>
              </a:ext>
            </a:extLst>
          </p:cNvPr>
          <p:cNvGrpSpPr/>
          <p:nvPr/>
        </p:nvGrpSpPr>
        <p:grpSpPr>
          <a:xfrm>
            <a:off x="9345485" y="1809363"/>
            <a:ext cx="1101032" cy="2780870"/>
            <a:chOff x="8123927" y="8904311"/>
            <a:chExt cx="1101032" cy="2780870"/>
          </a:xfrm>
        </p:grpSpPr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DC36EE3A-5FD5-1FBF-220F-7590D72543C8}"/>
                </a:ext>
              </a:extLst>
            </p:cNvPr>
            <p:cNvSpPr/>
            <p:nvPr userDrawn="1"/>
          </p:nvSpPr>
          <p:spPr>
            <a:xfrm>
              <a:off x="8123927" y="8904311"/>
              <a:ext cx="939487" cy="278087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1" lang="ja-JP" altLang="en-US" sz="715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凡例</a:t>
              </a:r>
              <a:endParaRPr kumimoji="1" lang="en-US" altLang="ja-JP" sz="715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l"/>
              <a:endParaRPr kumimoji="1" lang="ja-JP" altLang="en-US" sz="715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60" name="角丸四角形 11">
              <a:extLst>
                <a:ext uri="{FF2B5EF4-FFF2-40B4-BE49-F238E27FC236}">
                  <a16:creationId xmlns:a16="http://schemas.microsoft.com/office/drawing/2014/main" id="{CA27CFD0-F6B3-DBCC-804D-3BD5817ED2FE}"/>
                </a:ext>
              </a:extLst>
            </p:cNvPr>
            <p:cNvSpPr/>
            <p:nvPr userDrawn="1"/>
          </p:nvSpPr>
          <p:spPr>
            <a:xfrm>
              <a:off x="8181622" y="9411100"/>
              <a:ext cx="820079" cy="140409"/>
            </a:xfrm>
            <a:prstGeom prst="roundRect">
              <a:avLst/>
            </a:prstGeom>
            <a:solidFill>
              <a:schemeClr val="accent6"/>
            </a:solidFill>
            <a:ln w="9525">
              <a:solidFill>
                <a:sysClr val="windowText" lastClr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ja-JP" sz="645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EC-</a:t>
              </a:r>
              <a:r>
                <a:rPr kumimoji="1" lang="en-US" altLang="ja-JP" sz="645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RIider</a:t>
              </a:r>
              <a:r>
                <a:rPr kumimoji="1" lang="ja-JP" altLang="en-US" sz="645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機能</a:t>
              </a:r>
            </a:p>
          </p:txBody>
        </p:sp>
        <p:sp>
          <p:nvSpPr>
            <p:cNvPr id="62" name="角丸四角形 12">
              <a:extLst>
                <a:ext uri="{FF2B5EF4-FFF2-40B4-BE49-F238E27FC236}">
                  <a16:creationId xmlns:a16="http://schemas.microsoft.com/office/drawing/2014/main" id="{DDDBDA2C-6F51-20D5-7A24-9A102C64C316}"/>
                </a:ext>
              </a:extLst>
            </p:cNvPr>
            <p:cNvSpPr/>
            <p:nvPr userDrawn="1"/>
          </p:nvSpPr>
          <p:spPr>
            <a:xfrm>
              <a:off x="8181622" y="9586729"/>
              <a:ext cx="820079" cy="140409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ysClr val="windowText" lastClr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64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他システム機能</a:t>
              </a:r>
            </a:p>
          </p:txBody>
        </p:sp>
        <p:sp>
          <p:nvSpPr>
            <p:cNvPr id="63" name="角丸四角形 13">
              <a:extLst>
                <a:ext uri="{FF2B5EF4-FFF2-40B4-BE49-F238E27FC236}">
                  <a16:creationId xmlns:a16="http://schemas.microsoft.com/office/drawing/2014/main" id="{A9E8F0E7-442F-0732-C359-6B33DE3D4DE1}"/>
                </a:ext>
              </a:extLst>
            </p:cNvPr>
            <p:cNvSpPr/>
            <p:nvPr userDrawn="1"/>
          </p:nvSpPr>
          <p:spPr>
            <a:xfrm>
              <a:off x="8181621" y="9758417"/>
              <a:ext cx="831769" cy="145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ysClr val="windowText" lastClr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645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データ</a:t>
              </a:r>
            </a:p>
          </p:txBody>
        </p:sp>
        <p:sp>
          <p:nvSpPr>
            <p:cNvPr id="65" name="角丸四角形 14">
              <a:extLst>
                <a:ext uri="{FF2B5EF4-FFF2-40B4-BE49-F238E27FC236}">
                  <a16:creationId xmlns:a16="http://schemas.microsoft.com/office/drawing/2014/main" id="{BD143A6E-12E4-CD27-CDF4-8DF8C91F1B6B}"/>
                </a:ext>
              </a:extLst>
            </p:cNvPr>
            <p:cNvSpPr/>
            <p:nvPr userDrawn="1"/>
          </p:nvSpPr>
          <p:spPr>
            <a:xfrm>
              <a:off x="8181620" y="9930096"/>
              <a:ext cx="832926" cy="134929"/>
            </a:xfrm>
            <a:prstGeom prst="roundRect">
              <a:avLst/>
            </a:prstGeom>
            <a:solidFill>
              <a:sysClr val="window" lastClr="FFFFFF"/>
            </a:solidFill>
            <a:ln w="9525">
              <a:solidFill>
                <a:sysClr val="windowText" lastClr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64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非システム</a:t>
              </a:r>
            </a:p>
          </p:txBody>
        </p:sp>
        <p:cxnSp>
          <p:nvCxnSpPr>
            <p:cNvPr id="67" name="カギ線コネクタ 33">
              <a:extLst>
                <a:ext uri="{FF2B5EF4-FFF2-40B4-BE49-F238E27FC236}">
                  <a16:creationId xmlns:a16="http://schemas.microsoft.com/office/drawing/2014/main" id="{F6FB9C59-9F01-0668-66BC-1384FC719E9C}"/>
                </a:ext>
              </a:extLst>
            </p:cNvPr>
            <p:cNvCxnSpPr/>
            <p:nvPr userDrawn="1"/>
          </p:nvCxnSpPr>
          <p:spPr>
            <a:xfrm flipV="1">
              <a:off x="8185834" y="11254707"/>
              <a:ext cx="260699" cy="3256"/>
            </a:xfrm>
            <a:prstGeom prst="straightConnector1">
              <a:avLst/>
            </a:prstGeom>
            <a:ln w="9525">
              <a:solidFill>
                <a:srgbClr val="000000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テキスト ボックス 18">
              <a:extLst>
                <a:ext uri="{FF2B5EF4-FFF2-40B4-BE49-F238E27FC236}">
                  <a16:creationId xmlns:a16="http://schemas.microsoft.com/office/drawing/2014/main" id="{F04734C6-E9FE-A29B-B8C8-1429F244A65B}"/>
                </a:ext>
              </a:extLst>
            </p:cNvPr>
            <p:cNvSpPr txBox="1"/>
            <p:nvPr userDrawn="1"/>
          </p:nvSpPr>
          <p:spPr>
            <a:xfrm>
              <a:off x="8493157" y="11169096"/>
              <a:ext cx="633437" cy="189651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rtlCol="0" anchor="t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ja-JP" altLang="en-US" sz="570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業務の流れ</a:t>
              </a:r>
            </a:p>
          </p:txBody>
        </p:sp>
        <p:cxnSp>
          <p:nvCxnSpPr>
            <p:cNvPr id="69" name="カギ線コネクタ 33">
              <a:extLst>
                <a:ext uri="{FF2B5EF4-FFF2-40B4-BE49-F238E27FC236}">
                  <a16:creationId xmlns:a16="http://schemas.microsoft.com/office/drawing/2014/main" id="{33098B09-21D4-4711-E6FE-2733303B5AF9}"/>
                </a:ext>
              </a:extLst>
            </p:cNvPr>
            <p:cNvCxnSpPr/>
            <p:nvPr userDrawn="1"/>
          </p:nvCxnSpPr>
          <p:spPr>
            <a:xfrm flipV="1">
              <a:off x="8185834" y="11464432"/>
              <a:ext cx="260699" cy="2300"/>
            </a:xfrm>
            <a:prstGeom prst="straightConnector1">
              <a:avLst/>
            </a:prstGeom>
            <a:ln w="9525">
              <a:solidFill>
                <a:srgbClr val="000000"/>
              </a:solidFill>
              <a:prstDash val="dash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テキスト ボックス 20">
              <a:extLst>
                <a:ext uri="{FF2B5EF4-FFF2-40B4-BE49-F238E27FC236}">
                  <a16:creationId xmlns:a16="http://schemas.microsoft.com/office/drawing/2014/main" id="{470B1B41-CA8F-ADF5-9C10-BFE2C6AFB01B}"/>
                </a:ext>
              </a:extLst>
            </p:cNvPr>
            <p:cNvSpPr txBox="1"/>
            <p:nvPr userDrawn="1"/>
          </p:nvSpPr>
          <p:spPr>
            <a:xfrm>
              <a:off x="8469922" y="11353554"/>
              <a:ext cx="755037" cy="18009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rtlCol="0" anchor="t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ja-JP" altLang="en-US" sz="57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画面・</a:t>
              </a:r>
              <a:endParaRPr kumimoji="1" lang="en-US" altLang="ja-JP" sz="57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r>
                <a:rPr kumimoji="1" lang="ja-JP" altLang="en-US" sz="57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データアクセス</a:t>
              </a:r>
            </a:p>
          </p:txBody>
        </p:sp>
        <p:sp>
          <p:nvSpPr>
            <p:cNvPr id="71" name="円/楕円 21">
              <a:extLst>
                <a:ext uri="{FF2B5EF4-FFF2-40B4-BE49-F238E27FC236}">
                  <a16:creationId xmlns:a16="http://schemas.microsoft.com/office/drawing/2014/main" id="{481FC5DC-7A0C-77BC-98EB-7F717D06E2FB}"/>
                </a:ext>
              </a:extLst>
            </p:cNvPr>
            <p:cNvSpPr/>
            <p:nvPr userDrawn="1"/>
          </p:nvSpPr>
          <p:spPr>
            <a:xfrm>
              <a:off x="8225577" y="9109012"/>
              <a:ext cx="102857" cy="102857"/>
            </a:xfrm>
            <a:prstGeom prst="ellipse">
              <a:avLst/>
            </a:prstGeom>
            <a:solidFill>
              <a:srgbClr val="000000"/>
            </a:solidFill>
            <a:ln w="9525" cmpd="sng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715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72" name="テキスト ボックス 22">
              <a:extLst>
                <a:ext uri="{FF2B5EF4-FFF2-40B4-BE49-F238E27FC236}">
                  <a16:creationId xmlns:a16="http://schemas.microsoft.com/office/drawing/2014/main" id="{4558720F-EDF2-DE67-386D-330C87597558}"/>
                </a:ext>
              </a:extLst>
            </p:cNvPr>
            <p:cNvSpPr txBox="1"/>
            <p:nvPr userDrawn="1"/>
          </p:nvSpPr>
          <p:spPr>
            <a:xfrm>
              <a:off x="8362911" y="9079176"/>
              <a:ext cx="633437" cy="189651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rtlCol="0" anchor="t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ja-JP" altLang="en-US" sz="570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業務開始点</a:t>
              </a:r>
            </a:p>
          </p:txBody>
        </p:sp>
        <p:sp>
          <p:nvSpPr>
            <p:cNvPr id="73" name="ドーナツ 23">
              <a:extLst>
                <a:ext uri="{FF2B5EF4-FFF2-40B4-BE49-F238E27FC236}">
                  <a16:creationId xmlns:a16="http://schemas.microsoft.com/office/drawing/2014/main" id="{19E778F4-8F13-FABE-35A8-C2391DE0067C}"/>
                </a:ext>
              </a:extLst>
            </p:cNvPr>
            <p:cNvSpPr/>
            <p:nvPr userDrawn="1"/>
          </p:nvSpPr>
          <p:spPr>
            <a:xfrm>
              <a:off x="8226381" y="9255025"/>
              <a:ext cx="102857" cy="102857"/>
            </a:xfrm>
            <a:prstGeom prst="donut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715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74" name="テキスト ボックス 24">
              <a:extLst>
                <a:ext uri="{FF2B5EF4-FFF2-40B4-BE49-F238E27FC236}">
                  <a16:creationId xmlns:a16="http://schemas.microsoft.com/office/drawing/2014/main" id="{9EB4C23A-E3D1-6817-7E8F-608E703D16AE}"/>
                </a:ext>
              </a:extLst>
            </p:cNvPr>
            <p:cNvSpPr txBox="1"/>
            <p:nvPr userDrawn="1"/>
          </p:nvSpPr>
          <p:spPr>
            <a:xfrm>
              <a:off x="8362911" y="9222702"/>
              <a:ext cx="633437" cy="182847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rtlCol="0" anchor="t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ja-JP" altLang="en-US" sz="570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業務終了点</a:t>
              </a:r>
            </a:p>
          </p:txBody>
        </p:sp>
        <p:grpSp>
          <p:nvGrpSpPr>
            <p:cNvPr id="76" name="グループ化 75">
              <a:extLst>
                <a:ext uri="{FF2B5EF4-FFF2-40B4-BE49-F238E27FC236}">
                  <a16:creationId xmlns:a16="http://schemas.microsoft.com/office/drawing/2014/main" id="{4019A970-CE32-DE23-8041-EB118F2C8FCA}"/>
                </a:ext>
              </a:extLst>
            </p:cNvPr>
            <p:cNvGrpSpPr/>
            <p:nvPr userDrawn="1"/>
          </p:nvGrpSpPr>
          <p:grpSpPr>
            <a:xfrm>
              <a:off x="8131504" y="10916551"/>
              <a:ext cx="498805" cy="199416"/>
              <a:chOff x="82537" y="5336043"/>
              <a:chExt cx="1207799" cy="459100"/>
            </a:xfrm>
          </p:grpSpPr>
          <p:sp>
            <p:nvSpPr>
              <p:cNvPr id="87" name="フローチャート : 書類 26">
                <a:extLst>
                  <a:ext uri="{FF2B5EF4-FFF2-40B4-BE49-F238E27FC236}">
                    <a16:creationId xmlns:a16="http://schemas.microsoft.com/office/drawing/2014/main" id="{A7033C47-4F57-070E-2994-9BD56F64BA12}"/>
                  </a:ext>
                </a:extLst>
              </p:cNvPr>
              <p:cNvSpPr/>
              <p:nvPr/>
            </p:nvSpPr>
            <p:spPr>
              <a:xfrm>
                <a:off x="273038" y="5383668"/>
                <a:ext cx="762000" cy="400050"/>
              </a:xfrm>
              <a:prstGeom prst="flowChartDocument">
                <a:avLst/>
              </a:prstGeom>
              <a:solidFill>
                <a:sysClr val="window" lastClr="FFFFFF"/>
              </a:solidFill>
              <a:ln w="9525">
                <a:solidFill>
                  <a:sysClr val="windowText" lastClr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 sz="750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sp>
            <p:nvSpPr>
              <p:cNvPr id="89" name="テキスト ボックス 27">
                <a:extLst>
                  <a:ext uri="{FF2B5EF4-FFF2-40B4-BE49-F238E27FC236}">
                    <a16:creationId xmlns:a16="http://schemas.microsoft.com/office/drawing/2014/main" id="{28565441-9AC7-0C73-FB35-07BF6F6720EB}"/>
                  </a:ext>
                </a:extLst>
              </p:cNvPr>
              <p:cNvSpPr txBox="1"/>
              <p:nvPr/>
            </p:nvSpPr>
            <p:spPr>
              <a:xfrm>
                <a:off x="82537" y="5336043"/>
                <a:ext cx="1207799" cy="459100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square" rtlCol="0" anchor="ctr">
                <a:no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1" lang="ja-JP" altLang="en-US" sz="57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ファイル</a:t>
                </a:r>
              </a:p>
            </p:txBody>
          </p:sp>
        </p:grpSp>
        <p:pic>
          <p:nvPicPr>
            <p:cNvPr id="77" name="図 76">
              <a:extLst>
                <a:ext uri="{FF2B5EF4-FFF2-40B4-BE49-F238E27FC236}">
                  <a16:creationId xmlns:a16="http://schemas.microsoft.com/office/drawing/2014/main" id="{BA858A04-1A52-4735-4DC9-182E17CF07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8673091" y="10598344"/>
              <a:ext cx="258536" cy="166631"/>
            </a:xfrm>
            <a:prstGeom prst="rect">
              <a:avLst/>
            </a:prstGeom>
          </p:spPr>
        </p:pic>
        <p:sp>
          <p:nvSpPr>
            <p:cNvPr id="79" name="テキスト ボックス 29">
              <a:extLst>
                <a:ext uri="{FF2B5EF4-FFF2-40B4-BE49-F238E27FC236}">
                  <a16:creationId xmlns:a16="http://schemas.microsoft.com/office/drawing/2014/main" id="{FA1495FD-FBC1-1D58-B7B4-A198D451B9F8}"/>
                </a:ext>
              </a:extLst>
            </p:cNvPr>
            <p:cNvSpPr txBox="1"/>
            <p:nvPr userDrawn="1"/>
          </p:nvSpPr>
          <p:spPr>
            <a:xfrm>
              <a:off x="8617998" y="10760268"/>
              <a:ext cx="383754" cy="189165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rtlCol="0" anchor="t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ja-JP" altLang="en-US" sz="570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  <p:sp>
          <p:nvSpPr>
            <p:cNvPr id="80" name="フローチャート : 磁気ディスク 36">
              <a:extLst>
                <a:ext uri="{FF2B5EF4-FFF2-40B4-BE49-F238E27FC236}">
                  <a16:creationId xmlns:a16="http://schemas.microsoft.com/office/drawing/2014/main" id="{E35A0903-CA22-E19E-E0ED-D00D2FDE64A1}"/>
                </a:ext>
              </a:extLst>
            </p:cNvPr>
            <p:cNvSpPr/>
            <p:nvPr userDrawn="1"/>
          </p:nvSpPr>
          <p:spPr>
            <a:xfrm>
              <a:off x="8189881" y="10611276"/>
              <a:ext cx="335672" cy="219725"/>
            </a:xfrm>
            <a:prstGeom prst="flowChartMagneticDisk">
              <a:avLst/>
            </a:prstGeom>
            <a:solidFill>
              <a:sysClr val="window" lastClr="FFFFFF"/>
            </a:solidFill>
            <a:ln w="9525">
              <a:solidFill>
                <a:sysClr val="windowText" lastClr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570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データ</a:t>
              </a:r>
            </a:p>
          </p:txBody>
        </p:sp>
        <p:sp>
          <p:nvSpPr>
            <p:cNvPr id="82" name="楕円 81">
              <a:extLst>
                <a:ext uri="{FF2B5EF4-FFF2-40B4-BE49-F238E27FC236}">
                  <a16:creationId xmlns:a16="http://schemas.microsoft.com/office/drawing/2014/main" id="{5CADF93A-B7C7-86A7-5273-4837ADC5E073}"/>
                </a:ext>
              </a:extLst>
            </p:cNvPr>
            <p:cNvSpPr/>
            <p:nvPr/>
          </p:nvSpPr>
          <p:spPr>
            <a:xfrm>
              <a:off x="8210179" y="10366036"/>
              <a:ext cx="180000" cy="1800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>
                  <a:solidFill>
                    <a:schemeClr val="bg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rPr>
                <a:t>カ</a:t>
              </a:r>
            </a:p>
          </p:txBody>
        </p:sp>
        <p:sp>
          <p:nvSpPr>
            <p:cNvPr id="83" name="楕円 82">
              <a:extLst>
                <a:ext uri="{FF2B5EF4-FFF2-40B4-BE49-F238E27FC236}">
                  <a16:creationId xmlns:a16="http://schemas.microsoft.com/office/drawing/2014/main" id="{9F338E3A-3619-4FF2-428E-37BC2296B0B6}"/>
                </a:ext>
              </a:extLst>
            </p:cNvPr>
            <p:cNvSpPr/>
            <p:nvPr/>
          </p:nvSpPr>
          <p:spPr>
            <a:xfrm>
              <a:off x="8210179" y="10158388"/>
              <a:ext cx="180000" cy="1800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80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新</a:t>
              </a:r>
              <a:endParaRPr kumimoji="1" lang="ja-JP" altLang="en-US" sz="80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84" name="テキスト ボックス 22">
              <a:extLst>
                <a:ext uri="{FF2B5EF4-FFF2-40B4-BE49-F238E27FC236}">
                  <a16:creationId xmlns:a16="http://schemas.microsoft.com/office/drawing/2014/main" id="{2216E585-9B06-EEB5-7A7E-BFD73CA45483}"/>
                </a:ext>
              </a:extLst>
            </p:cNvPr>
            <p:cNvSpPr txBox="1"/>
            <p:nvPr/>
          </p:nvSpPr>
          <p:spPr>
            <a:xfrm>
              <a:off x="8356372" y="10167053"/>
              <a:ext cx="633437" cy="189651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rtlCol="0" anchor="t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ja-JP" altLang="en-US" sz="570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新規追加機能</a:t>
              </a:r>
            </a:p>
          </p:txBody>
        </p:sp>
        <p:sp>
          <p:nvSpPr>
            <p:cNvPr id="86" name="テキスト ボックス 22">
              <a:extLst>
                <a:ext uri="{FF2B5EF4-FFF2-40B4-BE49-F238E27FC236}">
                  <a16:creationId xmlns:a16="http://schemas.microsoft.com/office/drawing/2014/main" id="{F2738AB9-54FB-C738-31E9-BD9162313459}"/>
                </a:ext>
              </a:extLst>
            </p:cNvPr>
            <p:cNvSpPr txBox="1"/>
            <p:nvPr/>
          </p:nvSpPr>
          <p:spPr>
            <a:xfrm>
              <a:off x="8356371" y="10365403"/>
              <a:ext cx="633437" cy="189651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rtlCol="0" anchor="t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57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カスタマイズ機能</a:t>
              </a:r>
              <a:endParaRPr kumimoji="1" lang="ja-JP" altLang="en-US" sz="57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cxnSp>
        <p:nvCxnSpPr>
          <p:cNvPr id="90" name="直線矢印コネクタ 40">
            <a:extLst>
              <a:ext uri="{FF2B5EF4-FFF2-40B4-BE49-F238E27FC236}">
                <a16:creationId xmlns:a16="http://schemas.microsoft.com/office/drawing/2014/main" id="{90ACA07B-DACD-B139-0D56-AAB7E5B2FD2A}"/>
              </a:ext>
            </a:extLst>
          </p:cNvPr>
          <p:cNvCxnSpPr>
            <a:cxnSpLocks/>
            <a:stCxn id="115" idx="4"/>
            <a:endCxn id="91" idx="1"/>
          </p:cNvCxnSpPr>
          <p:nvPr/>
        </p:nvCxnSpPr>
        <p:spPr>
          <a:xfrm rot="16200000" flipH="1">
            <a:off x="1596802" y="1819556"/>
            <a:ext cx="186314" cy="107963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角丸四角形 11">
            <a:extLst>
              <a:ext uri="{FF2B5EF4-FFF2-40B4-BE49-F238E27FC236}">
                <a16:creationId xmlns:a16="http://schemas.microsoft.com/office/drawing/2014/main" id="{16E66F0C-7F25-BA82-110B-69055AA6F624}"/>
              </a:ext>
            </a:extLst>
          </p:cNvPr>
          <p:cNvSpPr/>
          <p:nvPr/>
        </p:nvSpPr>
        <p:spPr>
          <a:xfrm>
            <a:off x="2229779" y="2362680"/>
            <a:ext cx="819785" cy="179705"/>
          </a:xfrm>
          <a:prstGeom prst="roundRect">
            <a:avLst/>
          </a:prstGeom>
          <a:solidFill>
            <a:schemeClr val="accent6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645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商品一覧</a:t>
            </a:r>
          </a:p>
        </p:txBody>
      </p:sp>
      <p:sp>
        <p:nvSpPr>
          <p:cNvPr id="115" name="円/楕円 21">
            <a:extLst>
              <a:ext uri="{FF2B5EF4-FFF2-40B4-BE49-F238E27FC236}">
                <a16:creationId xmlns:a16="http://schemas.microsoft.com/office/drawing/2014/main" id="{A076FBEB-6B2D-3EFA-851F-88E1456E025A}"/>
              </a:ext>
            </a:extLst>
          </p:cNvPr>
          <p:cNvSpPr/>
          <p:nvPr/>
        </p:nvSpPr>
        <p:spPr>
          <a:xfrm>
            <a:off x="1098711" y="2163362"/>
            <a:ext cx="102857" cy="102857"/>
          </a:xfrm>
          <a:prstGeom prst="ellipse">
            <a:avLst/>
          </a:prstGeom>
          <a:solidFill>
            <a:srgbClr val="000000"/>
          </a:solidFill>
          <a:ln w="952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ja-JP" altLang="en-US" sz="715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6" name="四角形 40">
            <a:extLst>
              <a:ext uri="{FF2B5EF4-FFF2-40B4-BE49-F238E27FC236}">
                <a16:creationId xmlns:a16="http://schemas.microsoft.com/office/drawing/2014/main" id="{A945739A-1B86-2520-53DF-CB5AFB7A5808}"/>
              </a:ext>
            </a:extLst>
          </p:cNvPr>
          <p:cNvSpPr/>
          <p:nvPr/>
        </p:nvSpPr>
        <p:spPr>
          <a:xfrm>
            <a:off x="569939" y="1969455"/>
            <a:ext cx="1160400" cy="25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注文者</a:t>
            </a:r>
            <a:r>
              <a:rPr lang="en-US" altLang="ja-JP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(</a:t>
            </a:r>
            <a:r>
              <a:rPr lang="ja-JP" altLang="en-US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ディーラー</a:t>
            </a:r>
            <a:r>
              <a:rPr lang="en-US" altLang="ja-JP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)</a:t>
            </a:r>
            <a:endParaRPr lang="ja-JP" altLang="en-US" sz="8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+mn-ea"/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95A3D2FD-C894-1F63-F23B-4F6A8417E496}"/>
              </a:ext>
            </a:extLst>
          </p:cNvPr>
          <p:cNvSpPr/>
          <p:nvPr/>
        </p:nvSpPr>
        <p:spPr>
          <a:xfrm>
            <a:off x="2229779" y="2355979"/>
            <a:ext cx="325709" cy="19941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800" dirty="0">
              <a:solidFill>
                <a:schemeClr val="tx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CD65EA06-E0DB-7FFE-84D4-3B898D266E15}"/>
              </a:ext>
            </a:extLst>
          </p:cNvPr>
          <p:cNvSpPr/>
          <p:nvPr/>
        </p:nvSpPr>
        <p:spPr>
          <a:xfrm>
            <a:off x="2726101" y="2352827"/>
            <a:ext cx="325709" cy="19941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800" dirty="0">
              <a:solidFill>
                <a:schemeClr val="tx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5" name="四角形 40">
            <a:extLst>
              <a:ext uri="{FF2B5EF4-FFF2-40B4-BE49-F238E27FC236}">
                <a16:creationId xmlns:a16="http://schemas.microsoft.com/office/drawing/2014/main" id="{1DDF927B-39D4-E2C3-59A0-442ADADE5C75}"/>
              </a:ext>
            </a:extLst>
          </p:cNvPr>
          <p:cNvSpPr/>
          <p:nvPr/>
        </p:nvSpPr>
        <p:spPr>
          <a:xfrm>
            <a:off x="1340544" y="2285930"/>
            <a:ext cx="573592" cy="15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0" lvl="1" algn="ctr"/>
            <a:r>
              <a:rPr lang="ja-JP" altLang="en-US" sz="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インチ選択</a:t>
            </a:r>
          </a:p>
        </p:txBody>
      </p:sp>
      <p:sp>
        <p:nvSpPr>
          <p:cNvPr id="33" name="角丸四角形 11">
            <a:extLst>
              <a:ext uri="{FF2B5EF4-FFF2-40B4-BE49-F238E27FC236}">
                <a16:creationId xmlns:a16="http://schemas.microsoft.com/office/drawing/2014/main" id="{FE50D0A6-164D-AAF8-FA76-9305E045522A}"/>
              </a:ext>
            </a:extLst>
          </p:cNvPr>
          <p:cNvSpPr/>
          <p:nvPr/>
        </p:nvSpPr>
        <p:spPr>
          <a:xfrm>
            <a:off x="2229779" y="2759473"/>
            <a:ext cx="819785" cy="179705"/>
          </a:xfrm>
          <a:prstGeom prst="roundRect">
            <a:avLst/>
          </a:prstGeom>
          <a:solidFill>
            <a:schemeClr val="accent6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645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商品詳細</a:t>
            </a:r>
          </a:p>
        </p:txBody>
      </p:sp>
      <p:cxnSp>
        <p:nvCxnSpPr>
          <p:cNvPr id="34" name="直線矢印コネクタ 40">
            <a:extLst>
              <a:ext uri="{FF2B5EF4-FFF2-40B4-BE49-F238E27FC236}">
                <a16:creationId xmlns:a16="http://schemas.microsoft.com/office/drawing/2014/main" id="{FDB34640-68D2-07FC-7666-8A4F96F4394C}"/>
              </a:ext>
            </a:extLst>
          </p:cNvPr>
          <p:cNvCxnSpPr>
            <a:cxnSpLocks/>
            <a:stCxn id="115" idx="4"/>
            <a:endCxn id="33" idx="1"/>
          </p:cNvCxnSpPr>
          <p:nvPr/>
        </p:nvCxnSpPr>
        <p:spPr>
          <a:xfrm rot="16200000" flipH="1">
            <a:off x="1398406" y="2017952"/>
            <a:ext cx="583107" cy="107963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四角形 40">
            <a:extLst>
              <a:ext uri="{FF2B5EF4-FFF2-40B4-BE49-F238E27FC236}">
                <a16:creationId xmlns:a16="http://schemas.microsoft.com/office/drawing/2014/main" id="{7D74AF6B-0A40-4AA9-351C-05B91A19A353}"/>
              </a:ext>
            </a:extLst>
          </p:cNvPr>
          <p:cNvSpPr/>
          <p:nvPr/>
        </p:nvSpPr>
        <p:spPr>
          <a:xfrm>
            <a:off x="1210661" y="2604929"/>
            <a:ext cx="946929" cy="233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0" lvl="1" algn="ctr"/>
            <a:r>
              <a:rPr lang="ja-JP" altLang="en-US" sz="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情報、オプション入力</a:t>
            </a:r>
            <a:endParaRPr lang="en-US" altLang="ja-JP" sz="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+mn-ea"/>
            </a:endParaRPr>
          </a:p>
          <a:p>
            <a:pPr marL="0" lvl="1" algn="ctr"/>
            <a:r>
              <a:rPr lang="ja-JP" altLang="en-US" sz="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カートイン</a:t>
            </a:r>
          </a:p>
        </p:txBody>
      </p:sp>
      <p:cxnSp>
        <p:nvCxnSpPr>
          <p:cNvPr id="46" name="直線矢印コネクタ 40">
            <a:extLst>
              <a:ext uri="{FF2B5EF4-FFF2-40B4-BE49-F238E27FC236}">
                <a16:creationId xmlns:a16="http://schemas.microsoft.com/office/drawing/2014/main" id="{E38ECD90-83C8-2092-B074-B460389CB9ED}"/>
              </a:ext>
            </a:extLst>
          </p:cNvPr>
          <p:cNvCxnSpPr>
            <a:cxnSpLocks/>
            <a:stCxn id="91" idx="2"/>
            <a:endCxn id="33" idx="0"/>
          </p:cNvCxnSpPr>
          <p:nvPr/>
        </p:nvCxnSpPr>
        <p:spPr>
          <a:xfrm>
            <a:off x="2639672" y="2542385"/>
            <a:ext cx="0" cy="2170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角丸四角形 11">
            <a:extLst>
              <a:ext uri="{FF2B5EF4-FFF2-40B4-BE49-F238E27FC236}">
                <a16:creationId xmlns:a16="http://schemas.microsoft.com/office/drawing/2014/main" id="{3C55A9DE-10D4-4E97-4BBE-04CF90A1204D}"/>
              </a:ext>
            </a:extLst>
          </p:cNvPr>
          <p:cNvSpPr/>
          <p:nvPr/>
        </p:nvSpPr>
        <p:spPr>
          <a:xfrm>
            <a:off x="2229778" y="3142814"/>
            <a:ext cx="819785" cy="179705"/>
          </a:xfrm>
          <a:prstGeom prst="roundRect">
            <a:avLst/>
          </a:prstGeom>
          <a:solidFill>
            <a:schemeClr val="accent6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645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ショッピングカート</a:t>
            </a:r>
          </a:p>
        </p:txBody>
      </p:sp>
      <p:cxnSp>
        <p:nvCxnSpPr>
          <p:cNvPr id="54" name="直線矢印コネクタ 40">
            <a:extLst>
              <a:ext uri="{FF2B5EF4-FFF2-40B4-BE49-F238E27FC236}">
                <a16:creationId xmlns:a16="http://schemas.microsoft.com/office/drawing/2014/main" id="{7235D812-20BA-EC71-BB90-99B54DEB36E9}"/>
              </a:ext>
            </a:extLst>
          </p:cNvPr>
          <p:cNvCxnSpPr>
            <a:cxnSpLocks/>
            <a:stCxn id="33" idx="2"/>
            <a:endCxn id="52" idx="0"/>
          </p:cNvCxnSpPr>
          <p:nvPr/>
        </p:nvCxnSpPr>
        <p:spPr>
          <a:xfrm flipH="1">
            <a:off x="2639671" y="2939178"/>
            <a:ext cx="1" cy="20363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フローチャート : 磁気ディスク 36">
            <a:extLst>
              <a:ext uri="{FF2B5EF4-FFF2-40B4-BE49-F238E27FC236}">
                <a16:creationId xmlns:a16="http://schemas.microsoft.com/office/drawing/2014/main" id="{404BDBB1-F259-8680-D00B-25F7CEBA5375}"/>
              </a:ext>
            </a:extLst>
          </p:cNvPr>
          <p:cNvSpPr/>
          <p:nvPr/>
        </p:nvSpPr>
        <p:spPr>
          <a:xfrm>
            <a:off x="3349159" y="3050771"/>
            <a:ext cx="360014" cy="360005"/>
          </a:xfrm>
          <a:prstGeom prst="flowChartMagneticDisk">
            <a:avLst/>
          </a:prstGeom>
          <a:solidFill>
            <a:sysClr val="window" lastClr="FFFFFF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注文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E5DB3AC3-F88C-DFA9-37EB-37526D46C6FA}"/>
              </a:ext>
            </a:extLst>
          </p:cNvPr>
          <p:cNvSpPr/>
          <p:nvPr/>
        </p:nvSpPr>
        <p:spPr>
          <a:xfrm>
            <a:off x="3282007" y="2979766"/>
            <a:ext cx="483032" cy="146814"/>
          </a:xfrm>
          <a:prstGeom prst="rect">
            <a:avLst/>
          </a:prstGeom>
          <a:solidFill>
            <a:srgbClr val="00206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受注待ち</a:t>
            </a:r>
          </a:p>
        </p:txBody>
      </p:sp>
      <p:cxnSp>
        <p:nvCxnSpPr>
          <p:cNvPr id="81" name="直線矢印コネクタ 40">
            <a:extLst>
              <a:ext uri="{FF2B5EF4-FFF2-40B4-BE49-F238E27FC236}">
                <a16:creationId xmlns:a16="http://schemas.microsoft.com/office/drawing/2014/main" id="{7536A5CE-85C6-1D45-1499-9E966DFC6174}"/>
              </a:ext>
            </a:extLst>
          </p:cNvPr>
          <p:cNvCxnSpPr>
            <a:cxnSpLocks/>
            <a:stCxn id="52" idx="3"/>
            <a:endCxn id="61" idx="2"/>
          </p:cNvCxnSpPr>
          <p:nvPr/>
        </p:nvCxnSpPr>
        <p:spPr>
          <a:xfrm flipV="1">
            <a:off x="3049563" y="3230774"/>
            <a:ext cx="299596" cy="189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2" name="グループ化 91">
            <a:extLst>
              <a:ext uri="{FF2B5EF4-FFF2-40B4-BE49-F238E27FC236}">
                <a16:creationId xmlns:a16="http://schemas.microsoft.com/office/drawing/2014/main" id="{3230A00C-4FB9-1443-8217-6508C2E3DFC4}"/>
              </a:ext>
            </a:extLst>
          </p:cNvPr>
          <p:cNvGrpSpPr/>
          <p:nvPr/>
        </p:nvGrpSpPr>
        <p:grpSpPr>
          <a:xfrm>
            <a:off x="877893" y="3362492"/>
            <a:ext cx="545465" cy="513080"/>
            <a:chOff x="1082" y="4838"/>
            <a:chExt cx="859" cy="808"/>
          </a:xfrm>
        </p:grpSpPr>
        <p:grpSp>
          <p:nvGrpSpPr>
            <p:cNvPr id="93" name="グループ化 92">
              <a:extLst>
                <a:ext uri="{FF2B5EF4-FFF2-40B4-BE49-F238E27FC236}">
                  <a16:creationId xmlns:a16="http://schemas.microsoft.com/office/drawing/2014/main" id="{2BD07466-B94C-7877-1996-ED1CBF35F85C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98" name="正方形/長方形 156">
                <a:extLst>
                  <a:ext uri="{FF2B5EF4-FFF2-40B4-BE49-F238E27FC236}">
                    <a16:creationId xmlns:a16="http://schemas.microsoft.com/office/drawing/2014/main" id="{33C1111D-E65C-35D3-11E1-F0883E4F4120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106" name="グラフィックス 157" descr="封筒">
                <a:extLst>
                  <a:ext uri="{FF2B5EF4-FFF2-40B4-BE49-F238E27FC236}">
                    <a16:creationId xmlns:a16="http://schemas.microsoft.com/office/drawing/2014/main" id="{D4141E06-4F46-42DE-C9E7-E9322C92A7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97" name="テキスト ボックス 158">
              <a:extLst>
                <a:ext uri="{FF2B5EF4-FFF2-40B4-BE49-F238E27FC236}">
                  <a16:creationId xmlns:a16="http://schemas.microsoft.com/office/drawing/2014/main" id="{6674BD4A-D78E-1928-BF64-828BC9A136B0}"/>
                </a:ext>
              </a:extLst>
            </p:cNvPr>
            <p:cNvSpPr txBox="1"/>
            <p:nvPr/>
          </p:nvSpPr>
          <p:spPr>
            <a:xfrm>
              <a:off x="1082" y="5210"/>
              <a:ext cx="859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注文受付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grpSp>
        <p:nvGrpSpPr>
          <p:cNvPr id="107" name="グループ化 106">
            <a:extLst>
              <a:ext uri="{FF2B5EF4-FFF2-40B4-BE49-F238E27FC236}">
                <a16:creationId xmlns:a16="http://schemas.microsoft.com/office/drawing/2014/main" id="{9E01857B-2CB5-2F47-E22E-9B7ED530F6A3}"/>
              </a:ext>
            </a:extLst>
          </p:cNvPr>
          <p:cNvGrpSpPr/>
          <p:nvPr/>
        </p:nvGrpSpPr>
        <p:grpSpPr>
          <a:xfrm>
            <a:off x="5610216" y="3362492"/>
            <a:ext cx="545465" cy="513080"/>
            <a:chOff x="1082" y="4838"/>
            <a:chExt cx="859" cy="808"/>
          </a:xfrm>
        </p:grpSpPr>
        <p:grpSp>
          <p:nvGrpSpPr>
            <p:cNvPr id="108" name="グループ化 107">
              <a:extLst>
                <a:ext uri="{FF2B5EF4-FFF2-40B4-BE49-F238E27FC236}">
                  <a16:creationId xmlns:a16="http://schemas.microsoft.com/office/drawing/2014/main" id="{B600D5CD-E2BF-FBDF-150C-057A7EB7C47D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110" name="正方形/長方形 156">
                <a:extLst>
                  <a:ext uri="{FF2B5EF4-FFF2-40B4-BE49-F238E27FC236}">
                    <a16:creationId xmlns:a16="http://schemas.microsoft.com/office/drawing/2014/main" id="{F28A33D1-C7D4-6EE5-B312-9AB6DB831208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112" name="グラフィックス 157" descr="封筒">
                <a:extLst>
                  <a:ext uri="{FF2B5EF4-FFF2-40B4-BE49-F238E27FC236}">
                    <a16:creationId xmlns:a16="http://schemas.microsoft.com/office/drawing/2014/main" id="{4C1FC7EB-2908-67EA-D437-33552A5E80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109" name="テキスト ボックス 158">
              <a:extLst>
                <a:ext uri="{FF2B5EF4-FFF2-40B4-BE49-F238E27FC236}">
                  <a16:creationId xmlns:a16="http://schemas.microsoft.com/office/drawing/2014/main" id="{CF904627-3999-A58C-DE63-64BAB8387E55}"/>
                </a:ext>
              </a:extLst>
            </p:cNvPr>
            <p:cNvSpPr txBox="1"/>
            <p:nvPr/>
          </p:nvSpPr>
          <p:spPr>
            <a:xfrm>
              <a:off x="1082" y="5210"/>
              <a:ext cx="859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注文受付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113" name="直線矢印コネクタ 40">
            <a:extLst>
              <a:ext uri="{FF2B5EF4-FFF2-40B4-BE49-F238E27FC236}">
                <a16:creationId xmlns:a16="http://schemas.microsoft.com/office/drawing/2014/main" id="{DFF4D7CB-BFFB-BB7E-269F-5C4096A48F78}"/>
              </a:ext>
            </a:extLst>
          </p:cNvPr>
          <p:cNvCxnSpPr>
            <a:cxnSpLocks/>
            <a:stCxn id="52" idx="2"/>
            <a:endCxn id="106" idx="3"/>
          </p:cNvCxnSpPr>
          <p:nvPr/>
        </p:nvCxnSpPr>
        <p:spPr>
          <a:xfrm rot="5400000">
            <a:off x="1875003" y="2753399"/>
            <a:ext cx="195548" cy="1333788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直線矢印コネクタ 40">
            <a:extLst>
              <a:ext uri="{FF2B5EF4-FFF2-40B4-BE49-F238E27FC236}">
                <a16:creationId xmlns:a16="http://schemas.microsoft.com/office/drawing/2014/main" id="{7BDEA79E-3454-F13B-3453-766FB53B6103}"/>
              </a:ext>
            </a:extLst>
          </p:cNvPr>
          <p:cNvCxnSpPr>
            <a:cxnSpLocks/>
            <a:stCxn id="52" idx="2"/>
            <a:endCxn id="112" idx="1"/>
          </p:cNvCxnSpPr>
          <p:nvPr/>
        </p:nvCxnSpPr>
        <p:spPr>
          <a:xfrm rot="16200000" flipH="1">
            <a:off x="4085589" y="1876600"/>
            <a:ext cx="195548" cy="3087385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楕円 135">
            <a:extLst>
              <a:ext uri="{FF2B5EF4-FFF2-40B4-BE49-F238E27FC236}">
                <a16:creationId xmlns:a16="http://schemas.microsoft.com/office/drawing/2014/main" id="{BF598A2C-A64F-1A35-DE5D-46D3BE178746}"/>
              </a:ext>
            </a:extLst>
          </p:cNvPr>
          <p:cNvSpPr/>
          <p:nvPr/>
        </p:nvSpPr>
        <p:spPr>
          <a:xfrm>
            <a:off x="2151774" y="2627840"/>
            <a:ext cx="180000" cy="18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カ</a:t>
            </a:r>
          </a:p>
        </p:txBody>
      </p:sp>
      <p:sp>
        <p:nvSpPr>
          <p:cNvPr id="151" name="楕円 150">
            <a:extLst>
              <a:ext uri="{FF2B5EF4-FFF2-40B4-BE49-F238E27FC236}">
                <a16:creationId xmlns:a16="http://schemas.microsoft.com/office/drawing/2014/main" id="{7A1CE99D-F1CD-6FE9-6BD0-83A6256AC4F8}"/>
              </a:ext>
            </a:extLst>
          </p:cNvPr>
          <p:cNvSpPr/>
          <p:nvPr/>
        </p:nvSpPr>
        <p:spPr>
          <a:xfrm>
            <a:off x="2151774" y="3019798"/>
            <a:ext cx="180000" cy="1800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カ</a:t>
            </a:r>
          </a:p>
        </p:txBody>
      </p:sp>
      <p:sp>
        <p:nvSpPr>
          <p:cNvPr id="152" name="円/楕円 21">
            <a:extLst>
              <a:ext uri="{FF2B5EF4-FFF2-40B4-BE49-F238E27FC236}">
                <a16:creationId xmlns:a16="http://schemas.microsoft.com/office/drawing/2014/main" id="{43E4500C-27CD-B181-7BC9-207136E3DF9F}"/>
              </a:ext>
            </a:extLst>
          </p:cNvPr>
          <p:cNvSpPr/>
          <p:nvPr/>
        </p:nvSpPr>
        <p:spPr>
          <a:xfrm>
            <a:off x="5812028" y="3994095"/>
            <a:ext cx="102857" cy="102857"/>
          </a:xfrm>
          <a:prstGeom prst="ellipse">
            <a:avLst/>
          </a:prstGeom>
          <a:solidFill>
            <a:srgbClr val="000000"/>
          </a:solidFill>
          <a:ln w="952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ja-JP" altLang="en-US" sz="715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2" name="四角形 40">
            <a:extLst>
              <a:ext uri="{FF2B5EF4-FFF2-40B4-BE49-F238E27FC236}">
                <a16:creationId xmlns:a16="http://schemas.microsoft.com/office/drawing/2014/main" id="{832836E8-E24C-CC09-4BE6-85EFBDCABDE0}"/>
              </a:ext>
            </a:extLst>
          </p:cNvPr>
          <p:cNvSpPr/>
          <p:nvPr/>
        </p:nvSpPr>
        <p:spPr>
          <a:xfrm>
            <a:off x="5489865" y="3814770"/>
            <a:ext cx="747182" cy="25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受注担当者</a:t>
            </a:r>
          </a:p>
        </p:txBody>
      </p:sp>
      <p:cxnSp>
        <p:nvCxnSpPr>
          <p:cNvPr id="163" name="直線矢印コネクタ 40">
            <a:extLst>
              <a:ext uri="{FF2B5EF4-FFF2-40B4-BE49-F238E27FC236}">
                <a16:creationId xmlns:a16="http://schemas.microsoft.com/office/drawing/2014/main" id="{44AF8496-FDF8-163A-608D-E4CD19849053}"/>
              </a:ext>
            </a:extLst>
          </p:cNvPr>
          <p:cNvCxnSpPr>
            <a:cxnSpLocks/>
            <a:stCxn id="152" idx="4"/>
            <a:endCxn id="165" idx="1"/>
          </p:cNvCxnSpPr>
          <p:nvPr/>
        </p:nvCxnSpPr>
        <p:spPr>
          <a:xfrm rot="16200000" flipH="1">
            <a:off x="6318224" y="3642185"/>
            <a:ext cx="120374" cy="1029908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角丸四角形 11">
            <a:extLst>
              <a:ext uri="{FF2B5EF4-FFF2-40B4-BE49-F238E27FC236}">
                <a16:creationId xmlns:a16="http://schemas.microsoft.com/office/drawing/2014/main" id="{EAEADD31-4BD8-5E97-F7D4-69CF8DF1E081}"/>
              </a:ext>
            </a:extLst>
          </p:cNvPr>
          <p:cNvSpPr/>
          <p:nvPr/>
        </p:nvSpPr>
        <p:spPr>
          <a:xfrm>
            <a:off x="6893365" y="4127326"/>
            <a:ext cx="819785" cy="18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645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受注入力</a:t>
            </a:r>
            <a:endParaRPr kumimoji="1" lang="ja-JP" altLang="en-US" sz="645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4" name="四角形 40">
            <a:extLst>
              <a:ext uri="{FF2B5EF4-FFF2-40B4-BE49-F238E27FC236}">
                <a16:creationId xmlns:a16="http://schemas.microsoft.com/office/drawing/2014/main" id="{39B094D6-8D16-472B-7305-0365A507A028}"/>
              </a:ext>
            </a:extLst>
          </p:cNvPr>
          <p:cNvSpPr/>
          <p:nvPr/>
        </p:nvSpPr>
        <p:spPr>
          <a:xfrm>
            <a:off x="6109194" y="4055177"/>
            <a:ext cx="573592" cy="15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0" lvl="1" algn="ctr"/>
            <a:r>
              <a:rPr lang="ja-JP" altLang="en-US" sz="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起伝</a:t>
            </a:r>
          </a:p>
        </p:txBody>
      </p:sp>
      <p:cxnSp>
        <p:nvCxnSpPr>
          <p:cNvPr id="201" name="直線矢印コネクタ 40">
            <a:extLst>
              <a:ext uri="{FF2B5EF4-FFF2-40B4-BE49-F238E27FC236}">
                <a16:creationId xmlns:a16="http://schemas.microsoft.com/office/drawing/2014/main" id="{28733576-AED0-DB27-CCF5-5F79DDF08302}"/>
              </a:ext>
            </a:extLst>
          </p:cNvPr>
          <p:cNvCxnSpPr>
            <a:cxnSpLocks/>
            <a:stCxn id="152" idx="4"/>
            <a:endCxn id="204" idx="1"/>
          </p:cNvCxnSpPr>
          <p:nvPr/>
        </p:nvCxnSpPr>
        <p:spPr>
          <a:xfrm rot="16200000" flipH="1">
            <a:off x="6854815" y="3105594"/>
            <a:ext cx="332773" cy="2315488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角丸四角形 11">
            <a:extLst>
              <a:ext uri="{FF2B5EF4-FFF2-40B4-BE49-F238E27FC236}">
                <a16:creationId xmlns:a16="http://schemas.microsoft.com/office/drawing/2014/main" id="{2DD24BFC-558D-76E3-B275-056B233A55E7}"/>
              </a:ext>
            </a:extLst>
          </p:cNvPr>
          <p:cNvSpPr/>
          <p:nvPr/>
        </p:nvSpPr>
        <p:spPr>
          <a:xfrm>
            <a:off x="8178945" y="4339725"/>
            <a:ext cx="819785" cy="180000"/>
          </a:xfrm>
          <a:prstGeom prst="roundRect">
            <a:avLst/>
          </a:prstGeom>
          <a:solidFill>
            <a:schemeClr val="bg1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645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入庫日調整</a:t>
            </a:r>
            <a:endParaRPr kumimoji="1" lang="ja-JP" altLang="en-US" sz="645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9" name="円/楕円 21">
            <a:extLst>
              <a:ext uri="{FF2B5EF4-FFF2-40B4-BE49-F238E27FC236}">
                <a16:creationId xmlns:a16="http://schemas.microsoft.com/office/drawing/2014/main" id="{38AB41BB-26AD-1655-3324-4D78D3A5DABE}"/>
              </a:ext>
            </a:extLst>
          </p:cNvPr>
          <p:cNvSpPr/>
          <p:nvPr/>
        </p:nvSpPr>
        <p:spPr>
          <a:xfrm>
            <a:off x="8545250" y="4719928"/>
            <a:ext cx="102857" cy="102857"/>
          </a:xfrm>
          <a:prstGeom prst="ellipse">
            <a:avLst/>
          </a:prstGeom>
          <a:solidFill>
            <a:srgbClr val="000000"/>
          </a:solidFill>
          <a:ln w="952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ja-JP" altLang="en-US" sz="715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0" name="四角形 40">
            <a:extLst>
              <a:ext uri="{FF2B5EF4-FFF2-40B4-BE49-F238E27FC236}">
                <a16:creationId xmlns:a16="http://schemas.microsoft.com/office/drawing/2014/main" id="{5387C60C-BCAF-8192-AAA5-2AA8238E328E}"/>
              </a:ext>
            </a:extLst>
          </p:cNvPr>
          <p:cNvSpPr/>
          <p:nvPr/>
        </p:nvSpPr>
        <p:spPr>
          <a:xfrm>
            <a:off x="8223087" y="4540603"/>
            <a:ext cx="747182" cy="25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倉庫担当者</a:t>
            </a:r>
          </a:p>
        </p:txBody>
      </p:sp>
      <p:sp>
        <p:nvSpPr>
          <p:cNvPr id="215" name="角丸四角形 11">
            <a:extLst>
              <a:ext uri="{FF2B5EF4-FFF2-40B4-BE49-F238E27FC236}">
                <a16:creationId xmlns:a16="http://schemas.microsoft.com/office/drawing/2014/main" id="{FE54FEFD-E83C-2334-761E-8A952AD7424D}"/>
              </a:ext>
            </a:extLst>
          </p:cNvPr>
          <p:cNvSpPr/>
          <p:nvPr/>
        </p:nvSpPr>
        <p:spPr>
          <a:xfrm>
            <a:off x="3895158" y="4882164"/>
            <a:ext cx="819785" cy="179705"/>
          </a:xfrm>
          <a:prstGeom prst="roundRect">
            <a:avLst/>
          </a:prstGeom>
          <a:solidFill>
            <a:schemeClr val="accent6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645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注文管理</a:t>
            </a:r>
          </a:p>
        </p:txBody>
      </p:sp>
      <p:cxnSp>
        <p:nvCxnSpPr>
          <p:cNvPr id="220" name="直線矢印コネクタ 40">
            <a:extLst>
              <a:ext uri="{FF2B5EF4-FFF2-40B4-BE49-F238E27FC236}">
                <a16:creationId xmlns:a16="http://schemas.microsoft.com/office/drawing/2014/main" id="{DDCD810F-2EEC-D9EF-D3A0-31D10579789F}"/>
              </a:ext>
            </a:extLst>
          </p:cNvPr>
          <p:cNvCxnSpPr>
            <a:cxnSpLocks/>
            <a:stCxn id="209" idx="4"/>
            <a:endCxn id="215" idx="3"/>
          </p:cNvCxnSpPr>
          <p:nvPr/>
        </p:nvCxnSpPr>
        <p:spPr>
          <a:xfrm rot="5400000">
            <a:off x="6581195" y="2956533"/>
            <a:ext cx="149232" cy="388173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四角形 40">
            <a:extLst>
              <a:ext uri="{FF2B5EF4-FFF2-40B4-BE49-F238E27FC236}">
                <a16:creationId xmlns:a16="http://schemas.microsoft.com/office/drawing/2014/main" id="{70FB645F-E505-1509-D675-BD66E47EE582}"/>
              </a:ext>
            </a:extLst>
          </p:cNvPr>
          <p:cNvSpPr/>
          <p:nvPr/>
        </p:nvSpPr>
        <p:spPr>
          <a:xfrm>
            <a:off x="7971658" y="4820852"/>
            <a:ext cx="573592" cy="15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0" lvl="1" algn="ctr"/>
            <a:r>
              <a:rPr lang="ja-JP" altLang="en-US" sz="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入庫日回答</a:t>
            </a:r>
          </a:p>
        </p:txBody>
      </p:sp>
      <p:sp>
        <p:nvSpPr>
          <p:cNvPr id="224" name="フローチャート : 磁気ディスク 36">
            <a:extLst>
              <a:ext uri="{FF2B5EF4-FFF2-40B4-BE49-F238E27FC236}">
                <a16:creationId xmlns:a16="http://schemas.microsoft.com/office/drawing/2014/main" id="{BD6B13A5-9517-761B-EAEA-1429209DCC92}"/>
              </a:ext>
            </a:extLst>
          </p:cNvPr>
          <p:cNvSpPr/>
          <p:nvPr/>
        </p:nvSpPr>
        <p:spPr>
          <a:xfrm>
            <a:off x="3212982" y="4794011"/>
            <a:ext cx="360014" cy="360005"/>
          </a:xfrm>
          <a:prstGeom prst="flowChartMagneticDisk">
            <a:avLst/>
          </a:prstGeom>
          <a:solidFill>
            <a:sysClr val="window" lastClr="FFFFFF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注文</a:t>
            </a: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3ABC02EA-D4F7-1B28-1BBA-AD1CE7128387}"/>
              </a:ext>
            </a:extLst>
          </p:cNvPr>
          <p:cNvSpPr/>
          <p:nvPr/>
        </p:nvSpPr>
        <p:spPr>
          <a:xfrm>
            <a:off x="3145830" y="4723006"/>
            <a:ext cx="483032" cy="146814"/>
          </a:xfrm>
          <a:prstGeom prst="rect">
            <a:avLst/>
          </a:prstGeom>
          <a:solidFill>
            <a:srgbClr val="00206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入庫待ち</a:t>
            </a:r>
          </a:p>
        </p:txBody>
      </p:sp>
      <p:cxnSp>
        <p:nvCxnSpPr>
          <p:cNvPr id="226" name="直線矢印コネクタ 40">
            <a:extLst>
              <a:ext uri="{FF2B5EF4-FFF2-40B4-BE49-F238E27FC236}">
                <a16:creationId xmlns:a16="http://schemas.microsoft.com/office/drawing/2014/main" id="{3FA39ACC-068B-F03A-8DCE-B70289583C3E}"/>
              </a:ext>
            </a:extLst>
          </p:cNvPr>
          <p:cNvCxnSpPr>
            <a:cxnSpLocks/>
            <a:stCxn id="215" idx="1"/>
            <a:endCxn id="224" idx="4"/>
          </p:cNvCxnSpPr>
          <p:nvPr/>
        </p:nvCxnSpPr>
        <p:spPr>
          <a:xfrm flipH="1">
            <a:off x="3572996" y="4972017"/>
            <a:ext cx="322162" cy="199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0" name="グループ化 229">
            <a:extLst>
              <a:ext uri="{FF2B5EF4-FFF2-40B4-BE49-F238E27FC236}">
                <a16:creationId xmlns:a16="http://schemas.microsoft.com/office/drawing/2014/main" id="{819D72F4-3A2A-E10A-2074-79CFED82EE21}"/>
              </a:ext>
            </a:extLst>
          </p:cNvPr>
          <p:cNvGrpSpPr/>
          <p:nvPr/>
        </p:nvGrpSpPr>
        <p:grpSpPr>
          <a:xfrm>
            <a:off x="830268" y="5088400"/>
            <a:ext cx="639445" cy="514350"/>
            <a:chOff x="1007" y="4838"/>
            <a:chExt cx="1007" cy="810"/>
          </a:xfrm>
        </p:grpSpPr>
        <p:grpSp>
          <p:nvGrpSpPr>
            <p:cNvPr id="231" name="グループ化 230">
              <a:extLst>
                <a:ext uri="{FF2B5EF4-FFF2-40B4-BE49-F238E27FC236}">
                  <a16:creationId xmlns:a16="http://schemas.microsoft.com/office/drawing/2014/main" id="{740C661B-B012-FA64-8E1B-01780173023D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233" name="正方形/長方形 156">
                <a:extLst>
                  <a:ext uri="{FF2B5EF4-FFF2-40B4-BE49-F238E27FC236}">
                    <a16:creationId xmlns:a16="http://schemas.microsoft.com/office/drawing/2014/main" id="{6C6C8B85-7AE2-A804-5017-67862EEB245F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235" name="グラフィックス 157" descr="封筒">
                <a:extLst>
                  <a:ext uri="{FF2B5EF4-FFF2-40B4-BE49-F238E27FC236}">
                    <a16:creationId xmlns:a16="http://schemas.microsoft.com/office/drawing/2014/main" id="{43645599-1050-D659-88B6-90AC70075D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232" name="テキスト ボックス 158">
              <a:extLst>
                <a:ext uri="{FF2B5EF4-FFF2-40B4-BE49-F238E27FC236}">
                  <a16:creationId xmlns:a16="http://schemas.microsoft.com/office/drawing/2014/main" id="{390C7B98-1C85-6B26-F1FA-8E9D27CA3C18}"/>
                </a:ext>
              </a:extLst>
            </p:cNvPr>
            <p:cNvSpPr txBox="1"/>
            <p:nvPr/>
          </p:nvSpPr>
          <p:spPr>
            <a:xfrm>
              <a:off x="1007" y="5212"/>
              <a:ext cx="1007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入庫日回答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239" name="直線矢印コネクタ 40">
            <a:extLst>
              <a:ext uri="{FF2B5EF4-FFF2-40B4-BE49-F238E27FC236}">
                <a16:creationId xmlns:a16="http://schemas.microsoft.com/office/drawing/2014/main" id="{D8CE83CC-876E-BAEB-754A-611207329AD4}"/>
              </a:ext>
            </a:extLst>
          </p:cNvPr>
          <p:cNvCxnSpPr>
            <a:cxnSpLocks/>
            <a:stCxn id="215" idx="2"/>
            <a:endCxn id="235" idx="3"/>
          </p:cNvCxnSpPr>
          <p:nvPr/>
        </p:nvCxnSpPr>
        <p:spPr>
          <a:xfrm rot="5400000">
            <a:off x="2714414" y="3653338"/>
            <a:ext cx="182106" cy="2999168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3" name="Google Shape;378;p22" descr="屋内, いっぱい, 窓, 部屋 が含まれている画像&#10;&#10;自動的に生成された説明">
            <a:extLst>
              <a:ext uri="{FF2B5EF4-FFF2-40B4-BE49-F238E27FC236}">
                <a16:creationId xmlns:a16="http://schemas.microsoft.com/office/drawing/2014/main" id="{27120CDF-E083-3939-0A5E-CCFEF3B3D73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5826" y="5573344"/>
            <a:ext cx="388328" cy="5177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4" name="直線矢印コネクタ 40">
            <a:extLst>
              <a:ext uri="{FF2B5EF4-FFF2-40B4-BE49-F238E27FC236}">
                <a16:creationId xmlns:a16="http://schemas.microsoft.com/office/drawing/2014/main" id="{1500637A-DAD8-ECA8-1BF7-0F9FA8EDE00B}"/>
              </a:ext>
            </a:extLst>
          </p:cNvPr>
          <p:cNvCxnSpPr>
            <a:cxnSpLocks/>
            <a:stCxn id="243" idx="3"/>
            <a:endCxn id="251" idx="1"/>
          </p:cNvCxnSpPr>
          <p:nvPr/>
        </p:nvCxnSpPr>
        <p:spPr>
          <a:xfrm flipV="1">
            <a:off x="1344154" y="5825332"/>
            <a:ext cx="6834791" cy="689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角丸四角形 11">
            <a:extLst>
              <a:ext uri="{FF2B5EF4-FFF2-40B4-BE49-F238E27FC236}">
                <a16:creationId xmlns:a16="http://schemas.microsoft.com/office/drawing/2014/main" id="{8868DAAE-B9FE-B6F5-7D6A-6687A85671D7}"/>
              </a:ext>
            </a:extLst>
          </p:cNvPr>
          <p:cNvSpPr/>
          <p:nvPr/>
        </p:nvSpPr>
        <p:spPr>
          <a:xfrm>
            <a:off x="8178945" y="5735332"/>
            <a:ext cx="819785" cy="180000"/>
          </a:xfrm>
          <a:prstGeom prst="roundRect">
            <a:avLst/>
          </a:prstGeom>
          <a:solidFill>
            <a:schemeClr val="bg1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645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入庫</a:t>
            </a:r>
            <a:endParaRPr kumimoji="1" lang="ja-JP" altLang="en-US" sz="645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3" name="円/楕円 21">
            <a:extLst>
              <a:ext uri="{FF2B5EF4-FFF2-40B4-BE49-F238E27FC236}">
                <a16:creationId xmlns:a16="http://schemas.microsoft.com/office/drawing/2014/main" id="{FBDA0DF3-62F6-DEF1-B41B-51A3D765380C}"/>
              </a:ext>
            </a:extLst>
          </p:cNvPr>
          <p:cNvSpPr/>
          <p:nvPr/>
        </p:nvSpPr>
        <p:spPr>
          <a:xfrm>
            <a:off x="8545250" y="6118399"/>
            <a:ext cx="102857" cy="102857"/>
          </a:xfrm>
          <a:prstGeom prst="ellipse">
            <a:avLst/>
          </a:prstGeom>
          <a:solidFill>
            <a:srgbClr val="000000"/>
          </a:solidFill>
          <a:ln w="952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ja-JP" altLang="en-US" sz="715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5" name="四角形 40">
            <a:extLst>
              <a:ext uri="{FF2B5EF4-FFF2-40B4-BE49-F238E27FC236}">
                <a16:creationId xmlns:a16="http://schemas.microsoft.com/office/drawing/2014/main" id="{696139CB-F44C-3E37-8B44-BA32D7073735}"/>
              </a:ext>
            </a:extLst>
          </p:cNvPr>
          <p:cNvSpPr/>
          <p:nvPr/>
        </p:nvSpPr>
        <p:spPr>
          <a:xfrm>
            <a:off x="8223087" y="5939074"/>
            <a:ext cx="747182" cy="25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倉庫担当者</a:t>
            </a:r>
          </a:p>
        </p:txBody>
      </p:sp>
      <p:sp>
        <p:nvSpPr>
          <p:cNvPr id="256" name="角丸四角形 11">
            <a:extLst>
              <a:ext uri="{FF2B5EF4-FFF2-40B4-BE49-F238E27FC236}">
                <a16:creationId xmlns:a16="http://schemas.microsoft.com/office/drawing/2014/main" id="{77472A5C-6C8D-CF69-CEE2-5BF55CC5ECAC}"/>
              </a:ext>
            </a:extLst>
          </p:cNvPr>
          <p:cNvSpPr/>
          <p:nvPr/>
        </p:nvSpPr>
        <p:spPr>
          <a:xfrm>
            <a:off x="3895158" y="6256780"/>
            <a:ext cx="819785" cy="179705"/>
          </a:xfrm>
          <a:prstGeom prst="roundRect">
            <a:avLst/>
          </a:prstGeom>
          <a:solidFill>
            <a:schemeClr val="accent6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645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注文管理</a:t>
            </a:r>
          </a:p>
        </p:txBody>
      </p:sp>
      <p:cxnSp>
        <p:nvCxnSpPr>
          <p:cNvPr id="257" name="直線矢印コネクタ 40">
            <a:extLst>
              <a:ext uri="{FF2B5EF4-FFF2-40B4-BE49-F238E27FC236}">
                <a16:creationId xmlns:a16="http://schemas.microsoft.com/office/drawing/2014/main" id="{A20365A2-27E1-C8AE-D009-94536B5DCAC7}"/>
              </a:ext>
            </a:extLst>
          </p:cNvPr>
          <p:cNvCxnSpPr>
            <a:cxnSpLocks/>
            <a:stCxn id="253" idx="4"/>
            <a:endCxn id="256" idx="3"/>
          </p:cNvCxnSpPr>
          <p:nvPr/>
        </p:nvCxnSpPr>
        <p:spPr>
          <a:xfrm rot="5400000">
            <a:off x="6593123" y="4343076"/>
            <a:ext cx="125377" cy="388173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四角形 40">
            <a:extLst>
              <a:ext uri="{FF2B5EF4-FFF2-40B4-BE49-F238E27FC236}">
                <a16:creationId xmlns:a16="http://schemas.microsoft.com/office/drawing/2014/main" id="{8F3F51B5-1B45-BF69-B74F-36FCFC74CDE8}"/>
              </a:ext>
            </a:extLst>
          </p:cNvPr>
          <p:cNvSpPr/>
          <p:nvPr/>
        </p:nvSpPr>
        <p:spPr>
          <a:xfrm>
            <a:off x="7971658" y="6203420"/>
            <a:ext cx="573592" cy="15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0" lvl="1" algn="ctr"/>
            <a:r>
              <a:rPr lang="ja-JP" altLang="en-US" sz="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入庫報告</a:t>
            </a:r>
          </a:p>
        </p:txBody>
      </p:sp>
      <p:sp>
        <p:nvSpPr>
          <p:cNvPr id="260" name="フローチャート : 磁気ディスク 36">
            <a:extLst>
              <a:ext uri="{FF2B5EF4-FFF2-40B4-BE49-F238E27FC236}">
                <a16:creationId xmlns:a16="http://schemas.microsoft.com/office/drawing/2014/main" id="{9D1DFBBC-BDC9-01C9-105A-1B66A76E8454}"/>
              </a:ext>
            </a:extLst>
          </p:cNvPr>
          <p:cNvSpPr/>
          <p:nvPr/>
        </p:nvSpPr>
        <p:spPr>
          <a:xfrm>
            <a:off x="3212982" y="6168627"/>
            <a:ext cx="360014" cy="360005"/>
          </a:xfrm>
          <a:prstGeom prst="flowChartMagneticDisk">
            <a:avLst/>
          </a:prstGeom>
          <a:solidFill>
            <a:sysClr val="window" lastClr="FFFFFF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注文</a:t>
            </a:r>
          </a:p>
        </p:txBody>
      </p:sp>
      <p:sp>
        <p:nvSpPr>
          <p:cNvPr id="265" name="正方形/長方形 264">
            <a:extLst>
              <a:ext uri="{FF2B5EF4-FFF2-40B4-BE49-F238E27FC236}">
                <a16:creationId xmlns:a16="http://schemas.microsoft.com/office/drawing/2014/main" id="{58F90820-7627-1A27-1B13-84FEDD021CA7}"/>
              </a:ext>
            </a:extLst>
          </p:cNvPr>
          <p:cNvSpPr/>
          <p:nvPr/>
        </p:nvSpPr>
        <p:spPr>
          <a:xfrm>
            <a:off x="3145830" y="6097622"/>
            <a:ext cx="483032" cy="146814"/>
          </a:xfrm>
          <a:prstGeom prst="rect">
            <a:avLst/>
          </a:prstGeom>
          <a:solidFill>
            <a:srgbClr val="00206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入庫済み</a:t>
            </a:r>
          </a:p>
        </p:txBody>
      </p:sp>
      <p:cxnSp>
        <p:nvCxnSpPr>
          <p:cNvPr id="266" name="直線矢印コネクタ 40">
            <a:extLst>
              <a:ext uri="{FF2B5EF4-FFF2-40B4-BE49-F238E27FC236}">
                <a16:creationId xmlns:a16="http://schemas.microsoft.com/office/drawing/2014/main" id="{2C95F46C-0F57-83E8-09AF-C72C4E72B567}"/>
              </a:ext>
            </a:extLst>
          </p:cNvPr>
          <p:cNvCxnSpPr>
            <a:cxnSpLocks/>
            <a:stCxn id="256" idx="1"/>
            <a:endCxn id="260" idx="4"/>
          </p:cNvCxnSpPr>
          <p:nvPr/>
        </p:nvCxnSpPr>
        <p:spPr>
          <a:xfrm flipH="1">
            <a:off x="3572996" y="6346633"/>
            <a:ext cx="322162" cy="199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7" name="グループ化 266">
            <a:extLst>
              <a:ext uri="{FF2B5EF4-FFF2-40B4-BE49-F238E27FC236}">
                <a16:creationId xmlns:a16="http://schemas.microsoft.com/office/drawing/2014/main" id="{FDA16619-2D89-27D7-6C40-4E05D3E20C37}"/>
              </a:ext>
            </a:extLst>
          </p:cNvPr>
          <p:cNvGrpSpPr/>
          <p:nvPr/>
        </p:nvGrpSpPr>
        <p:grpSpPr>
          <a:xfrm>
            <a:off x="830268" y="6977583"/>
            <a:ext cx="639445" cy="514350"/>
            <a:chOff x="1007" y="4838"/>
            <a:chExt cx="1007" cy="810"/>
          </a:xfrm>
        </p:grpSpPr>
        <p:grpSp>
          <p:nvGrpSpPr>
            <p:cNvPr id="269" name="グループ化 268">
              <a:extLst>
                <a:ext uri="{FF2B5EF4-FFF2-40B4-BE49-F238E27FC236}">
                  <a16:creationId xmlns:a16="http://schemas.microsoft.com/office/drawing/2014/main" id="{90BB13A9-308B-B7F2-DC19-C46AE64856BD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273" name="正方形/長方形 156">
                <a:extLst>
                  <a:ext uri="{FF2B5EF4-FFF2-40B4-BE49-F238E27FC236}">
                    <a16:creationId xmlns:a16="http://schemas.microsoft.com/office/drawing/2014/main" id="{40638B3C-B29B-B61E-E730-0A93B84FF51D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274" name="グラフィックス 157" descr="封筒">
                <a:extLst>
                  <a:ext uri="{FF2B5EF4-FFF2-40B4-BE49-F238E27FC236}">
                    <a16:creationId xmlns:a16="http://schemas.microsoft.com/office/drawing/2014/main" id="{5AEE4876-C880-08F8-83AA-017CD1EAD0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270" name="テキスト ボックス 158">
              <a:extLst>
                <a:ext uri="{FF2B5EF4-FFF2-40B4-BE49-F238E27FC236}">
                  <a16:creationId xmlns:a16="http://schemas.microsoft.com/office/drawing/2014/main" id="{D761083E-3510-75BB-393F-8538DFF9156D}"/>
                </a:ext>
              </a:extLst>
            </p:cNvPr>
            <p:cNvSpPr txBox="1"/>
            <p:nvPr/>
          </p:nvSpPr>
          <p:spPr>
            <a:xfrm>
              <a:off x="1007" y="5212"/>
              <a:ext cx="1007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入庫報告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278" name="直線矢印コネクタ 40">
            <a:extLst>
              <a:ext uri="{FF2B5EF4-FFF2-40B4-BE49-F238E27FC236}">
                <a16:creationId xmlns:a16="http://schemas.microsoft.com/office/drawing/2014/main" id="{558EDAE5-DD44-E557-2DB2-BBE95DD7F7A2}"/>
              </a:ext>
            </a:extLst>
          </p:cNvPr>
          <p:cNvCxnSpPr>
            <a:cxnSpLocks/>
            <a:stCxn id="256" idx="2"/>
            <a:endCxn id="274" idx="3"/>
          </p:cNvCxnSpPr>
          <p:nvPr/>
        </p:nvCxnSpPr>
        <p:spPr>
          <a:xfrm rot="5400000">
            <a:off x="2457131" y="5285237"/>
            <a:ext cx="696673" cy="2999168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1" name="フローチャート : 磁気ディスク 36">
            <a:extLst>
              <a:ext uri="{FF2B5EF4-FFF2-40B4-BE49-F238E27FC236}">
                <a16:creationId xmlns:a16="http://schemas.microsoft.com/office/drawing/2014/main" id="{DA1EFEF9-2F70-572F-B9F1-B78F5829C258}"/>
              </a:ext>
            </a:extLst>
          </p:cNvPr>
          <p:cNvSpPr/>
          <p:nvPr/>
        </p:nvSpPr>
        <p:spPr>
          <a:xfrm>
            <a:off x="3212982" y="6680928"/>
            <a:ext cx="360014" cy="360005"/>
          </a:xfrm>
          <a:prstGeom prst="flowChartMagneticDisk">
            <a:avLst/>
          </a:prstGeom>
          <a:solidFill>
            <a:sysClr val="window" lastClr="FFFFFF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注文</a:t>
            </a: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170D7C29-8094-2C7C-251C-0A707F01C8AE}"/>
              </a:ext>
            </a:extLst>
          </p:cNvPr>
          <p:cNvSpPr/>
          <p:nvPr/>
        </p:nvSpPr>
        <p:spPr>
          <a:xfrm>
            <a:off x="3145830" y="6609923"/>
            <a:ext cx="483032" cy="146814"/>
          </a:xfrm>
          <a:prstGeom prst="rect">
            <a:avLst/>
          </a:prstGeom>
          <a:solidFill>
            <a:srgbClr val="00206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出庫待ち</a:t>
            </a:r>
          </a:p>
        </p:txBody>
      </p:sp>
      <p:cxnSp>
        <p:nvCxnSpPr>
          <p:cNvPr id="283" name="直線矢印コネクタ 40">
            <a:extLst>
              <a:ext uri="{FF2B5EF4-FFF2-40B4-BE49-F238E27FC236}">
                <a16:creationId xmlns:a16="http://schemas.microsoft.com/office/drawing/2014/main" id="{366F72BD-DF1F-E6C9-F706-2492C3015A2B}"/>
              </a:ext>
            </a:extLst>
          </p:cNvPr>
          <p:cNvCxnSpPr>
            <a:cxnSpLocks/>
            <a:stCxn id="256" idx="1"/>
            <a:endCxn id="281" idx="4"/>
          </p:cNvCxnSpPr>
          <p:nvPr/>
        </p:nvCxnSpPr>
        <p:spPr>
          <a:xfrm rot="10800000" flipV="1">
            <a:off x="3572996" y="6346633"/>
            <a:ext cx="322162" cy="51429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楕円 286">
            <a:extLst>
              <a:ext uri="{FF2B5EF4-FFF2-40B4-BE49-F238E27FC236}">
                <a16:creationId xmlns:a16="http://schemas.microsoft.com/office/drawing/2014/main" id="{9C2C869D-1AF7-6FEA-038D-3235CAC1EC62}"/>
              </a:ext>
            </a:extLst>
          </p:cNvPr>
          <p:cNvSpPr/>
          <p:nvPr/>
        </p:nvSpPr>
        <p:spPr>
          <a:xfrm>
            <a:off x="3683636" y="3140804"/>
            <a:ext cx="435429" cy="237764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4/4</a:t>
            </a:r>
            <a:endParaRPr kumimoji="1" lang="ja-JP" altLang="en-US" sz="500" b="1" dirty="0">
              <a:solidFill>
                <a:schemeClr val="bg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8" name="楕円 287">
            <a:extLst>
              <a:ext uri="{FF2B5EF4-FFF2-40B4-BE49-F238E27FC236}">
                <a16:creationId xmlns:a16="http://schemas.microsoft.com/office/drawing/2014/main" id="{28AD3EE5-0553-F46C-3269-44A9A12CE46A}"/>
              </a:ext>
            </a:extLst>
          </p:cNvPr>
          <p:cNvSpPr/>
          <p:nvPr/>
        </p:nvSpPr>
        <p:spPr>
          <a:xfrm>
            <a:off x="2815261" y="6779879"/>
            <a:ext cx="435429" cy="237764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3/4</a:t>
            </a:r>
            <a:endParaRPr kumimoji="1" lang="ja-JP" altLang="en-US" sz="500" b="1" dirty="0">
              <a:solidFill>
                <a:schemeClr val="bg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89" name="直線矢印コネクタ 40">
            <a:extLst>
              <a:ext uri="{FF2B5EF4-FFF2-40B4-BE49-F238E27FC236}">
                <a16:creationId xmlns:a16="http://schemas.microsoft.com/office/drawing/2014/main" id="{AAC666F9-769C-9FD9-95CA-468735477F1A}"/>
              </a:ext>
            </a:extLst>
          </p:cNvPr>
          <p:cNvCxnSpPr>
            <a:cxnSpLocks/>
            <a:stCxn id="291" idx="4"/>
            <a:endCxn id="290" idx="1"/>
          </p:cNvCxnSpPr>
          <p:nvPr/>
        </p:nvCxnSpPr>
        <p:spPr>
          <a:xfrm rot="16200000" flipH="1">
            <a:off x="1596802" y="7240191"/>
            <a:ext cx="186314" cy="107963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0" name="角丸四角形 11">
            <a:extLst>
              <a:ext uri="{FF2B5EF4-FFF2-40B4-BE49-F238E27FC236}">
                <a16:creationId xmlns:a16="http://schemas.microsoft.com/office/drawing/2014/main" id="{F94B884A-FC37-5FE2-95C0-0F7CB6C257F3}"/>
              </a:ext>
            </a:extLst>
          </p:cNvPr>
          <p:cNvSpPr/>
          <p:nvPr/>
        </p:nvSpPr>
        <p:spPr>
          <a:xfrm>
            <a:off x="2229779" y="7783315"/>
            <a:ext cx="819785" cy="179705"/>
          </a:xfrm>
          <a:prstGeom prst="roundRect">
            <a:avLst/>
          </a:prstGeom>
          <a:solidFill>
            <a:schemeClr val="accent6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645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購入履歴</a:t>
            </a:r>
          </a:p>
        </p:txBody>
      </p:sp>
      <p:sp>
        <p:nvSpPr>
          <p:cNvPr id="291" name="円/楕円 21">
            <a:extLst>
              <a:ext uri="{FF2B5EF4-FFF2-40B4-BE49-F238E27FC236}">
                <a16:creationId xmlns:a16="http://schemas.microsoft.com/office/drawing/2014/main" id="{A0ABD4A8-2384-0ABC-49FF-7DEF8590B000}"/>
              </a:ext>
            </a:extLst>
          </p:cNvPr>
          <p:cNvSpPr/>
          <p:nvPr/>
        </p:nvSpPr>
        <p:spPr>
          <a:xfrm>
            <a:off x="1098711" y="7583997"/>
            <a:ext cx="102857" cy="102857"/>
          </a:xfrm>
          <a:prstGeom prst="ellipse">
            <a:avLst/>
          </a:prstGeom>
          <a:solidFill>
            <a:srgbClr val="000000"/>
          </a:solidFill>
          <a:ln w="952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ja-JP" altLang="en-US" sz="715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3" name="四角形 40">
            <a:extLst>
              <a:ext uri="{FF2B5EF4-FFF2-40B4-BE49-F238E27FC236}">
                <a16:creationId xmlns:a16="http://schemas.microsoft.com/office/drawing/2014/main" id="{B0F354F4-826F-F43B-0449-B0ACED9B02B3}"/>
              </a:ext>
            </a:extLst>
          </p:cNvPr>
          <p:cNvSpPr/>
          <p:nvPr/>
        </p:nvSpPr>
        <p:spPr>
          <a:xfrm>
            <a:off x="569939" y="7390090"/>
            <a:ext cx="1160400" cy="25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注文者</a:t>
            </a:r>
            <a:r>
              <a:rPr lang="en-US" altLang="ja-JP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(</a:t>
            </a:r>
            <a:r>
              <a:rPr lang="ja-JP" altLang="en-US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ディーラー</a:t>
            </a:r>
            <a:r>
              <a:rPr lang="en-US" altLang="ja-JP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)</a:t>
            </a:r>
            <a:endParaRPr lang="ja-JP" altLang="en-US" sz="8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+mn-ea"/>
            </a:endParaRPr>
          </a:p>
        </p:txBody>
      </p:sp>
      <p:sp>
        <p:nvSpPr>
          <p:cNvPr id="294" name="正方形/長方形 293">
            <a:extLst>
              <a:ext uri="{FF2B5EF4-FFF2-40B4-BE49-F238E27FC236}">
                <a16:creationId xmlns:a16="http://schemas.microsoft.com/office/drawing/2014/main" id="{78213ABC-3D32-E328-88D5-E3F3F245D9B0}"/>
              </a:ext>
            </a:extLst>
          </p:cNvPr>
          <p:cNvSpPr/>
          <p:nvPr/>
        </p:nvSpPr>
        <p:spPr>
          <a:xfrm>
            <a:off x="2229779" y="7776614"/>
            <a:ext cx="325709" cy="19941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800" dirty="0">
              <a:solidFill>
                <a:schemeClr val="tx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5" name="正方形/長方形 294">
            <a:extLst>
              <a:ext uri="{FF2B5EF4-FFF2-40B4-BE49-F238E27FC236}">
                <a16:creationId xmlns:a16="http://schemas.microsoft.com/office/drawing/2014/main" id="{3B9FCFE6-3BB9-6826-B1D8-80882E8D970E}"/>
              </a:ext>
            </a:extLst>
          </p:cNvPr>
          <p:cNvSpPr/>
          <p:nvPr/>
        </p:nvSpPr>
        <p:spPr>
          <a:xfrm>
            <a:off x="2726101" y="7773462"/>
            <a:ext cx="325709" cy="19941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800" dirty="0">
              <a:solidFill>
                <a:schemeClr val="tx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6" name="四角形 40">
            <a:extLst>
              <a:ext uri="{FF2B5EF4-FFF2-40B4-BE49-F238E27FC236}">
                <a16:creationId xmlns:a16="http://schemas.microsoft.com/office/drawing/2014/main" id="{4ABAF39A-0BD9-59D5-74E0-E9E9AFC3F5F6}"/>
              </a:ext>
            </a:extLst>
          </p:cNvPr>
          <p:cNvSpPr/>
          <p:nvPr/>
        </p:nvSpPr>
        <p:spPr>
          <a:xfrm>
            <a:off x="1340544" y="7706565"/>
            <a:ext cx="573592" cy="15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0" lvl="1" algn="ctr"/>
            <a:r>
              <a:rPr lang="ja-JP" altLang="en-US" sz="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出庫依頼</a:t>
            </a:r>
          </a:p>
        </p:txBody>
      </p:sp>
      <p:sp>
        <p:nvSpPr>
          <p:cNvPr id="298" name="フローチャート : 磁気ディスク 36">
            <a:extLst>
              <a:ext uri="{FF2B5EF4-FFF2-40B4-BE49-F238E27FC236}">
                <a16:creationId xmlns:a16="http://schemas.microsoft.com/office/drawing/2014/main" id="{43AB9B8F-E671-DA24-7729-61418F745229}"/>
              </a:ext>
            </a:extLst>
          </p:cNvPr>
          <p:cNvSpPr/>
          <p:nvPr/>
        </p:nvSpPr>
        <p:spPr>
          <a:xfrm>
            <a:off x="3349159" y="7689147"/>
            <a:ext cx="360014" cy="360005"/>
          </a:xfrm>
          <a:prstGeom prst="flowChartMagneticDisk">
            <a:avLst/>
          </a:prstGeom>
          <a:solidFill>
            <a:sysClr val="window" lastClr="FFFFFF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注文</a:t>
            </a:r>
          </a:p>
        </p:txBody>
      </p:sp>
      <p:sp>
        <p:nvSpPr>
          <p:cNvPr id="300" name="正方形/長方形 299">
            <a:extLst>
              <a:ext uri="{FF2B5EF4-FFF2-40B4-BE49-F238E27FC236}">
                <a16:creationId xmlns:a16="http://schemas.microsoft.com/office/drawing/2014/main" id="{2F661BF0-2649-0754-2DB5-D13FF2FD6BEC}"/>
              </a:ext>
            </a:extLst>
          </p:cNvPr>
          <p:cNvSpPr/>
          <p:nvPr/>
        </p:nvSpPr>
        <p:spPr>
          <a:xfrm>
            <a:off x="3282007" y="7618142"/>
            <a:ext cx="483032" cy="146814"/>
          </a:xfrm>
          <a:prstGeom prst="rect">
            <a:avLst/>
          </a:prstGeom>
          <a:solidFill>
            <a:srgbClr val="00206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出庫依頼</a:t>
            </a:r>
          </a:p>
        </p:txBody>
      </p:sp>
      <p:cxnSp>
        <p:nvCxnSpPr>
          <p:cNvPr id="301" name="直線矢印コネクタ 40">
            <a:extLst>
              <a:ext uri="{FF2B5EF4-FFF2-40B4-BE49-F238E27FC236}">
                <a16:creationId xmlns:a16="http://schemas.microsoft.com/office/drawing/2014/main" id="{D1ADD0A4-8FC9-88B0-284D-41018B993F23}"/>
              </a:ext>
            </a:extLst>
          </p:cNvPr>
          <p:cNvCxnSpPr>
            <a:cxnSpLocks/>
            <a:stCxn id="290" idx="3"/>
            <a:endCxn id="298" idx="2"/>
          </p:cNvCxnSpPr>
          <p:nvPr/>
        </p:nvCxnSpPr>
        <p:spPr>
          <a:xfrm flipV="1">
            <a:off x="3049564" y="7869150"/>
            <a:ext cx="299595" cy="401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5" name="グループ化 304">
            <a:extLst>
              <a:ext uri="{FF2B5EF4-FFF2-40B4-BE49-F238E27FC236}">
                <a16:creationId xmlns:a16="http://schemas.microsoft.com/office/drawing/2014/main" id="{CD0989D1-934E-7BDF-89F6-DCDD1A3416E1}"/>
              </a:ext>
            </a:extLst>
          </p:cNvPr>
          <p:cNvGrpSpPr/>
          <p:nvPr/>
        </p:nvGrpSpPr>
        <p:grpSpPr>
          <a:xfrm>
            <a:off x="877894" y="8002903"/>
            <a:ext cx="545465" cy="513080"/>
            <a:chOff x="1082" y="4838"/>
            <a:chExt cx="859" cy="808"/>
          </a:xfrm>
        </p:grpSpPr>
        <p:grpSp>
          <p:nvGrpSpPr>
            <p:cNvPr id="306" name="グループ化 305">
              <a:extLst>
                <a:ext uri="{FF2B5EF4-FFF2-40B4-BE49-F238E27FC236}">
                  <a16:creationId xmlns:a16="http://schemas.microsoft.com/office/drawing/2014/main" id="{6CC1B328-4C16-C957-464A-E202EB2B2209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308" name="正方形/長方形 156">
                <a:extLst>
                  <a:ext uri="{FF2B5EF4-FFF2-40B4-BE49-F238E27FC236}">
                    <a16:creationId xmlns:a16="http://schemas.microsoft.com/office/drawing/2014/main" id="{8A7C9836-E5F4-928D-0031-1E63213700B9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309" name="グラフィックス 157" descr="封筒">
                <a:extLst>
                  <a:ext uri="{FF2B5EF4-FFF2-40B4-BE49-F238E27FC236}">
                    <a16:creationId xmlns:a16="http://schemas.microsoft.com/office/drawing/2014/main" id="{967CC1C9-80E1-FBEA-7EB7-80DF7B9FFC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307" name="テキスト ボックス 158">
              <a:extLst>
                <a:ext uri="{FF2B5EF4-FFF2-40B4-BE49-F238E27FC236}">
                  <a16:creationId xmlns:a16="http://schemas.microsoft.com/office/drawing/2014/main" id="{369C6386-63B9-4BEC-AD03-0D26945CB1A1}"/>
                </a:ext>
              </a:extLst>
            </p:cNvPr>
            <p:cNvSpPr txBox="1"/>
            <p:nvPr/>
          </p:nvSpPr>
          <p:spPr>
            <a:xfrm>
              <a:off x="1082" y="5210"/>
              <a:ext cx="859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出庫受付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grpSp>
        <p:nvGrpSpPr>
          <p:cNvPr id="313" name="グループ化 312">
            <a:extLst>
              <a:ext uri="{FF2B5EF4-FFF2-40B4-BE49-F238E27FC236}">
                <a16:creationId xmlns:a16="http://schemas.microsoft.com/office/drawing/2014/main" id="{32CFAF72-CAF8-CAD2-639F-B985E1730127}"/>
              </a:ext>
            </a:extLst>
          </p:cNvPr>
          <p:cNvGrpSpPr/>
          <p:nvPr/>
        </p:nvGrpSpPr>
        <p:grpSpPr>
          <a:xfrm>
            <a:off x="5610217" y="8001041"/>
            <a:ext cx="545465" cy="513080"/>
            <a:chOff x="1082" y="4838"/>
            <a:chExt cx="859" cy="808"/>
          </a:xfrm>
        </p:grpSpPr>
        <p:grpSp>
          <p:nvGrpSpPr>
            <p:cNvPr id="317" name="グループ化 316">
              <a:extLst>
                <a:ext uri="{FF2B5EF4-FFF2-40B4-BE49-F238E27FC236}">
                  <a16:creationId xmlns:a16="http://schemas.microsoft.com/office/drawing/2014/main" id="{9013F856-EBA0-3892-D222-D1EA6419A98B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321" name="正方形/長方形 156">
                <a:extLst>
                  <a:ext uri="{FF2B5EF4-FFF2-40B4-BE49-F238E27FC236}">
                    <a16:creationId xmlns:a16="http://schemas.microsoft.com/office/drawing/2014/main" id="{C9C8D771-4157-BB97-678F-79B56FE76E18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322" name="グラフィックス 157" descr="封筒">
                <a:extLst>
                  <a:ext uri="{FF2B5EF4-FFF2-40B4-BE49-F238E27FC236}">
                    <a16:creationId xmlns:a16="http://schemas.microsoft.com/office/drawing/2014/main" id="{3935056A-C4FC-D56F-B2D6-9ED985FBDE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320" name="テキスト ボックス 158">
              <a:extLst>
                <a:ext uri="{FF2B5EF4-FFF2-40B4-BE49-F238E27FC236}">
                  <a16:creationId xmlns:a16="http://schemas.microsoft.com/office/drawing/2014/main" id="{DC85B860-20CA-E3D2-A39A-7D9605E82858}"/>
                </a:ext>
              </a:extLst>
            </p:cNvPr>
            <p:cNvSpPr txBox="1"/>
            <p:nvPr/>
          </p:nvSpPr>
          <p:spPr>
            <a:xfrm>
              <a:off x="1082" y="5210"/>
              <a:ext cx="859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出庫受付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323" name="直線矢印コネクタ 40">
            <a:extLst>
              <a:ext uri="{FF2B5EF4-FFF2-40B4-BE49-F238E27FC236}">
                <a16:creationId xmlns:a16="http://schemas.microsoft.com/office/drawing/2014/main" id="{3D3A65B1-771B-3EDC-E86F-2B4A5E2D194F}"/>
              </a:ext>
            </a:extLst>
          </p:cNvPr>
          <p:cNvCxnSpPr>
            <a:cxnSpLocks/>
            <a:stCxn id="290" idx="2"/>
            <a:endCxn id="309" idx="3"/>
          </p:cNvCxnSpPr>
          <p:nvPr/>
        </p:nvCxnSpPr>
        <p:spPr>
          <a:xfrm rot="5400000">
            <a:off x="1875049" y="7393855"/>
            <a:ext cx="195458" cy="1333788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直線矢印コネクタ 40">
            <a:extLst>
              <a:ext uri="{FF2B5EF4-FFF2-40B4-BE49-F238E27FC236}">
                <a16:creationId xmlns:a16="http://schemas.microsoft.com/office/drawing/2014/main" id="{1812AAD2-BCE4-EDDF-5EFE-77C0EDEC563F}"/>
              </a:ext>
            </a:extLst>
          </p:cNvPr>
          <p:cNvCxnSpPr>
            <a:cxnSpLocks/>
            <a:stCxn id="290" idx="2"/>
            <a:endCxn id="322" idx="1"/>
          </p:cNvCxnSpPr>
          <p:nvPr/>
        </p:nvCxnSpPr>
        <p:spPr>
          <a:xfrm rot="16200000" flipH="1">
            <a:off x="4086566" y="6516125"/>
            <a:ext cx="193596" cy="3087385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9" name="楕円 328">
            <a:extLst>
              <a:ext uri="{FF2B5EF4-FFF2-40B4-BE49-F238E27FC236}">
                <a16:creationId xmlns:a16="http://schemas.microsoft.com/office/drawing/2014/main" id="{25DC4CA2-8636-4DC7-6C19-E54334A77895}"/>
              </a:ext>
            </a:extLst>
          </p:cNvPr>
          <p:cNvSpPr/>
          <p:nvPr/>
        </p:nvSpPr>
        <p:spPr>
          <a:xfrm>
            <a:off x="3672622" y="7780010"/>
            <a:ext cx="435429" cy="237764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3/4</a:t>
            </a:r>
            <a:endParaRPr kumimoji="1" lang="ja-JP" altLang="en-US" sz="500" b="1" dirty="0">
              <a:solidFill>
                <a:schemeClr val="bg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1" name="楕円 330">
            <a:extLst>
              <a:ext uri="{FF2B5EF4-FFF2-40B4-BE49-F238E27FC236}">
                <a16:creationId xmlns:a16="http://schemas.microsoft.com/office/drawing/2014/main" id="{0E83C0CE-0B6F-AD03-AC36-DEF44704077F}"/>
              </a:ext>
            </a:extLst>
          </p:cNvPr>
          <p:cNvSpPr/>
          <p:nvPr/>
        </p:nvSpPr>
        <p:spPr>
          <a:xfrm>
            <a:off x="2803090" y="4880097"/>
            <a:ext cx="435429" cy="237764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4/4</a:t>
            </a:r>
            <a:endParaRPr kumimoji="1" lang="ja-JP" altLang="en-US" sz="500" b="1" dirty="0">
              <a:solidFill>
                <a:schemeClr val="bg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2" name="楕円 331">
            <a:extLst>
              <a:ext uri="{FF2B5EF4-FFF2-40B4-BE49-F238E27FC236}">
                <a16:creationId xmlns:a16="http://schemas.microsoft.com/office/drawing/2014/main" id="{E086026D-2F9C-97E0-FC81-84113BE0F753}"/>
              </a:ext>
            </a:extLst>
          </p:cNvPr>
          <p:cNvSpPr/>
          <p:nvPr/>
        </p:nvSpPr>
        <p:spPr>
          <a:xfrm>
            <a:off x="2803090" y="6253865"/>
            <a:ext cx="435429" cy="237764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4/4</a:t>
            </a:r>
            <a:endParaRPr kumimoji="1" lang="ja-JP" altLang="en-US" sz="500" b="1" dirty="0">
              <a:solidFill>
                <a:schemeClr val="bg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333" name="グループ化 332">
            <a:extLst>
              <a:ext uri="{FF2B5EF4-FFF2-40B4-BE49-F238E27FC236}">
                <a16:creationId xmlns:a16="http://schemas.microsoft.com/office/drawing/2014/main" id="{BED1C165-5B96-1392-5108-CD8684D8CA87}"/>
              </a:ext>
            </a:extLst>
          </p:cNvPr>
          <p:cNvGrpSpPr/>
          <p:nvPr/>
        </p:nvGrpSpPr>
        <p:grpSpPr>
          <a:xfrm>
            <a:off x="8295317" y="3362492"/>
            <a:ext cx="545465" cy="513080"/>
            <a:chOff x="1082" y="4838"/>
            <a:chExt cx="859" cy="808"/>
          </a:xfrm>
        </p:grpSpPr>
        <p:grpSp>
          <p:nvGrpSpPr>
            <p:cNvPr id="334" name="グループ化 333">
              <a:extLst>
                <a:ext uri="{FF2B5EF4-FFF2-40B4-BE49-F238E27FC236}">
                  <a16:creationId xmlns:a16="http://schemas.microsoft.com/office/drawing/2014/main" id="{55DC5B58-9153-C691-C2B3-410461699D9A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337" name="正方形/長方形 156">
                <a:extLst>
                  <a:ext uri="{FF2B5EF4-FFF2-40B4-BE49-F238E27FC236}">
                    <a16:creationId xmlns:a16="http://schemas.microsoft.com/office/drawing/2014/main" id="{4DBCE0AF-D4B4-D1CB-1C30-54D43E79A432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340" name="グラフィックス 157" descr="封筒">
                <a:extLst>
                  <a:ext uri="{FF2B5EF4-FFF2-40B4-BE49-F238E27FC236}">
                    <a16:creationId xmlns:a16="http://schemas.microsoft.com/office/drawing/2014/main" id="{E180ED12-A2D7-E632-4EB4-2C9537F0A5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335" name="テキスト ボックス 158">
              <a:extLst>
                <a:ext uri="{FF2B5EF4-FFF2-40B4-BE49-F238E27FC236}">
                  <a16:creationId xmlns:a16="http://schemas.microsoft.com/office/drawing/2014/main" id="{3CF9EEC4-20BB-B1B2-B3E0-98E8A6E23E76}"/>
                </a:ext>
              </a:extLst>
            </p:cNvPr>
            <p:cNvSpPr txBox="1"/>
            <p:nvPr/>
          </p:nvSpPr>
          <p:spPr>
            <a:xfrm>
              <a:off x="1082" y="5210"/>
              <a:ext cx="859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注文受付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341" name="直線矢印コネクタ 40">
            <a:extLst>
              <a:ext uri="{FF2B5EF4-FFF2-40B4-BE49-F238E27FC236}">
                <a16:creationId xmlns:a16="http://schemas.microsoft.com/office/drawing/2014/main" id="{2B43301A-BAFE-0943-30EF-593BE87369FE}"/>
              </a:ext>
            </a:extLst>
          </p:cNvPr>
          <p:cNvCxnSpPr>
            <a:cxnSpLocks/>
            <a:stCxn id="112" idx="3"/>
            <a:endCxn id="340" idx="1"/>
          </p:cNvCxnSpPr>
          <p:nvPr/>
        </p:nvCxnSpPr>
        <p:spPr>
          <a:xfrm>
            <a:off x="6038206" y="3518067"/>
            <a:ext cx="2373951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4" name="グループ化 343">
            <a:extLst>
              <a:ext uri="{FF2B5EF4-FFF2-40B4-BE49-F238E27FC236}">
                <a16:creationId xmlns:a16="http://schemas.microsoft.com/office/drawing/2014/main" id="{B57F5252-8749-E662-FF39-670161C5B095}"/>
              </a:ext>
            </a:extLst>
          </p:cNvPr>
          <p:cNvGrpSpPr/>
          <p:nvPr/>
        </p:nvGrpSpPr>
        <p:grpSpPr>
          <a:xfrm>
            <a:off x="8343023" y="8001041"/>
            <a:ext cx="545465" cy="513080"/>
            <a:chOff x="1082" y="4838"/>
            <a:chExt cx="859" cy="808"/>
          </a:xfrm>
        </p:grpSpPr>
        <p:grpSp>
          <p:nvGrpSpPr>
            <p:cNvPr id="347" name="グループ化 346">
              <a:extLst>
                <a:ext uri="{FF2B5EF4-FFF2-40B4-BE49-F238E27FC236}">
                  <a16:creationId xmlns:a16="http://schemas.microsoft.com/office/drawing/2014/main" id="{24269E10-DA0C-42C5-E218-F6EFF4DDB43B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349" name="正方形/長方形 156">
                <a:extLst>
                  <a:ext uri="{FF2B5EF4-FFF2-40B4-BE49-F238E27FC236}">
                    <a16:creationId xmlns:a16="http://schemas.microsoft.com/office/drawing/2014/main" id="{C57C9A4B-23A4-D6A2-E311-DF0AAB816CC6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350" name="グラフィックス 157" descr="封筒">
                <a:extLst>
                  <a:ext uri="{FF2B5EF4-FFF2-40B4-BE49-F238E27FC236}">
                    <a16:creationId xmlns:a16="http://schemas.microsoft.com/office/drawing/2014/main" id="{9970E6FE-4518-E47E-4001-F683A3246B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348" name="テキスト ボックス 158">
              <a:extLst>
                <a:ext uri="{FF2B5EF4-FFF2-40B4-BE49-F238E27FC236}">
                  <a16:creationId xmlns:a16="http://schemas.microsoft.com/office/drawing/2014/main" id="{48A55D58-7796-1D13-91EF-1F4C0B827C8C}"/>
                </a:ext>
              </a:extLst>
            </p:cNvPr>
            <p:cNvSpPr txBox="1"/>
            <p:nvPr/>
          </p:nvSpPr>
          <p:spPr>
            <a:xfrm>
              <a:off x="1082" y="5210"/>
              <a:ext cx="859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出庫受付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351" name="直線矢印コネクタ 40">
            <a:extLst>
              <a:ext uri="{FF2B5EF4-FFF2-40B4-BE49-F238E27FC236}">
                <a16:creationId xmlns:a16="http://schemas.microsoft.com/office/drawing/2014/main" id="{190EFFC2-E786-2102-C0AB-44F20A2F2F05}"/>
              </a:ext>
            </a:extLst>
          </p:cNvPr>
          <p:cNvCxnSpPr>
            <a:cxnSpLocks/>
            <a:stCxn id="322" idx="3"/>
            <a:endCxn id="350" idx="1"/>
          </p:cNvCxnSpPr>
          <p:nvPr/>
        </p:nvCxnSpPr>
        <p:spPr>
          <a:xfrm>
            <a:off x="6038207" y="8156616"/>
            <a:ext cx="242165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8" name="Google Shape;378;p22" descr="屋内, いっぱい, 窓, 部屋 が含まれている画像&#10;&#10;自動的に生成された説明">
            <a:extLst>
              <a:ext uri="{FF2B5EF4-FFF2-40B4-BE49-F238E27FC236}">
                <a16:creationId xmlns:a16="http://schemas.microsoft.com/office/drawing/2014/main" id="{013B8F54-A68F-E5D4-E86E-D711AC1561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216" y="10816679"/>
            <a:ext cx="388328" cy="51777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円/楕円 21">
            <a:extLst>
              <a:ext uri="{FF2B5EF4-FFF2-40B4-BE49-F238E27FC236}">
                <a16:creationId xmlns:a16="http://schemas.microsoft.com/office/drawing/2014/main" id="{6DB2B49A-85C7-AA43-599B-8A424B778FE6}"/>
              </a:ext>
            </a:extLst>
          </p:cNvPr>
          <p:cNvSpPr/>
          <p:nvPr/>
        </p:nvSpPr>
        <p:spPr>
          <a:xfrm>
            <a:off x="8545359" y="8643540"/>
            <a:ext cx="102857" cy="102857"/>
          </a:xfrm>
          <a:prstGeom prst="ellipse">
            <a:avLst/>
          </a:prstGeom>
          <a:solidFill>
            <a:srgbClr val="000000"/>
          </a:solidFill>
          <a:ln w="952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ja-JP" altLang="en-US" sz="715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1" name="四角形 40">
            <a:extLst>
              <a:ext uri="{FF2B5EF4-FFF2-40B4-BE49-F238E27FC236}">
                <a16:creationId xmlns:a16="http://schemas.microsoft.com/office/drawing/2014/main" id="{C1CF5E6D-5D6A-A814-F517-44C5C97C5706}"/>
              </a:ext>
            </a:extLst>
          </p:cNvPr>
          <p:cNvSpPr/>
          <p:nvPr/>
        </p:nvSpPr>
        <p:spPr>
          <a:xfrm>
            <a:off x="8223196" y="8464215"/>
            <a:ext cx="747182" cy="25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倉庫担当者</a:t>
            </a:r>
          </a:p>
        </p:txBody>
      </p:sp>
      <p:sp>
        <p:nvSpPr>
          <p:cNvPr id="366" name="角丸四角形 11">
            <a:extLst>
              <a:ext uri="{FF2B5EF4-FFF2-40B4-BE49-F238E27FC236}">
                <a16:creationId xmlns:a16="http://schemas.microsoft.com/office/drawing/2014/main" id="{FFFCB3F1-7A88-1AAB-740E-9C3508C13614}"/>
              </a:ext>
            </a:extLst>
          </p:cNvPr>
          <p:cNvSpPr/>
          <p:nvPr/>
        </p:nvSpPr>
        <p:spPr>
          <a:xfrm>
            <a:off x="8186895" y="9662164"/>
            <a:ext cx="819785" cy="180000"/>
          </a:xfrm>
          <a:prstGeom prst="roundRect">
            <a:avLst/>
          </a:prstGeom>
          <a:solidFill>
            <a:schemeClr val="bg1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645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出庫</a:t>
            </a:r>
            <a:endParaRPr kumimoji="1" lang="ja-JP" altLang="en-US" sz="645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367" name="直線矢印コネクタ 40">
            <a:extLst>
              <a:ext uri="{FF2B5EF4-FFF2-40B4-BE49-F238E27FC236}">
                <a16:creationId xmlns:a16="http://schemas.microsoft.com/office/drawing/2014/main" id="{7B61E3D6-B920-421A-5A5B-984689CACF6F}"/>
              </a:ext>
            </a:extLst>
          </p:cNvPr>
          <p:cNvCxnSpPr>
            <a:cxnSpLocks/>
            <a:stCxn id="360" idx="4"/>
            <a:endCxn id="366" idx="0"/>
          </p:cNvCxnSpPr>
          <p:nvPr/>
        </p:nvCxnSpPr>
        <p:spPr>
          <a:xfrm>
            <a:off x="8596788" y="8746397"/>
            <a:ext cx="0" cy="91576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直線矢印コネクタ 40">
            <a:extLst>
              <a:ext uri="{FF2B5EF4-FFF2-40B4-BE49-F238E27FC236}">
                <a16:creationId xmlns:a16="http://schemas.microsoft.com/office/drawing/2014/main" id="{2DCD4D62-77A4-67AA-55B6-B546A70CB031}"/>
              </a:ext>
            </a:extLst>
          </p:cNvPr>
          <p:cNvCxnSpPr>
            <a:cxnSpLocks/>
            <a:stCxn id="366" idx="2"/>
            <a:endCxn id="358" idx="3"/>
          </p:cNvCxnSpPr>
          <p:nvPr/>
        </p:nvCxnSpPr>
        <p:spPr>
          <a:xfrm rot="5400000">
            <a:off x="4351966" y="6830742"/>
            <a:ext cx="1233400" cy="7256244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角丸四角形 11">
            <a:extLst>
              <a:ext uri="{FF2B5EF4-FFF2-40B4-BE49-F238E27FC236}">
                <a16:creationId xmlns:a16="http://schemas.microsoft.com/office/drawing/2014/main" id="{1D72C48C-7157-2FDF-245A-95D03CB9D66F}"/>
              </a:ext>
            </a:extLst>
          </p:cNvPr>
          <p:cNvSpPr/>
          <p:nvPr/>
        </p:nvSpPr>
        <p:spPr>
          <a:xfrm>
            <a:off x="3901350" y="8804994"/>
            <a:ext cx="819785" cy="179705"/>
          </a:xfrm>
          <a:prstGeom prst="roundRect">
            <a:avLst/>
          </a:prstGeom>
          <a:solidFill>
            <a:schemeClr val="accent6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645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注文管理</a:t>
            </a:r>
          </a:p>
        </p:txBody>
      </p:sp>
      <p:cxnSp>
        <p:nvCxnSpPr>
          <p:cNvPr id="396" name="直線矢印コネクタ 40">
            <a:extLst>
              <a:ext uri="{FF2B5EF4-FFF2-40B4-BE49-F238E27FC236}">
                <a16:creationId xmlns:a16="http://schemas.microsoft.com/office/drawing/2014/main" id="{187993F4-6F04-8CA3-592F-CBC4895E84BD}"/>
              </a:ext>
            </a:extLst>
          </p:cNvPr>
          <p:cNvCxnSpPr>
            <a:cxnSpLocks/>
            <a:stCxn id="360" idx="4"/>
            <a:endCxn id="394" idx="3"/>
          </p:cNvCxnSpPr>
          <p:nvPr/>
        </p:nvCxnSpPr>
        <p:spPr>
          <a:xfrm rot="5400000">
            <a:off x="6584737" y="6882796"/>
            <a:ext cx="148450" cy="3875653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四角形 40">
            <a:extLst>
              <a:ext uri="{FF2B5EF4-FFF2-40B4-BE49-F238E27FC236}">
                <a16:creationId xmlns:a16="http://schemas.microsoft.com/office/drawing/2014/main" id="{63B68121-DAF6-720E-51DA-A5CBA5A81781}"/>
              </a:ext>
            </a:extLst>
          </p:cNvPr>
          <p:cNvSpPr/>
          <p:nvPr/>
        </p:nvSpPr>
        <p:spPr>
          <a:xfrm>
            <a:off x="7900926" y="8745321"/>
            <a:ext cx="747181" cy="128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0" lvl="1" algn="ctr"/>
            <a:r>
              <a:rPr lang="ja-JP" altLang="en-US" sz="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出庫依頼受領</a:t>
            </a:r>
          </a:p>
        </p:txBody>
      </p:sp>
      <p:sp>
        <p:nvSpPr>
          <p:cNvPr id="4" name="フローチャート : 磁気ディスク 36">
            <a:extLst>
              <a:ext uri="{FF2B5EF4-FFF2-40B4-BE49-F238E27FC236}">
                <a16:creationId xmlns:a16="http://schemas.microsoft.com/office/drawing/2014/main" id="{403B1C32-07EA-6B06-0899-B5F280CABA6C}"/>
              </a:ext>
            </a:extLst>
          </p:cNvPr>
          <p:cNvSpPr/>
          <p:nvPr/>
        </p:nvSpPr>
        <p:spPr>
          <a:xfrm>
            <a:off x="3282007" y="8717689"/>
            <a:ext cx="360014" cy="348301"/>
          </a:xfrm>
          <a:prstGeom prst="flowChartMagneticDisk">
            <a:avLst/>
          </a:prstGeom>
          <a:solidFill>
            <a:sysClr val="window" lastClr="FFFFFF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注文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F3EE756-17B9-AD74-F261-4C89ACF4D6FF}"/>
              </a:ext>
            </a:extLst>
          </p:cNvPr>
          <p:cNvSpPr/>
          <p:nvPr/>
        </p:nvSpPr>
        <p:spPr>
          <a:xfrm>
            <a:off x="3214855" y="8646684"/>
            <a:ext cx="483032" cy="142041"/>
          </a:xfrm>
          <a:prstGeom prst="rect">
            <a:avLst/>
          </a:prstGeom>
          <a:solidFill>
            <a:srgbClr val="00206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出庫待ち</a:t>
            </a:r>
          </a:p>
        </p:txBody>
      </p:sp>
      <p:cxnSp>
        <p:nvCxnSpPr>
          <p:cNvPr id="7" name="直線矢印コネクタ 40">
            <a:extLst>
              <a:ext uri="{FF2B5EF4-FFF2-40B4-BE49-F238E27FC236}">
                <a16:creationId xmlns:a16="http://schemas.microsoft.com/office/drawing/2014/main" id="{921DF1CC-679C-8965-7F27-62E2EF4A8EB2}"/>
              </a:ext>
            </a:extLst>
          </p:cNvPr>
          <p:cNvCxnSpPr>
            <a:cxnSpLocks/>
            <a:stCxn id="394" idx="1"/>
            <a:endCxn id="4" idx="4"/>
          </p:cNvCxnSpPr>
          <p:nvPr/>
        </p:nvCxnSpPr>
        <p:spPr>
          <a:xfrm flipH="1" flipV="1">
            <a:off x="3642021" y="8891840"/>
            <a:ext cx="259329" cy="300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楕円 10">
            <a:extLst>
              <a:ext uri="{FF2B5EF4-FFF2-40B4-BE49-F238E27FC236}">
                <a16:creationId xmlns:a16="http://schemas.microsoft.com/office/drawing/2014/main" id="{9C7975E3-10E6-9A33-ECEF-336AAE980F89}"/>
              </a:ext>
            </a:extLst>
          </p:cNvPr>
          <p:cNvSpPr/>
          <p:nvPr/>
        </p:nvSpPr>
        <p:spPr>
          <a:xfrm>
            <a:off x="2881659" y="8776968"/>
            <a:ext cx="435429" cy="237764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3/4</a:t>
            </a:r>
            <a:endParaRPr kumimoji="1" lang="ja-JP" altLang="en-US" sz="500" b="1" dirty="0">
              <a:solidFill>
                <a:schemeClr val="bg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7DDAC98A-5E05-ACDC-B622-EA15E917F111}"/>
              </a:ext>
            </a:extLst>
          </p:cNvPr>
          <p:cNvGrpSpPr/>
          <p:nvPr/>
        </p:nvGrpSpPr>
        <p:grpSpPr>
          <a:xfrm>
            <a:off x="800034" y="9021083"/>
            <a:ext cx="692150" cy="512445"/>
            <a:chOff x="965" y="4838"/>
            <a:chExt cx="1090" cy="807"/>
          </a:xfrm>
        </p:grpSpPr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F9CDA996-CAED-049F-C029-6075CDF3646E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18" name="正方形/長方形 156">
                <a:extLst>
                  <a:ext uri="{FF2B5EF4-FFF2-40B4-BE49-F238E27FC236}">
                    <a16:creationId xmlns:a16="http://schemas.microsoft.com/office/drawing/2014/main" id="{4F1CBA39-8F32-1F32-09F3-39A8090A6EAF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19" name="グラフィックス 157" descr="封筒">
                <a:extLst>
                  <a:ext uri="{FF2B5EF4-FFF2-40B4-BE49-F238E27FC236}">
                    <a16:creationId xmlns:a16="http://schemas.microsoft.com/office/drawing/2014/main" id="{225393E3-78C1-9E71-D1FF-F246A18919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17" name="テキスト ボックス 158">
              <a:extLst>
                <a:ext uri="{FF2B5EF4-FFF2-40B4-BE49-F238E27FC236}">
                  <a16:creationId xmlns:a16="http://schemas.microsoft.com/office/drawing/2014/main" id="{DE9F9BD6-4D63-23ED-E2BD-4E8875740BE8}"/>
                </a:ext>
              </a:extLst>
            </p:cNvPr>
            <p:cNvSpPr txBox="1"/>
            <p:nvPr/>
          </p:nvSpPr>
          <p:spPr>
            <a:xfrm>
              <a:off x="965" y="5209"/>
              <a:ext cx="1090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出庫依頼受領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ED3D2BBC-1498-3051-908D-07A7CDF9A8A1}"/>
              </a:ext>
            </a:extLst>
          </p:cNvPr>
          <p:cNvGrpSpPr/>
          <p:nvPr/>
        </p:nvGrpSpPr>
        <p:grpSpPr>
          <a:xfrm>
            <a:off x="5513942" y="9019221"/>
            <a:ext cx="698500" cy="528955"/>
            <a:chOff x="936" y="4838"/>
            <a:chExt cx="1100" cy="833"/>
          </a:xfrm>
        </p:grpSpPr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06BB8485-A8EC-96F8-8389-2D54574655D2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23" name="正方形/長方形 156">
                <a:extLst>
                  <a:ext uri="{FF2B5EF4-FFF2-40B4-BE49-F238E27FC236}">
                    <a16:creationId xmlns:a16="http://schemas.microsoft.com/office/drawing/2014/main" id="{7A407DE3-E7CC-E639-836E-1AB478DEB79B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24" name="グラフィックス 157" descr="封筒">
                <a:extLst>
                  <a:ext uri="{FF2B5EF4-FFF2-40B4-BE49-F238E27FC236}">
                    <a16:creationId xmlns:a16="http://schemas.microsoft.com/office/drawing/2014/main" id="{534FA97A-899F-A980-C5AE-5A012B6390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22" name="テキスト ボックス 158">
              <a:extLst>
                <a:ext uri="{FF2B5EF4-FFF2-40B4-BE49-F238E27FC236}">
                  <a16:creationId xmlns:a16="http://schemas.microsoft.com/office/drawing/2014/main" id="{BADF18A1-3B71-2415-704A-CC5E7922117D}"/>
                </a:ext>
              </a:extLst>
            </p:cNvPr>
            <p:cNvSpPr txBox="1"/>
            <p:nvPr/>
          </p:nvSpPr>
          <p:spPr>
            <a:xfrm>
              <a:off x="936" y="5235"/>
              <a:ext cx="1100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出庫依頼受領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25" name="直線矢印コネクタ 40">
            <a:extLst>
              <a:ext uri="{FF2B5EF4-FFF2-40B4-BE49-F238E27FC236}">
                <a16:creationId xmlns:a16="http://schemas.microsoft.com/office/drawing/2014/main" id="{352CDBC3-9E6E-6E15-1C9F-B0693DDD5486}"/>
              </a:ext>
            </a:extLst>
          </p:cNvPr>
          <p:cNvCxnSpPr>
            <a:cxnSpLocks/>
            <a:stCxn id="394" idx="2"/>
            <a:endCxn id="24" idx="1"/>
          </p:cNvCxnSpPr>
          <p:nvPr/>
        </p:nvCxnSpPr>
        <p:spPr>
          <a:xfrm rot="16200000" flipH="1">
            <a:off x="4922319" y="8373622"/>
            <a:ext cx="190097" cy="141224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40">
            <a:extLst>
              <a:ext uri="{FF2B5EF4-FFF2-40B4-BE49-F238E27FC236}">
                <a16:creationId xmlns:a16="http://schemas.microsoft.com/office/drawing/2014/main" id="{AAD684CB-14E7-FFB5-D7FB-D28AEC270CAA}"/>
              </a:ext>
            </a:extLst>
          </p:cNvPr>
          <p:cNvCxnSpPr>
            <a:cxnSpLocks/>
            <a:stCxn id="394" idx="2"/>
            <a:endCxn id="19" idx="3"/>
          </p:cNvCxnSpPr>
          <p:nvPr/>
        </p:nvCxnSpPr>
        <p:spPr>
          <a:xfrm rot="5400000">
            <a:off x="2710802" y="7576216"/>
            <a:ext cx="191959" cy="3008924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角丸四角形 11">
            <a:extLst>
              <a:ext uri="{FF2B5EF4-FFF2-40B4-BE49-F238E27FC236}">
                <a16:creationId xmlns:a16="http://schemas.microsoft.com/office/drawing/2014/main" id="{F054E5D6-4598-26E6-C8EF-DA8752F27C42}"/>
              </a:ext>
            </a:extLst>
          </p:cNvPr>
          <p:cNvSpPr/>
          <p:nvPr/>
        </p:nvSpPr>
        <p:spPr>
          <a:xfrm>
            <a:off x="3895158" y="9665219"/>
            <a:ext cx="819785" cy="179705"/>
          </a:xfrm>
          <a:prstGeom prst="roundRect">
            <a:avLst/>
          </a:prstGeom>
          <a:solidFill>
            <a:schemeClr val="accent6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645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注文管理</a:t>
            </a:r>
          </a:p>
        </p:txBody>
      </p:sp>
      <p:sp>
        <p:nvSpPr>
          <p:cNvPr id="36" name="フローチャート : 磁気ディスク 36">
            <a:extLst>
              <a:ext uri="{FF2B5EF4-FFF2-40B4-BE49-F238E27FC236}">
                <a16:creationId xmlns:a16="http://schemas.microsoft.com/office/drawing/2014/main" id="{6F7EBA4B-C80A-E71B-C5C3-B7B5D3F3914D}"/>
              </a:ext>
            </a:extLst>
          </p:cNvPr>
          <p:cNvSpPr/>
          <p:nvPr/>
        </p:nvSpPr>
        <p:spPr>
          <a:xfrm>
            <a:off x="3275815" y="9577914"/>
            <a:ext cx="360014" cy="348301"/>
          </a:xfrm>
          <a:prstGeom prst="flowChartMagneticDisk">
            <a:avLst/>
          </a:prstGeom>
          <a:solidFill>
            <a:sysClr val="window" lastClr="FFFFFF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注文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E32924C4-6C50-9318-AB17-031B7F5C7C65}"/>
              </a:ext>
            </a:extLst>
          </p:cNvPr>
          <p:cNvSpPr/>
          <p:nvPr/>
        </p:nvSpPr>
        <p:spPr>
          <a:xfrm>
            <a:off x="3208663" y="9506909"/>
            <a:ext cx="483032" cy="142041"/>
          </a:xfrm>
          <a:prstGeom prst="rect">
            <a:avLst/>
          </a:prstGeom>
          <a:solidFill>
            <a:srgbClr val="00206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出庫済み</a:t>
            </a:r>
          </a:p>
        </p:txBody>
      </p:sp>
      <p:cxnSp>
        <p:nvCxnSpPr>
          <p:cNvPr id="38" name="直線矢印コネクタ 40">
            <a:extLst>
              <a:ext uri="{FF2B5EF4-FFF2-40B4-BE49-F238E27FC236}">
                <a16:creationId xmlns:a16="http://schemas.microsoft.com/office/drawing/2014/main" id="{62E1C1EE-7E9C-AE3E-FDE9-C97B0689B29D}"/>
              </a:ext>
            </a:extLst>
          </p:cNvPr>
          <p:cNvCxnSpPr>
            <a:cxnSpLocks/>
            <a:stCxn id="35" idx="1"/>
            <a:endCxn id="36" idx="4"/>
          </p:cNvCxnSpPr>
          <p:nvPr/>
        </p:nvCxnSpPr>
        <p:spPr>
          <a:xfrm flipH="1" flipV="1">
            <a:off x="3635829" y="9752065"/>
            <a:ext cx="259329" cy="300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楕円 38">
            <a:extLst>
              <a:ext uri="{FF2B5EF4-FFF2-40B4-BE49-F238E27FC236}">
                <a16:creationId xmlns:a16="http://schemas.microsoft.com/office/drawing/2014/main" id="{EBF77317-272F-D12D-F4F3-6893D9BCC192}"/>
              </a:ext>
            </a:extLst>
          </p:cNvPr>
          <p:cNvSpPr/>
          <p:nvPr/>
        </p:nvSpPr>
        <p:spPr>
          <a:xfrm>
            <a:off x="2875467" y="9637193"/>
            <a:ext cx="435429" cy="237764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3/4</a:t>
            </a:r>
            <a:endParaRPr kumimoji="1" lang="ja-JP" altLang="en-US" sz="500" b="1" dirty="0">
              <a:solidFill>
                <a:schemeClr val="bg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17776FB4-D0FF-A621-30B7-5C9579892974}"/>
              </a:ext>
            </a:extLst>
          </p:cNvPr>
          <p:cNvGrpSpPr/>
          <p:nvPr/>
        </p:nvGrpSpPr>
        <p:grpSpPr>
          <a:xfrm>
            <a:off x="868137" y="10342485"/>
            <a:ext cx="545465" cy="513080"/>
            <a:chOff x="1082" y="4838"/>
            <a:chExt cx="859" cy="808"/>
          </a:xfrm>
        </p:grpSpPr>
        <p:grpSp>
          <p:nvGrpSpPr>
            <p:cNvPr id="41" name="グループ化 40">
              <a:extLst>
                <a:ext uri="{FF2B5EF4-FFF2-40B4-BE49-F238E27FC236}">
                  <a16:creationId xmlns:a16="http://schemas.microsoft.com/office/drawing/2014/main" id="{0BAB1826-D471-1CE6-78B0-2823199109DB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43" name="正方形/長方形 156">
                <a:extLst>
                  <a:ext uri="{FF2B5EF4-FFF2-40B4-BE49-F238E27FC236}">
                    <a16:creationId xmlns:a16="http://schemas.microsoft.com/office/drawing/2014/main" id="{848978D5-B7A6-DA03-BB94-0569532C2D76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44" name="グラフィックス 157" descr="封筒">
                <a:extLst>
                  <a:ext uri="{FF2B5EF4-FFF2-40B4-BE49-F238E27FC236}">
                    <a16:creationId xmlns:a16="http://schemas.microsoft.com/office/drawing/2014/main" id="{730F6EBA-9157-CBD0-5AC1-104DFAD27C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42" name="テキスト ボックス 158">
              <a:extLst>
                <a:ext uri="{FF2B5EF4-FFF2-40B4-BE49-F238E27FC236}">
                  <a16:creationId xmlns:a16="http://schemas.microsoft.com/office/drawing/2014/main" id="{90DA4DBD-7D85-1F12-9382-580441D64C8B}"/>
                </a:ext>
              </a:extLst>
            </p:cNvPr>
            <p:cNvSpPr txBox="1"/>
            <p:nvPr/>
          </p:nvSpPr>
          <p:spPr>
            <a:xfrm>
              <a:off x="1082" y="5210"/>
              <a:ext cx="859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出庫済み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27E7CC05-2E4B-DBAB-AD1C-34272007904A}"/>
              </a:ext>
            </a:extLst>
          </p:cNvPr>
          <p:cNvGrpSpPr/>
          <p:nvPr/>
        </p:nvGrpSpPr>
        <p:grpSpPr>
          <a:xfrm>
            <a:off x="5600460" y="10340623"/>
            <a:ext cx="545465" cy="513080"/>
            <a:chOff x="1082" y="4838"/>
            <a:chExt cx="859" cy="808"/>
          </a:xfrm>
        </p:grpSpPr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7CE7EB33-0F18-932A-83EC-A9FEC0555506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50" name="正方形/長方形 156">
                <a:extLst>
                  <a:ext uri="{FF2B5EF4-FFF2-40B4-BE49-F238E27FC236}">
                    <a16:creationId xmlns:a16="http://schemas.microsoft.com/office/drawing/2014/main" id="{6864E2B2-6AD1-01A9-5308-9D93B685C3B9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51" name="グラフィックス 157" descr="封筒">
                <a:extLst>
                  <a:ext uri="{FF2B5EF4-FFF2-40B4-BE49-F238E27FC236}">
                    <a16:creationId xmlns:a16="http://schemas.microsoft.com/office/drawing/2014/main" id="{33F8D391-611E-350C-7469-2980FF3790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49" name="テキスト ボックス 158">
              <a:extLst>
                <a:ext uri="{FF2B5EF4-FFF2-40B4-BE49-F238E27FC236}">
                  <a16:creationId xmlns:a16="http://schemas.microsoft.com/office/drawing/2014/main" id="{4C96565B-8447-393A-8555-46F85523CEAC}"/>
                </a:ext>
              </a:extLst>
            </p:cNvPr>
            <p:cNvSpPr txBox="1"/>
            <p:nvPr/>
          </p:nvSpPr>
          <p:spPr>
            <a:xfrm>
              <a:off x="1082" y="5210"/>
              <a:ext cx="859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出庫済み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53" name="直線矢印コネクタ 40">
            <a:extLst>
              <a:ext uri="{FF2B5EF4-FFF2-40B4-BE49-F238E27FC236}">
                <a16:creationId xmlns:a16="http://schemas.microsoft.com/office/drawing/2014/main" id="{89CF4062-B71B-66E2-3DE2-38829FA1B3F7}"/>
              </a:ext>
            </a:extLst>
          </p:cNvPr>
          <p:cNvCxnSpPr>
            <a:cxnSpLocks/>
            <a:stCxn id="35" idx="2"/>
            <a:endCxn id="51" idx="1"/>
          </p:cNvCxnSpPr>
          <p:nvPr/>
        </p:nvCxnSpPr>
        <p:spPr>
          <a:xfrm rot="16200000" flipH="1">
            <a:off x="4685538" y="9464436"/>
            <a:ext cx="651274" cy="141224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40">
            <a:extLst>
              <a:ext uri="{FF2B5EF4-FFF2-40B4-BE49-F238E27FC236}">
                <a16:creationId xmlns:a16="http://schemas.microsoft.com/office/drawing/2014/main" id="{8AB06AC3-9FFD-667D-32A2-2408F8FF175B}"/>
              </a:ext>
            </a:extLst>
          </p:cNvPr>
          <p:cNvCxnSpPr>
            <a:cxnSpLocks/>
            <a:stCxn id="35" idx="2"/>
            <a:endCxn id="44" idx="3"/>
          </p:cNvCxnSpPr>
          <p:nvPr/>
        </p:nvCxnSpPr>
        <p:spPr>
          <a:xfrm rot="5400000">
            <a:off x="2474021" y="8667030"/>
            <a:ext cx="653136" cy="3008924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40">
            <a:extLst>
              <a:ext uri="{FF2B5EF4-FFF2-40B4-BE49-F238E27FC236}">
                <a16:creationId xmlns:a16="http://schemas.microsoft.com/office/drawing/2014/main" id="{7776F592-C1A3-C9E9-C5FD-3CD8CD27BD01}"/>
              </a:ext>
            </a:extLst>
          </p:cNvPr>
          <p:cNvCxnSpPr>
            <a:cxnSpLocks/>
            <a:stCxn id="366" idx="1"/>
            <a:endCxn id="35" idx="3"/>
          </p:cNvCxnSpPr>
          <p:nvPr/>
        </p:nvCxnSpPr>
        <p:spPr>
          <a:xfrm rot="10800000" flipV="1">
            <a:off x="4714943" y="9752164"/>
            <a:ext cx="3471952" cy="290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フローチャート : 磁気ディスク 36">
            <a:extLst>
              <a:ext uri="{FF2B5EF4-FFF2-40B4-BE49-F238E27FC236}">
                <a16:creationId xmlns:a16="http://schemas.microsoft.com/office/drawing/2014/main" id="{3C7ECF63-553C-1E15-99EF-B84D376D365C}"/>
              </a:ext>
            </a:extLst>
          </p:cNvPr>
          <p:cNvSpPr/>
          <p:nvPr/>
        </p:nvSpPr>
        <p:spPr>
          <a:xfrm>
            <a:off x="3280134" y="10056241"/>
            <a:ext cx="360014" cy="360005"/>
          </a:xfrm>
          <a:prstGeom prst="flowChartMagneticDisk">
            <a:avLst/>
          </a:prstGeom>
          <a:solidFill>
            <a:sysClr val="window" lastClr="FFFFFF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注文</a:t>
            </a: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5504047D-D955-CEE2-4842-AD8CED241115}"/>
              </a:ext>
            </a:extLst>
          </p:cNvPr>
          <p:cNvSpPr/>
          <p:nvPr/>
        </p:nvSpPr>
        <p:spPr>
          <a:xfrm>
            <a:off x="3212982" y="9985236"/>
            <a:ext cx="483032" cy="146814"/>
          </a:xfrm>
          <a:prstGeom prst="rect">
            <a:avLst/>
          </a:prstGeom>
          <a:solidFill>
            <a:srgbClr val="00206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5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入庫</a:t>
            </a:r>
            <a:r>
              <a:rPr kumimoji="1" lang="ja-JP" altLang="en-US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待ち</a:t>
            </a:r>
          </a:p>
        </p:txBody>
      </p:sp>
      <p:cxnSp>
        <p:nvCxnSpPr>
          <p:cNvPr id="88" name="直線矢印コネクタ 40">
            <a:extLst>
              <a:ext uri="{FF2B5EF4-FFF2-40B4-BE49-F238E27FC236}">
                <a16:creationId xmlns:a16="http://schemas.microsoft.com/office/drawing/2014/main" id="{FD2748C7-3A75-ABBC-1373-8EBC686EFB5D}"/>
              </a:ext>
            </a:extLst>
          </p:cNvPr>
          <p:cNvCxnSpPr>
            <a:cxnSpLocks/>
            <a:stCxn id="35" idx="1"/>
            <a:endCxn id="78" idx="4"/>
          </p:cNvCxnSpPr>
          <p:nvPr/>
        </p:nvCxnSpPr>
        <p:spPr>
          <a:xfrm rot="10800000" flipV="1">
            <a:off x="3640148" y="9755072"/>
            <a:ext cx="255010" cy="48117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楕円 94">
            <a:extLst>
              <a:ext uri="{FF2B5EF4-FFF2-40B4-BE49-F238E27FC236}">
                <a16:creationId xmlns:a16="http://schemas.microsoft.com/office/drawing/2014/main" id="{D9E3C88C-C9BF-043D-FDBB-5DFF1042C2C3}"/>
              </a:ext>
            </a:extLst>
          </p:cNvPr>
          <p:cNvSpPr/>
          <p:nvPr/>
        </p:nvSpPr>
        <p:spPr>
          <a:xfrm>
            <a:off x="2888955" y="10130174"/>
            <a:ext cx="435429" cy="237764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5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kumimoji="1" lang="en-US" altLang="ja-JP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/4</a:t>
            </a:r>
            <a:endParaRPr kumimoji="1" lang="ja-JP" altLang="en-US" sz="500" b="1" dirty="0">
              <a:solidFill>
                <a:schemeClr val="bg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96" name="グループ化 95">
            <a:extLst>
              <a:ext uri="{FF2B5EF4-FFF2-40B4-BE49-F238E27FC236}">
                <a16:creationId xmlns:a16="http://schemas.microsoft.com/office/drawing/2014/main" id="{3EAC3756-8EFB-E36E-2AC4-721299CBAB76}"/>
              </a:ext>
            </a:extLst>
          </p:cNvPr>
          <p:cNvGrpSpPr/>
          <p:nvPr/>
        </p:nvGrpSpPr>
        <p:grpSpPr>
          <a:xfrm>
            <a:off x="5543733" y="5089860"/>
            <a:ext cx="639445" cy="514350"/>
            <a:chOff x="1007" y="4838"/>
            <a:chExt cx="1007" cy="810"/>
          </a:xfrm>
        </p:grpSpPr>
        <p:grpSp>
          <p:nvGrpSpPr>
            <p:cNvPr id="99" name="グループ化 98">
              <a:extLst>
                <a:ext uri="{FF2B5EF4-FFF2-40B4-BE49-F238E27FC236}">
                  <a16:creationId xmlns:a16="http://schemas.microsoft.com/office/drawing/2014/main" id="{C51564FD-F911-0329-AAEC-AA8DE6A99763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101" name="正方形/長方形 156">
                <a:extLst>
                  <a:ext uri="{FF2B5EF4-FFF2-40B4-BE49-F238E27FC236}">
                    <a16:creationId xmlns:a16="http://schemas.microsoft.com/office/drawing/2014/main" id="{0A6BC310-6E5B-58E7-9262-6F448B1AC567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102" name="グラフィックス 157" descr="封筒">
                <a:extLst>
                  <a:ext uri="{FF2B5EF4-FFF2-40B4-BE49-F238E27FC236}">
                    <a16:creationId xmlns:a16="http://schemas.microsoft.com/office/drawing/2014/main" id="{05233BAD-A39C-D9CA-48D7-D2BF766E17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100" name="テキスト ボックス 158">
              <a:extLst>
                <a:ext uri="{FF2B5EF4-FFF2-40B4-BE49-F238E27FC236}">
                  <a16:creationId xmlns:a16="http://schemas.microsoft.com/office/drawing/2014/main" id="{F18D2003-7A6D-4AF6-92E1-C82B1E39E338}"/>
                </a:ext>
              </a:extLst>
            </p:cNvPr>
            <p:cNvSpPr txBox="1"/>
            <p:nvPr/>
          </p:nvSpPr>
          <p:spPr>
            <a:xfrm>
              <a:off x="1007" y="5212"/>
              <a:ext cx="1007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入庫日回答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103" name="直線矢印コネクタ 40">
            <a:extLst>
              <a:ext uri="{FF2B5EF4-FFF2-40B4-BE49-F238E27FC236}">
                <a16:creationId xmlns:a16="http://schemas.microsoft.com/office/drawing/2014/main" id="{5EE4DECB-9FEC-FEE3-7F7A-608B0F24AA07}"/>
              </a:ext>
            </a:extLst>
          </p:cNvPr>
          <p:cNvCxnSpPr>
            <a:cxnSpLocks/>
            <a:stCxn id="215" idx="2"/>
            <a:endCxn id="102" idx="1"/>
          </p:cNvCxnSpPr>
          <p:nvPr/>
        </p:nvCxnSpPr>
        <p:spPr>
          <a:xfrm rot="16200000" flipH="1">
            <a:off x="4914841" y="4452078"/>
            <a:ext cx="183566" cy="1403147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グループ化 113">
            <a:extLst>
              <a:ext uri="{FF2B5EF4-FFF2-40B4-BE49-F238E27FC236}">
                <a16:creationId xmlns:a16="http://schemas.microsoft.com/office/drawing/2014/main" id="{1936A9B5-B19D-82AD-CF8E-A94DB9696E75}"/>
              </a:ext>
            </a:extLst>
          </p:cNvPr>
          <p:cNvGrpSpPr/>
          <p:nvPr/>
        </p:nvGrpSpPr>
        <p:grpSpPr>
          <a:xfrm>
            <a:off x="5543733" y="6981359"/>
            <a:ext cx="639445" cy="514350"/>
            <a:chOff x="1007" y="4838"/>
            <a:chExt cx="1007" cy="810"/>
          </a:xfrm>
        </p:grpSpPr>
        <p:grpSp>
          <p:nvGrpSpPr>
            <p:cNvPr id="116" name="グループ化 115">
              <a:extLst>
                <a:ext uri="{FF2B5EF4-FFF2-40B4-BE49-F238E27FC236}">
                  <a16:creationId xmlns:a16="http://schemas.microsoft.com/office/drawing/2014/main" id="{E8EECBFF-DD68-9576-D123-83B7FE7765C7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118" name="正方形/長方形 156">
                <a:extLst>
                  <a:ext uri="{FF2B5EF4-FFF2-40B4-BE49-F238E27FC236}">
                    <a16:creationId xmlns:a16="http://schemas.microsoft.com/office/drawing/2014/main" id="{B398637A-110E-51B0-825E-6E0AC0075DD8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119" name="グラフィックス 157" descr="封筒">
                <a:extLst>
                  <a:ext uri="{FF2B5EF4-FFF2-40B4-BE49-F238E27FC236}">
                    <a16:creationId xmlns:a16="http://schemas.microsoft.com/office/drawing/2014/main" id="{D7905E71-F81E-4E99-4431-AC065295D5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117" name="テキスト ボックス 158">
              <a:extLst>
                <a:ext uri="{FF2B5EF4-FFF2-40B4-BE49-F238E27FC236}">
                  <a16:creationId xmlns:a16="http://schemas.microsoft.com/office/drawing/2014/main" id="{5DA48B22-11B0-0E8F-8F9B-952B3905BA4C}"/>
                </a:ext>
              </a:extLst>
            </p:cNvPr>
            <p:cNvSpPr txBox="1"/>
            <p:nvPr/>
          </p:nvSpPr>
          <p:spPr>
            <a:xfrm>
              <a:off x="1007" y="5212"/>
              <a:ext cx="1007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入庫報告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120" name="直線矢印コネクタ 40">
            <a:extLst>
              <a:ext uri="{FF2B5EF4-FFF2-40B4-BE49-F238E27FC236}">
                <a16:creationId xmlns:a16="http://schemas.microsoft.com/office/drawing/2014/main" id="{A97AFD1B-45BA-86DA-AEE6-F864B2550401}"/>
              </a:ext>
            </a:extLst>
          </p:cNvPr>
          <p:cNvCxnSpPr>
            <a:cxnSpLocks/>
            <a:stCxn id="256" idx="2"/>
            <a:endCxn id="119" idx="1"/>
          </p:cNvCxnSpPr>
          <p:nvPr/>
        </p:nvCxnSpPr>
        <p:spPr>
          <a:xfrm rot="16200000" flipH="1">
            <a:off x="4656400" y="6085135"/>
            <a:ext cx="700449" cy="1403147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3" name="グループ化 122">
            <a:extLst>
              <a:ext uri="{FF2B5EF4-FFF2-40B4-BE49-F238E27FC236}">
                <a16:creationId xmlns:a16="http://schemas.microsoft.com/office/drawing/2014/main" id="{67A16ED4-7CB7-E0D2-DEBD-E6ACA7FCB61E}"/>
              </a:ext>
            </a:extLst>
          </p:cNvPr>
          <p:cNvGrpSpPr/>
          <p:nvPr/>
        </p:nvGrpSpPr>
        <p:grpSpPr>
          <a:xfrm>
            <a:off x="8276502" y="5091981"/>
            <a:ext cx="639445" cy="514350"/>
            <a:chOff x="1007" y="4838"/>
            <a:chExt cx="1007" cy="810"/>
          </a:xfrm>
        </p:grpSpPr>
        <p:grpSp>
          <p:nvGrpSpPr>
            <p:cNvPr id="124" name="グループ化 123">
              <a:extLst>
                <a:ext uri="{FF2B5EF4-FFF2-40B4-BE49-F238E27FC236}">
                  <a16:creationId xmlns:a16="http://schemas.microsoft.com/office/drawing/2014/main" id="{5F2755C8-0286-79B3-ED85-58D2DFC5FAB8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126" name="正方形/長方形 156">
                <a:extLst>
                  <a:ext uri="{FF2B5EF4-FFF2-40B4-BE49-F238E27FC236}">
                    <a16:creationId xmlns:a16="http://schemas.microsoft.com/office/drawing/2014/main" id="{0DF5C166-42CE-CA2F-B649-2953883174EC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127" name="グラフィックス 157" descr="封筒">
                <a:extLst>
                  <a:ext uri="{FF2B5EF4-FFF2-40B4-BE49-F238E27FC236}">
                    <a16:creationId xmlns:a16="http://schemas.microsoft.com/office/drawing/2014/main" id="{6515929D-EEEA-7763-F387-C26DEE8B81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125" name="テキスト ボックス 158">
              <a:extLst>
                <a:ext uri="{FF2B5EF4-FFF2-40B4-BE49-F238E27FC236}">
                  <a16:creationId xmlns:a16="http://schemas.microsoft.com/office/drawing/2014/main" id="{3469DCC3-FBE7-C79A-ECB8-307AA138079A}"/>
                </a:ext>
              </a:extLst>
            </p:cNvPr>
            <p:cNvSpPr txBox="1"/>
            <p:nvPr/>
          </p:nvSpPr>
          <p:spPr>
            <a:xfrm>
              <a:off x="1007" y="5212"/>
              <a:ext cx="1007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入庫日回答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128" name="直線矢印コネクタ 40">
            <a:extLst>
              <a:ext uri="{FF2B5EF4-FFF2-40B4-BE49-F238E27FC236}">
                <a16:creationId xmlns:a16="http://schemas.microsoft.com/office/drawing/2014/main" id="{5D2A32C4-5B37-D808-FC9F-6D1BC693E012}"/>
              </a:ext>
            </a:extLst>
          </p:cNvPr>
          <p:cNvCxnSpPr>
            <a:cxnSpLocks/>
            <a:stCxn id="102" idx="3"/>
            <a:endCxn id="127" idx="1"/>
          </p:cNvCxnSpPr>
          <p:nvPr/>
        </p:nvCxnSpPr>
        <p:spPr>
          <a:xfrm>
            <a:off x="6019348" y="5245435"/>
            <a:ext cx="2421619" cy="212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2" name="グループ化 131">
            <a:extLst>
              <a:ext uri="{FF2B5EF4-FFF2-40B4-BE49-F238E27FC236}">
                <a16:creationId xmlns:a16="http://schemas.microsoft.com/office/drawing/2014/main" id="{3C054C2E-EEAC-AD12-6C27-5872C528D591}"/>
              </a:ext>
            </a:extLst>
          </p:cNvPr>
          <p:cNvGrpSpPr/>
          <p:nvPr/>
        </p:nvGrpSpPr>
        <p:grpSpPr>
          <a:xfrm>
            <a:off x="8276955" y="6978778"/>
            <a:ext cx="639445" cy="514350"/>
            <a:chOff x="1007" y="4838"/>
            <a:chExt cx="1007" cy="810"/>
          </a:xfrm>
        </p:grpSpPr>
        <p:grpSp>
          <p:nvGrpSpPr>
            <p:cNvPr id="133" name="グループ化 132">
              <a:extLst>
                <a:ext uri="{FF2B5EF4-FFF2-40B4-BE49-F238E27FC236}">
                  <a16:creationId xmlns:a16="http://schemas.microsoft.com/office/drawing/2014/main" id="{98617F97-6D85-5380-A852-C32B7073A13E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135" name="正方形/長方形 156">
                <a:extLst>
                  <a:ext uri="{FF2B5EF4-FFF2-40B4-BE49-F238E27FC236}">
                    <a16:creationId xmlns:a16="http://schemas.microsoft.com/office/drawing/2014/main" id="{1D4FF116-40C4-3649-2A1C-B5D66FEACF9B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137" name="グラフィックス 157" descr="封筒">
                <a:extLst>
                  <a:ext uri="{FF2B5EF4-FFF2-40B4-BE49-F238E27FC236}">
                    <a16:creationId xmlns:a16="http://schemas.microsoft.com/office/drawing/2014/main" id="{C6717006-2CD6-5867-1838-B4F2759662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134" name="テキスト ボックス 158">
              <a:extLst>
                <a:ext uri="{FF2B5EF4-FFF2-40B4-BE49-F238E27FC236}">
                  <a16:creationId xmlns:a16="http://schemas.microsoft.com/office/drawing/2014/main" id="{C1E1A335-4636-668B-C0C5-DB5A7367FAFB}"/>
                </a:ext>
              </a:extLst>
            </p:cNvPr>
            <p:cNvSpPr txBox="1"/>
            <p:nvPr/>
          </p:nvSpPr>
          <p:spPr>
            <a:xfrm>
              <a:off x="1007" y="5212"/>
              <a:ext cx="1007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入庫報告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138" name="直線矢印コネクタ 40">
            <a:extLst>
              <a:ext uri="{FF2B5EF4-FFF2-40B4-BE49-F238E27FC236}">
                <a16:creationId xmlns:a16="http://schemas.microsoft.com/office/drawing/2014/main" id="{51E65897-4791-0223-364F-FDD1FAE89618}"/>
              </a:ext>
            </a:extLst>
          </p:cNvPr>
          <p:cNvCxnSpPr>
            <a:cxnSpLocks/>
            <a:stCxn id="119" idx="3"/>
            <a:endCxn id="137" idx="1"/>
          </p:cNvCxnSpPr>
          <p:nvPr/>
        </p:nvCxnSpPr>
        <p:spPr>
          <a:xfrm flipV="1">
            <a:off x="6019348" y="7134353"/>
            <a:ext cx="2422072" cy="258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四角形 40">
            <a:extLst>
              <a:ext uri="{FF2B5EF4-FFF2-40B4-BE49-F238E27FC236}">
                <a16:creationId xmlns:a16="http://schemas.microsoft.com/office/drawing/2014/main" id="{F60D0774-1C87-6FEB-EB61-CA262F4CB97E}"/>
              </a:ext>
            </a:extLst>
          </p:cNvPr>
          <p:cNvSpPr/>
          <p:nvPr/>
        </p:nvSpPr>
        <p:spPr>
          <a:xfrm>
            <a:off x="7620739" y="9610254"/>
            <a:ext cx="747181" cy="128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0" lvl="1" algn="ctr"/>
            <a:r>
              <a:rPr lang="ja-JP" altLang="en-US" sz="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出庫報告</a:t>
            </a:r>
          </a:p>
        </p:txBody>
      </p:sp>
      <p:sp>
        <p:nvSpPr>
          <p:cNvPr id="147" name="楕円 146">
            <a:extLst>
              <a:ext uri="{FF2B5EF4-FFF2-40B4-BE49-F238E27FC236}">
                <a16:creationId xmlns:a16="http://schemas.microsoft.com/office/drawing/2014/main" id="{59DB0133-06CE-D879-CE95-65FA25BE984C}"/>
              </a:ext>
            </a:extLst>
          </p:cNvPr>
          <p:cNvSpPr/>
          <p:nvPr/>
        </p:nvSpPr>
        <p:spPr>
          <a:xfrm>
            <a:off x="1050366" y="11650033"/>
            <a:ext cx="192028" cy="193597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endParaRPr kumimoji="1" lang="ja-JP" altLang="en-US" sz="600" dirty="0">
              <a:solidFill>
                <a:schemeClr val="tx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四角形 40">
            <a:extLst>
              <a:ext uri="{FF2B5EF4-FFF2-40B4-BE49-F238E27FC236}">
                <a16:creationId xmlns:a16="http://schemas.microsoft.com/office/drawing/2014/main" id="{813CB85A-D180-A5EE-AB26-F5D4B3343FA3}"/>
              </a:ext>
            </a:extLst>
          </p:cNvPr>
          <p:cNvSpPr/>
          <p:nvPr/>
        </p:nvSpPr>
        <p:spPr>
          <a:xfrm>
            <a:off x="721289" y="6100697"/>
            <a:ext cx="850181" cy="25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初回冬タイヤ</a:t>
            </a:r>
          </a:p>
        </p:txBody>
      </p:sp>
      <p:cxnSp>
        <p:nvCxnSpPr>
          <p:cNvPr id="9" name="直線矢印コネクタ 40">
            <a:extLst>
              <a:ext uri="{FF2B5EF4-FFF2-40B4-BE49-F238E27FC236}">
                <a16:creationId xmlns:a16="http://schemas.microsoft.com/office/drawing/2014/main" id="{5F13C86C-610F-BFAF-E079-C8182404D045}"/>
              </a:ext>
            </a:extLst>
          </p:cNvPr>
          <p:cNvCxnSpPr>
            <a:cxnSpLocks/>
            <a:stCxn id="358" idx="2"/>
            <a:endCxn id="147" idx="0"/>
          </p:cNvCxnSpPr>
          <p:nvPr/>
        </p:nvCxnSpPr>
        <p:spPr>
          <a:xfrm>
            <a:off x="1146380" y="11334449"/>
            <a:ext cx="0" cy="31558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四角形 40">
            <a:extLst>
              <a:ext uri="{FF2B5EF4-FFF2-40B4-BE49-F238E27FC236}">
                <a16:creationId xmlns:a16="http://schemas.microsoft.com/office/drawing/2014/main" id="{2485B5F2-2033-3408-F129-2A45D99B5CE8}"/>
              </a:ext>
            </a:extLst>
          </p:cNvPr>
          <p:cNvSpPr/>
          <p:nvPr/>
        </p:nvSpPr>
        <p:spPr>
          <a:xfrm>
            <a:off x="1146380" y="11669594"/>
            <a:ext cx="872920" cy="195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0" lvl="1" algn="ctr"/>
            <a:r>
              <a:rPr lang="ja-JP" altLang="en-US" sz="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入庫依頼に続く</a:t>
            </a:r>
          </a:p>
        </p:txBody>
      </p:sp>
      <p:sp>
        <p:nvSpPr>
          <p:cNvPr id="27" name="四角形 40">
            <a:extLst>
              <a:ext uri="{FF2B5EF4-FFF2-40B4-BE49-F238E27FC236}">
                <a16:creationId xmlns:a16="http://schemas.microsoft.com/office/drawing/2014/main" id="{0AC0148F-144F-522C-54BF-9325FF2406E9}"/>
              </a:ext>
            </a:extLst>
          </p:cNvPr>
          <p:cNvSpPr/>
          <p:nvPr/>
        </p:nvSpPr>
        <p:spPr>
          <a:xfrm>
            <a:off x="1098712" y="11288303"/>
            <a:ext cx="631628" cy="25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冬タイヤ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3BA175A-FD30-9D48-A7E9-9DB5C44EA92E}"/>
              </a:ext>
            </a:extLst>
          </p:cNvPr>
          <p:cNvSpPr/>
          <p:nvPr/>
        </p:nvSpPr>
        <p:spPr>
          <a:xfrm>
            <a:off x="2753602" y="2470151"/>
            <a:ext cx="3961624" cy="3155234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TAS</a:t>
            </a:r>
            <a:r>
              <a:rPr kumimoji="1" lang="ja-JP" altLang="en-US" sz="2400" dirty="0">
                <a:solidFill>
                  <a:schemeClr val="tx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様で考えた</a:t>
            </a:r>
            <a:endParaRPr kumimoji="1" lang="en-US" altLang="ja-JP" sz="2400" dirty="0">
              <a:solidFill>
                <a:schemeClr val="tx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400" dirty="0">
                <a:solidFill>
                  <a:schemeClr val="tx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タイヤ保管サービス</a:t>
            </a:r>
          </a:p>
        </p:txBody>
      </p:sp>
    </p:spTree>
    <p:extLst>
      <p:ext uri="{BB962C8B-B14F-4D97-AF65-F5344CB8AC3E}">
        <p14:creationId xmlns:p14="http://schemas.microsoft.com/office/powerpoint/2010/main" val="1876504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表 55">
            <a:extLst>
              <a:ext uri="{FF2B5EF4-FFF2-40B4-BE49-F238E27FC236}">
                <a16:creationId xmlns:a16="http://schemas.microsoft.com/office/drawing/2014/main" id="{500DDFE9-3823-5AC8-8901-E7E9A75145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4243654"/>
              </p:ext>
            </p:extLst>
          </p:nvPr>
        </p:nvGraphicFramePr>
        <p:xfrm>
          <a:off x="401955" y="1421702"/>
          <a:ext cx="8797290" cy="104548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6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6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3097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ja-JP" altLang="en-US" sz="16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  <a:sym typeface="+mn-ea"/>
                        </a:rPr>
                        <a:t>取引先</a:t>
                      </a:r>
                      <a:endParaRPr lang="en-US" altLang="en-US" sz="1600" b="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ja-JP" altLang="en-US" sz="16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フロント</a:t>
                      </a:r>
                      <a:r>
                        <a:rPr lang="en-US" altLang="ja-JP" sz="1600"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サイト</a:t>
                      </a:r>
                      <a:endParaRPr lang="en-US" altLang="en-US" sz="1600" b="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ja-JP" altLang="en-US" sz="1600" b="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管理サイト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ja-JP" altLang="en-US" sz="1600" b="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サイト管理者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ja-JP" altLang="en-US" sz="1600" b="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基幹システム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ja-JP" altLang="en-US" sz="1600" b="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倉庫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11764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000" b="0" dirty="0">
                        <a:latin typeface="Century" panose="02040604050505020304" charset="0"/>
                        <a:ea typeface="Century" panose="02040604050505020304" charset="0"/>
                        <a:cs typeface="Century" panose="020406040505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 dirty="0">
                          <a:latin typeface="Century" panose="02040604050505020304" charset="0"/>
                          <a:cs typeface="Century" panose="02040604050505020304" charset="0"/>
                        </a:rPr>
                        <a:t> </a:t>
                      </a:r>
                      <a:endParaRPr lang="en-US" altLang="en-US" sz="1000" b="0" dirty="0">
                        <a:latin typeface="Century" panose="02040604050505020304" charset="0"/>
                        <a:ea typeface="Century" panose="02040604050505020304" charset="0"/>
                        <a:cs typeface="Century" panose="020406040505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 dirty="0">
                          <a:latin typeface="Century" panose="02040604050505020304" charset="0"/>
                          <a:cs typeface="Century" panose="02040604050505020304" charset="0"/>
                        </a:rPr>
                        <a:t> </a:t>
                      </a:r>
                      <a:endParaRPr lang="en-US" altLang="en-US" sz="1000" b="0" dirty="0">
                        <a:latin typeface="Century" panose="02040604050505020304" charset="0"/>
                        <a:ea typeface="Century" panose="02040604050505020304" charset="0"/>
                        <a:cs typeface="Century" panose="020406040505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 dirty="0">
                          <a:latin typeface="Century" panose="02040604050505020304" charset="0"/>
                          <a:cs typeface="Century" panose="02040604050505020304" charset="0"/>
                        </a:rPr>
                        <a:t> </a:t>
                      </a:r>
                      <a:endParaRPr lang="en-US" altLang="en-US" sz="1000" b="0" dirty="0">
                        <a:latin typeface="Century" panose="02040604050505020304" charset="0"/>
                        <a:ea typeface="Century" panose="02040604050505020304" charset="0"/>
                        <a:cs typeface="Century" panose="020406040505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000" b="0" dirty="0">
                        <a:latin typeface="Century" panose="02040604050505020304" charset="0"/>
                        <a:ea typeface="Century" panose="02040604050505020304" charset="0"/>
                        <a:cs typeface="Century" panose="020406040505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 dirty="0">
                          <a:latin typeface="Century" panose="02040604050505020304" charset="0"/>
                          <a:cs typeface="Century" panose="02040604050505020304" charset="0"/>
                        </a:rPr>
                        <a:t> </a:t>
                      </a:r>
                      <a:endParaRPr lang="en-US" altLang="en-US" sz="1000" b="0" dirty="0">
                        <a:latin typeface="Century" panose="02040604050505020304" charset="0"/>
                        <a:ea typeface="Century" panose="02040604050505020304" charset="0"/>
                        <a:cs typeface="Century" panose="020406040505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18" name="グループ化 317">
            <a:extLst>
              <a:ext uri="{FF2B5EF4-FFF2-40B4-BE49-F238E27FC236}">
                <a16:creationId xmlns:a16="http://schemas.microsoft.com/office/drawing/2014/main" id="{1AF81CB3-B895-43E0-A5DC-ADEA1BDC9E8E}"/>
              </a:ext>
            </a:extLst>
          </p:cNvPr>
          <p:cNvGrpSpPr/>
          <p:nvPr/>
        </p:nvGrpSpPr>
        <p:grpSpPr>
          <a:xfrm>
            <a:off x="9341980" y="1752379"/>
            <a:ext cx="1101032" cy="2780870"/>
            <a:chOff x="8123927" y="8904311"/>
            <a:chExt cx="1101032" cy="2780870"/>
          </a:xfrm>
        </p:grpSpPr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DC36EE3A-5FD5-1FBF-220F-7590D72543C8}"/>
                </a:ext>
              </a:extLst>
            </p:cNvPr>
            <p:cNvSpPr/>
            <p:nvPr userDrawn="1"/>
          </p:nvSpPr>
          <p:spPr>
            <a:xfrm>
              <a:off x="8123927" y="8904311"/>
              <a:ext cx="939487" cy="278087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1" lang="ja-JP" altLang="en-US" sz="715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凡例</a:t>
              </a:r>
              <a:endParaRPr kumimoji="1" lang="en-US" altLang="ja-JP" sz="715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l"/>
              <a:endParaRPr kumimoji="1" lang="ja-JP" altLang="en-US" sz="715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60" name="角丸四角形 11">
              <a:extLst>
                <a:ext uri="{FF2B5EF4-FFF2-40B4-BE49-F238E27FC236}">
                  <a16:creationId xmlns:a16="http://schemas.microsoft.com/office/drawing/2014/main" id="{CA27CFD0-F6B3-DBCC-804D-3BD5817ED2FE}"/>
                </a:ext>
              </a:extLst>
            </p:cNvPr>
            <p:cNvSpPr/>
            <p:nvPr userDrawn="1"/>
          </p:nvSpPr>
          <p:spPr>
            <a:xfrm>
              <a:off x="8181622" y="9411100"/>
              <a:ext cx="820079" cy="140409"/>
            </a:xfrm>
            <a:prstGeom prst="roundRect">
              <a:avLst/>
            </a:prstGeom>
            <a:solidFill>
              <a:schemeClr val="accent6"/>
            </a:solidFill>
            <a:ln w="9525">
              <a:solidFill>
                <a:sysClr val="windowText" lastClr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ja-JP" sz="645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EC-</a:t>
              </a:r>
              <a:r>
                <a:rPr kumimoji="1" lang="en-US" altLang="ja-JP" sz="645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RIider</a:t>
              </a:r>
              <a:r>
                <a:rPr kumimoji="1" lang="ja-JP" altLang="en-US" sz="645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機能</a:t>
              </a:r>
            </a:p>
          </p:txBody>
        </p:sp>
        <p:sp>
          <p:nvSpPr>
            <p:cNvPr id="62" name="角丸四角形 12">
              <a:extLst>
                <a:ext uri="{FF2B5EF4-FFF2-40B4-BE49-F238E27FC236}">
                  <a16:creationId xmlns:a16="http://schemas.microsoft.com/office/drawing/2014/main" id="{DDDBDA2C-6F51-20D5-7A24-9A102C64C316}"/>
                </a:ext>
              </a:extLst>
            </p:cNvPr>
            <p:cNvSpPr/>
            <p:nvPr userDrawn="1"/>
          </p:nvSpPr>
          <p:spPr>
            <a:xfrm>
              <a:off x="8181622" y="9586729"/>
              <a:ext cx="820079" cy="140409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ysClr val="windowText" lastClr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64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他システム機能</a:t>
              </a:r>
            </a:p>
          </p:txBody>
        </p:sp>
        <p:sp>
          <p:nvSpPr>
            <p:cNvPr id="63" name="角丸四角形 13">
              <a:extLst>
                <a:ext uri="{FF2B5EF4-FFF2-40B4-BE49-F238E27FC236}">
                  <a16:creationId xmlns:a16="http://schemas.microsoft.com/office/drawing/2014/main" id="{A9E8F0E7-442F-0732-C359-6B33DE3D4DE1}"/>
                </a:ext>
              </a:extLst>
            </p:cNvPr>
            <p:cNvSpPr/>
            <p:nvPr userDrawn="1"/>
          </p:nvSpPr>
          <p:spPr>
            <a:xfrm>
              <a:off x="8181621" y="9758417"/>
              <a:ext cx="831769" cy="145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ysClr val="windowText" lastClr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645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データ</a:t>
              </a:r>
            </a:p>
          </p:txBody>
        </p:sp>
        <p:sp>
          <p:nvSpPr>
            <p:cNvPr id="65" name="角丸四角形 14">
              <a:extLst>
                <a:ext uri="{FF2B5EF4-FFF2-40B4-BE49-F238E27FC236}">
                  <a16:creationId xmlns:a16="http://schemas.microsoft.com/office/drawing/2014/main" id="{BD143A6E-12E4-CD27-CDF4-8DF8C91F1B6B}"/>
                </a:ext>
              </a:extLst>
            </p:cNvPr>
            <p:cNvSpPr/>
            <p:nvPr userDrawn="1"/>
          </p:nvSpPr>
          <p:spPr>
            <a:xfrm>
              <a:off x="8181620" y="9930096"/>
              <a:ext cx="832926" cy="134929"/>
            </a:xfrm>
            <a:prstGeom prst="roundRect">
              <a:avLst/>
            </a:prstGeom>
            <a:solidFill>
              <a:sysClr val="window" lastClr="FFFFFF"/>
            </a:solidFill>
            <a:ln w="9525">
              <a:solidFill>
                <a:sysClr val="windowText" lastClr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64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非システム</a:t>
              </a:r>
            </a:p>
          </p:txBody>
        </p:sp>
        <p:cxnSp>
          <p:nvCxnSpPr>
            <p:cNvPr id="67" name="カギ線コネクタ 33">
              <a:extLst>
                <a:ext uri="{FF2B5EF4-FFF2-40B4-BE49-F238E27FC236}">
                  <a16:creationId xmlns:a16="http://schemas.microsoft.com/office/drawing/2014/main" id="{F6FB9C59-9F01-0668-66BC-1384FC719E9C}"/>
                </a:ext>
              </a:extLst>
            </p:cNvPr>
            <p:cNvCxnSpPr/>
            <p:nvPr userDrawn="1"/>
          </p:nvCxnSpPr>
          <p:spPr>
            <a:xfrm flipV="1">
              <a:off x="8185834" y="11254707"/>
              <a:ext cx="260699" cy="3256"/>
            </a:xfrm>
            <a:prstGeom prst="straightConnector1">
              <a:avLst/>
            </a:prstGeom>
            <a:ln w="9525">
              <a:solidFill>
                <a:srgbClr val="000000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テキスト ボックス 18">
              <a:extLst>
                <a:ext uri="{FF2B5EF4-FFF2-40B4-BE49-F238E27FC236}">
                  <a16:creationId xmlns:a16="http://schemas.microsoft.com/office/drawing/2014/main" id="{F04734C6-E9FE-A29B-B8C8-1429F244A65B}"/>
                </a:ext>
              </a:extLst>
            </p:cNvPr>
            <p:cNvSpPr txBox="1"/>
            <p:nvPr userDrawn="1"/>
          </p:nvSpPr>
          <p:spPr>
            <a:xfrm>
              <a:off x="8493157" y="11169096"/>
              <a:ext cx="633437" cy="189651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rtlCol="0" anchor="t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ja-JP" altLang="en-US" sz="570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業務の流れ</a:t>
              </a:r>
            </a:p>
          </p:txBody>
        </p:sp>
        <p:cxnSp>
          <p:nvCxnSpPr>
            <p:cNvPr id="69" name="カギ線コネクタ 33">
              <a:extLst>
                <a:ext uri="{FF2B5EF4-FFF2-40B4-BE49-F238E27FC236}">
                  <a16:creationId xmlns:a16="http://schemas.microsoft.com/office/drawing/2014/main" id="{33098B09-21D4-4711-E6FE-2733303B5AF9}"/>
                </a:ext>
              </a:extLst>
            </p:cNvPr>
            <p:cNvCxnSpPr/>
            <p:nvPr userDrawn="1"/>
          </p:nvCxnSpPr>
          <p:spPr>
            <a:xfrm flipV="1">
              <a:off x="8185834" y="11464432"/>
              <a:ext cx="260699" cy="2300"/>
            </a:xfrm>
            <a:prstGeom prst="straightConnector1">
              <a:avLst/>
            </a:prstGeom>
            <a:ln w="9525">
              <a:solidFill>
                <a:srgbClr val="000000"/>
              </a:solidFill>
              <a:prstDash val="dash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テキスト ボックス 20">
              <a:extLst>
                <a:ext uri="{FF2B5EF4-FFF2-40B4-BE49-F238E27FC236}">
                  <a16:creationId xmlns:a16="http://schemas.microsoft.com/office/drawing/2014/main" id="{470B1B41-CA8F-ADF5-9C10-BFE2C6AFB01B}"/>
                </a:ext>
              </a:extLst>
            </p:cNvPr>
            <p:cNvSpPr txBox="1"/>
            <p:nvPr userDrawn="1"/>
          </p:nvSpPr>
          <p:spPr>
            <a:xfrm>
              <a:off x="8469922" y="11353554"/>
              <a:ext cx="755037" cy="18009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rtlCol="0" anchor="t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ja-JP" altLang="en-US" sz="57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画面・</a:t>
              </a:r>
              <a:endParaRPr kumimoji="1" lang="en-US" altLang="ja-JP" sz="57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r>
                <a:rPr kumimoji="1" lang="ja-JP" altLang="en-US" sz="57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データアクセス</a:t>
              </a:r>
            </a:p>
          </p:txBody>
        </p:sp>
        <p:sp>
          <p:nvSpPr>
            <p:cNvPr id="71" name="円/楕円 21">
              <a:extLst>
                <a:ext uri="{FF2B5EF4-FFF2-40B4-BE49-F238E27FC236}">
                  <a16:creationId xmlns:a16="http://schemas.microsoft.com/office/drawing/2014/main" id="{481FC5DC-7A0C-77BC-98EB-7F717D06E2FB}"/>
                </a:ext>
              </a:extLst>
            </p:cNvPr>
            <p:cNvSpPr/>
            <p:nvPr userDrawn="1"/>
          </p:nvSpPr>
          <p:spPr>
            <a:xfrm>
              <a:off x="8225577" y="9109012"/>
              <a:ext cx="102857" cy="102857"/>
            </a:xfrm>
            <a:prstGeom prst="ellipse">
              <a:avLst/>
            </a:prstGeom>
            <a:solidFill>
              <a:srgbClr val="000000"/>
            </a:solidFill>
            <a:ln w="9525" cmpd="sng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715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72" name="テキスト ボックス 22">
              <a:extLst>
                <a:ext uri="{FF2B5EF4-FFF2-40B4-BE49-F238E27FC236}">
                  <a16:creationId xmlns:a16="http://schemas.microsoft.com/office/drawing/2014/main" id="{4558720F-EDF2-DE67-386D-330C87597558}"/>
                </a:ext>
              </a:extLst>
            </p:cNvPr>
            <p:cNvSpPr txBox="1"/>
            <p:nvPr userDrawn="1"/>
          </p:nvSpPr>
          <p:spPr>
            <a:xfrm>
              <a:off x="8362911" y="9079176"/>
              <a:ext cx="633437" cy="189651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rtlCol="0" anchor="t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ja-JP" altLang="en-US" sz="570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業務開始点</a:t>
              </a:r>
            </a:p>
          </p:txBody>
        </p:sp>
        <p:sp>
          <p:nvSpPr>
            <p:cNvPr id="73" name="ドーナツ 23">
              <a:extLst>
                <a:ext uri="{FF2B5EF4-FFF2-40B4-BE49-F238E27FC236}">
                  <a16:creationId xmlns:a16="http://schemas.microsoft.com/office/drawing/2014/main" id="{19E778F4-8F13-FABE-35A8-C2391DE0067C}"/>
                </a:ext>
              </a:extLst>
            </p:cNvPr>
            <p:cNvSpPr/>
            <p:nvPr userDrawn="1"/>
          </p:nvSpPr>
          <p:spPr>
            <a:xfrm>
              <a:off x="8226381" y="9255025"/>
              <a:ext cx="102857" cy="102857"/>
            </a:xfrm>
            <a:prstGeom prst="donut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 sz="715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74" name="テキスト ボックス 24">
              <a:extLst>
                <a:ext uri="{FF2B5EF4-FFF2-40B4-BE49-F238E27FC236}">
                  <a16:creationId xmlns:a16="http://schemas.microsoft.com/office/drawing/2014/main" id="{9EB4C23A-E3D1-6817-7E8F-608E703D16AE}"/>
                </a:ext>
              </a:extLst>
            </p:cNvPr>
            <p:cNvSpPr txBox="1"/>
            <p:nvPr userDrawn="1"/>
          </p:nvSpPr>
          <p:spPr>
            <a:xfrm>
              <a:off x="8362911" y="9222702"/>
              <a:ext cx="633437" cy="182847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rtlCol="0" anchor="t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ja-JP" altLang="en-US" sz="570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業務終了点</a:t>
              </a:r>
            </a:p>
          </p:txBody>
        </p:sp>
        <p:grpSp>
          <p:nvGrpSpPr>
            <p:cNvPr id="76" name="グループ化 75">
              <a:extLst>
                <a:ext uri="{FF2B5EF4-FFF2-40B4-BE49-F238E27FC236}">
                  <a16:creationId xmlns:a16="http://schemas.microsoft.com/office/drawing/2014/main" id="{4019A970-CE32-DE23-8041-EB118F2C8FCA}"/>
                </a:ext>
              </a:extLst>
            </p:cNvPr>
            <p:cNvGrpSpPr/>
            <p:nvPr userDrawn="1"/>
          </p:nvGrpSpPr>
          <p:grpSpPr>
            <a:xfrm>
              <a:off x="8131504" y="10916551"/>
              <a:ext cx="498805" cy="199416"/>
              <a:chOff x="82537" y="5336043"/>
              <a:chExt cx="1207799" cy="459100"/>
            </a:xfrm>
          </p:grpSpPr>
          <p:sp>
            <p:nvSpPr>
              <p:cNvPr id="87" name="フローチャート : 書類 26">
                <a:extLst>
                  <a:ext uri="{FF2B5EF4-FFF2-40B4-BE49-F238E27FC236}">
                    <a16:creationId xmlns:a16="http://schemas.microsoft.com/office/drawing/2014/main" id="{A7033C47-4F57-070E-2994-9BD56F64BA12}"/>
                  </a:ext>
                </a:extLst>
              </p:cNvPr>
              <p:cNvSpPr/>
              <p:nvPr/>
            </p:nvSpPr>
            <p:spPr>
              <a:xfrm>
                <a:off x="273038" y="5383668"/>
                <a:ext cx="762000" cy="400050"/>
              </a:xfrm>
              <a:prstGeom prst="flowChartDocument">
                <a:avLst/>
              </a:prstGeom>
              <a:solidFill>
                <a:sysClr val="window" lastClr="FFFFFF"/>
              </a:solidFill>
              <a:ln w="9525">
                <a:solidFill>
                  <a:sysClr val="windowText" lastClr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 sz="750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sp>
            <p:nvSpPr>
              <p:cNvPr id="89" name="テキスト ボックス 27">
                <a:extLst>
                  <a:ext uri="{FF2B5EF4-FFF2-40B4-BE49-F238E27FC236}">
                    <a16:creationId xmlns:a16="http://schemas.microsoft.com/office/drawing/2014/main" id="{28565441-9AC7-0C73-FB35-07BF6F6720EB}"/>
                  </a:ext>
                </a:extLst>
              </p:cNvPr>
              <p:cNvSpPr txBox="1"/>
              <p:nvPr/>
            </p:nvSpPr>
            <p:spPr>
              <a:xfrm>
                <a:off x="82537" y="5336043"/>
                <a:ext cx="1207799" cy="459100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square" rtlCol="0" anchor="ctr">
                <a:no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1" lang="ja-JP" altLang="en-US" sz="57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ファイル</a:t>
                </a:r>
              </a:p>
            </p:txBody>
          </p:sp>
        </p:grpSp>
        <p:pic>
          <p:nvPicPr>
            <p:cNvPr id="77" name="図 76">
              <a:extLst>
                <a:ext uri="{FF2B5EF4-FFF2-40B4-BE49-F238E27FC236}">
                  <a16:creationId xmlns:a16="http://schemas.microsoft.com/office/drawing/2014/main" id="{BA858A04-1A52-4735-4DC9-182E17CF07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8673091" y="10598344"/>
              <a:ext cx="258536" cy="166631"/>
            </a:xfrm>
            <a:prstGeom prst="rect">
              <a:avLst/>
            </a:prstGeom>
          </p:spPr>
        </p:pic>
        <p:sp>
          <p:nvSpPr>
            <p:cNvPr id="79" name="テキスト ボックス 29">
              <a:extLst>
                <a:ext uri="{FF2B5EF4-FFF2-40B4-BE49-F238E27FC236}">
                  <a16:creationId xmlns:a16="http://schemas.microsoft.com/office/drawing/2014/main" id="{FA1495FD-FBC1-1D58-B7B4-A198D451B9F8}"/>
                </a:ext>
              </a:extLst>
            </p:cNvPr>
            <p:cNvSpPr txBox="1"/>
            <p:nvPr userDrawn="1"/>
          </p:nvSpPr>
          <p:spPr>
            <a:xfrm>
              <a:off x="8617998" y="10760268"/>
              <a:ext cx="383754" cy="189165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rtlCol="0" anchor="t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ja-JP" altLang="en-US" sz="570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  <p:sp>
          <p:nvSpPr>
            <p:cNvPr id="80" name="フローチャート : 磁気ディスク 36">
              <a:extLst>
                <a:ext uri="{FF2B5EF4-FFF2-40B4-BE49-F238E27FC236}">
                  <a16:creationId xmlns:a16="http://schemas.microsoft.com/office/drawing/2014/main" id="{E35A0903-CA22-E19E-E0ED-D00D2FDE64A1}"/>
                </a:ext>
              </a:extLst>
            </p:cNvPr>
            <p:cNvSpPr/>
            <p:nvPr userDrawn="1"/>
          </p:nvSpPr>
          <p:spPr>
            <a:xfrm>
              <a:off x="8189881" y="10611276"/>
              <a:ext cx="335672" cy="219725"/>
            </a:xfrm>
            <a:prstGeom prst="flowChartMagneticDisk">
              <a:avLst/>
            </a:prstGeom>
            <a:solidFill>
              <a:sysClr val="window" lastClr="FFFFFF"/>
            </a:solidFill>
            <a:ln w="9525">
              <a:solidFill>
                <a:sysClr val="windowText" lastClr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570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データ</a:t>
              </a:r>
            </a:p>
          </p:txBody>
        </p:sp>
        <p:sp>
          <p:nvSpPr>
            <p:cNvPr id="82" name="楕円 81">
              <a:extLst>
                <a:ext uri="{FF2B5EF4-FFF2-40B4-BE49-F238E27FC236}">
                  <a16:creationId xmlns:a16="http://schemas.microsoft.com/office/drawing/2014/main" id="{5CADF93A-B7C7-86A7-5273-4837ADC5E073}"/>
                </a:ext>
              </a:extLst>
            </p:cNvPr>
            <p:cNvSpPr/>
            <p:nvPr/>
          </p:nvSpPr>
          <p:spPr>
            <a:xfrm>
              <a:off x="8210179" y="10366036"/>
              <a:ext cx="180000" cy="1800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>
                  <a:solidFill>
                    <a:schemeClr val="bg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rPr>
                <a:t>カ</a:t>
              </a:r>
            </a:p>
          </p:txBody>
        </p:sp>
        <p:sp>
          <p:nvSpPr>
            <p:cNvPr id="83" name="楕円 82">
              <a:extLst>
                <a:ext uri="{FF2B5EF4-FFF2-40B4-BE49-F238E27FC236}">
                  <a16:creationId xmlns:a16="http://schemas.microsoft.com/office/drawing/2014/main" id="{9F338E3A-3619-4FF2-428E-37BC2296B0B6}"/>
                </a:ext>
              </a:extLst>
            </p:cNvPr>
            <p:cNvSpPr/>
            <p:nvPr/>
          </p:nvSpPr>
          <p:spPr>
            <a:xfrm>
              <a:off x="8210179" y="10158388"/>
              <a:ext cx="180000" cy="1800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80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新</a:t>
              </a:r>
              <a:endParaRPr kumimoji="1" lang="ja-JP" altLang="en-US" sz="80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84" name="テキスト ボックス 22">
              <a:extLst>
                <a:ext uri="{FF2B5EF4-FFF2-40B4-BE49-F238E27FC236}">
                  <a16:creationId xmlns:a16="http://schemas.microsoft.com/office/drawing/2014/main" id="{2216E585-9B06-EEB5-7A7E-BFD73CA45483}"/>
                </a:ext>
              </a:extLst>
            </p:cNvPr>
            <p:cNvSpPr txBox="1"/>
            <p:nvPr/>
          </p:nvSpPr>
          <p:spPr>
            <a:xfrm>
              <a:off x="8356372" y="10167053"/>
              <a:ext cx="633437" cy="189651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rtlCol="0" anchor="t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ja-JP" altLang="en-US" sz="570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新規追加機能</a:t>
              </a:r>
            </a:p>
          </p:txBody>
        </p:sp>
        <p:sp>
          <p:nvSpPr>
            <p:cNvPr id="86" name="テキスト ボックス 22">
              <a:extLst>
                <a:ext uri="{FF2B5EF4-FFF2-40B4-BE49-F238E27FC236}">
                  <a16:creationId xmlns:a16="http://schemas.microsoft.com/office/drawing/2014/main" id="{F2738AB9-54FB-C738-31E9-BD9162313459}"/>
                </a:ext>
              </a:extLst>
            </p:cNvPr>
            <p:cNvSpPr txBox="1"/>
            <p:nvPr/>
          </p:nvSpPr>
          <p:spPr>
            <a:xfrm>
              <a:off x="8356371" y="10365403"/>
              <a:ext cx="633437" cy="189651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rtlCol="0" anchor="t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57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カスタマイズ機能</a:t>
              </a:r>
              <a:endParaRPr kumimoji="1" lang="ja-JP" altLang="en-US" sz="57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cxnSp>
        <p:nvCxnSpPr>
          <p:cNvPr id="29" name="直線矢印コネクタ 40">
            <a:extLst>
              <a:ext uri="{FF2B5EF4-FFF2-40B4-BE49-F238E27FC236}">
                <a16:creationId xmlns:a16="http://schemas.microsoft.com/office/drawing/2014/main" id="{88E1532B-F28A-4CED-9B3C-1B85268127E8}"/>
              </a:ext>
            </a:extLst>
          </p:cNvPr>
          <p:cNvCxnSpPr>
            <a:cxnSpLocks/>
          </p:cNvCxnSpPr>
          <p:nvPr/>
        </p:nvCxnSpPr>
        <p:spPr>
          <a:xfrm>
            <a:off x="1146380" y="2040487"/>
            <a:ext cx="0" cy="18284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円/楕円 21">
            <a:extLst>
              <a:ext uri="{FF2B5EF4-FFF2-40B4-BE49-F238E27FC236}">
                <a16:creationId xmlns:a16="http://schemas.microsoft.com/office/drawing/2014/main" id="{CC5C60F9-6144-9ED3-6F8A-C0F9A1EDBB36}"/>
              </a:ext>
            </a:extLst>
          </p:cNvPr>
          <p:cNvSpPr/>
          <p:nvPr/>
        </p:nvSpPr>
        <p:spPr>
          <a:xfrm>
            <a:off x="1094952" y="2417241"/>
            <a:ext cx="102857" cy="102857"/>
          </a:xfrm>
          <a:prstGeom prst="ellipse">
            <a:avLst/>
          </a:prstGeom>
          <a:solidFill>
            <a:srgbClr val="000000"/>
          </a:solidFill>
          <a:ln w="952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ja-JP" altLang="en-US" sz="715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四角形 40">
            <a:extLst>
              <a:ext uri="{FF2B5EF4-FFF2-40B4-BE49-F238E27FC236}">
                <a16:creationId xmlns:a16="http://schemas.microsoft.com/office/drawing/2014/main" id="{0E5600B6-5353-DB69-F807-9BB548C9AC30}"/>
              </a:ext>
            </a:extLst>
          </p:cNvPr>
          <p:cNvSpPr/>
          <p:nvPr/>
        </p:nvSpPr>
        <p:spPr>
          <a:xfrm>
            <a:off x="566180" y="2223334"/>
            <a:ext cx="1160400" cy="25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注文者</a:t>
            </a:r>
            <a:r>
              <a:rPr lang="en-US" altLang="ja-JP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(</a:t>
            </a:r>
            <a:r>
              <a:rPr lang="ja-JP" altLang="en-US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ディーラー</a:t>
            </a:r>
            <a:r>
              <a:rPr lang="en-US" altLang="ja-JP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)</a:t>
            </a:r>
            <a:endParaRPr lang="ja-JP" altLang="en-US" sz="8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+mn-ea"/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6A183D5B-4E18-7DF0-65C6-FA8B0E7C2DDD}"/>
              </a:ext>
            </a:extLst>
          </p:cNvPr>
          <p:cNvSpPr/>
          <p:nvPr/>
        </p:nvSpPr>
        <p:spPr>
          <a:xfrm>
            <a:off x="1050366" y="1846890"/>
            <a:ext cx="192028" cy="193597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endParaRPr kumimoji="1" lang="ja-JP" altLang="en-US" sz="600" dirty="0">
              <a:solidFill>
                <a:schemeClr val="tx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52" name="Google Shape;378;p22" descr="屋内, いっぱい, 窓, 部屋 が含まれている画像&#10;&#10;自動的に生成された説明">
            <a:extLst>
              <a:ext uri="{FF2B5EF4-FFF2-40B4-BE49-F238E27FC236}">
                <a16:creationId xmlns:a16="http://schemas.microsoft.com/office/drawing/2014/main" id="{7E05CC28-DC99-2F50-3EF0-30424871675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215" y="4329695"/>
            <a:ext cx="388328" cy="51777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四角形 40">
            <a:extLst>
              <a:ext uri="{FF2B5EF4-FFF2-40B4-BE49-F238E27FC236}">
                <a16:creationId xmlns:a16="http://schemas.microsoft.com/office/drawing/2014/main" id="{BD0B5D0C-1D82-BB3B-ACF8-306DBB13D9C9}"/>
              </a:ext>
            </a:extLst>
          </p:cNvPr>
          <p:cNvSpPr/>
          <p:nvPr/>
        </p:nvSpPr>
        <p:spPr>
          <a:xfrm>
            <a:off x="721289" y="4809423"/>
            <a:ext cx="850181" cy="25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夏タイヤ</a:t>
            </a:r>
          </a:p>
        </p:txBody>
      </p:sp>
      <p:cxnSp>
        <p:nvCxnSpPr>
          <p:cNvPr id="57" name="直線矢印コネクタ 40">
            <a:extLst>
              <a:ext uri="{FF2B5EF4-FFF2-40B4-BE49-F238E27FC236}">
                <a16:creationId xmlns:a16="http://schemas.microsoft.com/office/drawing/2014/main" id="{1FE552BB-8238-7133-7B8B-530E3501F481}"/>
              </a:ext>
            </a:extLst>
          </p:cNvPr>
          <p:cNvCxnSpPr>
            <a:cxnSpLocks/>
            <a:stCxn id="31" idx="4"/>
            <a:endCxn id="58" idx="1"/>
          </p:cNvCxnSpPr>
          <p:nvPr/>
        </p:nvCxnSpPr>
        <p:spPr>
          <a:xfrm rot="16200000" flipH="1">
            <a:off x="1611870" y="2054609"/>
            <a:ext cx="152420" cy="1083398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角丸四角形 11">
            <a:extLst>
              <a:ext uri="{FF2B5EF4-FFF2-40B4-BE49-F238E27FC236}">
                <a16:creationId xmlns:a16="http://schemas.microsoft.com/office/drawing/2014/main" id="{B6FB3BCB-E264-C0D6-8CAC-24F83CE5B641}"/>
              </a:ext>
            </a:extLst>
          </p:cNvPr>
          <p:cNvSpPr/>
          <p:nvPr/>
        </p:nvSpPr>
        <p:spPr>
          <a:xfrm>
            <a:off x="2229779" y="2582665"/>
            <a:ext cx="819785" cy="179705"/>
          </a:xfrm>
          <a:prstGeom prst="roundRect">
            <a:avLst/>
          </a:prstGeom>
          <a:solidFill>
            <a:schemeClr val="accent6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645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購入履歴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00CE0CA0-14CC-B246-6F66-2564B5719F1C}"/>
              </a:ext>
            </a:extLst>
          </p:cNvPr>
          <p:cNvSpPr/>
          <p:nvPr/>
        </p:nvSpPr>
        <p:spPr>
          <a:xfrm>
            <a:off x="2229779" y="2575964"/>
            <a:ext cx="325709" cy="19941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800" dirty="0">
              <a:solidFill>
                <a:schemeClr val="tx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D62E5BC8-9E2C-80C2-C144-794E6E2C62BF}"/>
              </a:ext>
            </a:extLst>
          </p:cNvPr>
          <p:cNvSpPr/>
          <p:nvPr/>
        </p:nvSpPr>
        <p:spPr>
          <a:xfrm>
            <a:off x="2726101" y="2572812"/>
            <a:ext cx="325709" cy="19941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800" dirty="0">
              <a:solidFill>
                <a:schemeClr val="tx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四角形 40">
            <a:extLst>
              <a:ext uri="{FF2B5EF4-FFF2-40B4-BE49-F238E27FC236}">
                <a16:creationId xmlns:a16="http://schemas.microsoft.com/office/drawing/2014/main" id="{5F166841-9513-3FD2-8238-8948AD585DCA}"/>
              </a:ext>
            </a:extLst>
          </p:cNvPr>
          <p:cNvSpPr/>
          <p:nvPr/>
        </p:nvSpPr>
        <p:spPr>
          <a:xfrm>
            <a:off x="1340544" y="2505915"/>
            <a:ext cx="573592" cy="15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0" lvl="1" algn="ctr"/>
            <a:r>
              <a:rPr lang="ja-JP" altLang="en-US" sz="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入庫依頼</a:t>
            </a:r>
          </a:p>
        </p:txBody>
      </p:sp>
      <p:sp>
        <p:nvSpPr>
          <p:cNvPr id="85" name="フローチャート : 磁気ディスク 36">
            <a:extLst>
              <a:ext uri="{FF2B5EF4-FFF2-40B4-BE49-F238E27FC236}">
                <a16:creationId xmlns:a16="http://schemas.microsoft.com/office/drawing/2014/main" id="{B82552C6-E6BF-473C-BE21-A6A385613C79}"/>
              </a:ext>
            </a:extLst>
          </p:cNvPr>
          <p:cNvSpPr/>
          <p:nvPr/>
        </p:nvSpPr>
        <p:spPr>
          <a:xfrm>
            <a:off x="3349159" y="2488497"/>
            <a:ext cx="360014" cy="360005"/>
          </a:xfrm>
          <a:prstGeom prst="flowChartMagneticDisk">
            <a:avLst/>
          </a:prstGeom>
          <a:solidFill>
            <a:sysClr val="window" lastClr="FFFFFF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注文</a:t>
            </a:r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6ADAA7BC-EACE-FA1F-3B05-F2939A690EB4}"/>
              </a:ext>
            </a:extLst>
          </p:cNvPr>
          <p:cNvSpPr/>
          <p:nvPr/>
        </p:nvSpPr>
        <p:spPr>
          <a:xfrm>
            <a:off x="3282007" y="2417492"/>
            <a:ext cx="483032" cy="146814"/>
          </a:xfrm>
          <a:prstGeom prst="rect">
            <a:avLst/>
          </a:prstGeom>
          <a:solidFill>
            <a:srgbClr val="00206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入庫依頼</a:t>
            </a:r>
          </a:p>
        </p:txBody>
      </p:sp>
      <p:cxnSp>
        <p:nvCxnSpPr>
          <p:cNvPr id="92" name="直線矢印コネクタ 40">
            <a:extLst>
              <a:ext uri="{FF2B5EF4-FFF2-40B4-BE49-F238E27FC236}">
                <a16:creationId xmlns:a16="http://schemas.microsoft.com/office/drawing/2014/main" id="{0B9DE630-E0C1-6BB1-7BBE-BA77815AF78E}"/>
              </a:ext>
            </a:extLst>
          </p:cNvPr>
          <p:cNvCxnSpPr>
            <a:cxnSpLocks/>
            <a:stCxn id="58" idx="3"/>
            <a:endCxn id="85" idx="2"/>
          </p:cNvCxnSpPr>
          <p:nvPr/>
        </p:nvCxnSpPr>
        <p:spPr>
          <a:xfrm flipV="1">
            <a:off x="3049564" y="2668500"/>
            <a:ext cx="299595" cy="401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3" name="グループ化 92">
            <a:extLst>
              <a:ext uri="{FF2B5EF4-FFF2-40B4-BE49-F238E27FC236}">
                <a16:creationId xmlns:a16="http://schemas.microsoft.com/office/drawing/2014/main" id="{F3FF68CD-AD0A-4BC7-2969-56865143921D}"/>
              </a:ext>
            </a:extLst>
          </p:cNvPr>
          <p:cNvGrpSpPr/>
          <p:nvPr/>
        </p:nvGrpSpPr>
        <p:grpSpPr>
          <a:xfrm>
            <a:off x="801694" y="2802253"/>
            <a:ext cx="692150" cy="513080"/>
            <a:chOff x="962" y="4838"/>
            <a:chExt cx="1090" cy="808"/>
          </a:xfrm>
        </p:grpSpPr>
        <p:grpSp>
          <p:nvGrpSpPr>
            <p:cNvPr id="97" name="グループ化 96">
              <a:extLst>
                <a:ext uri="{FF2B5EF4-FFF2-40B4-BE49-F238E27FC236}">
                  <a16:creationId xmlns:a16="http://schemas.microsoft.com/office/drawing/2014/main" id="{A313F74B-064D-B09C-9D28-870D0652FD9C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106" name="正方形/長方形 156">
                <a:extLst>
                  <a:ext uri="{FF2B5EF4-FFF2-40B4-BE49-F238E27FC236}">
                    <a16:creationId xmlns:a16="http://schemas.microsoft.com/office/drawing/2014/main" id="{A5BF9486-A4B1-63B1-FB8A-B28AC5303987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107" name="グラフィックス 157" descr="封筒">
                <a:extLst>
                  <a:ext uri="{FF2B5EF4-FFF2-40B4-BE49-F238E27FC236}">
                    <a16:creationId xmlns:a16="http://schemas.microsoft.com/office/drawing/2014/main" id="{E4E84F99-27F1-C91F-CDC8-715BF68934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98" name="テキスト ボックス 158">
              <a:extLst>
                <a:ext uri="{FF2B5EF4-FFF2-40B4-BE49-F238E27FC236}">
                  <a16:creationId xmlns:a16="http://schemas.microsoft.com/office/drawing/2014/main" id="{6D65B508-7C2B-F230-147C-565B8611ADD2}"/>
                </a:ext>
              </a:extLst>
            </p:cNvPr>
            <p:cNvSpPr txBox="1"/>
            <p:nvPr/>
          </p:nvSpPr>
          <p:spPr>
            <a:xfrm>
              <a:off x="962" y="5210"/>
              <a:ext cx="1090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入庫依頼受付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grpSp>
        <p:nvGrpSpPr>
          <p:cNvPr id="108" name="グループ化 107">
            <a:extLst>
              <a:ext uri="{FF2B5EF4-FFF2-40B4-BE49-F238E27FC236}">
                <a16:creationId xmlns:a16="http://schemas.microsoft.com/office/drawing/2014/main" id="{525D5863-5385-3990-A7BE-DC248185C463}"/>
              </a:ext>
            </a:extLst>
          </p:cNvPr>
          <p:cNvGrpSpPr/>
          <p:nvPr/>
        </p:nvGrpSpPr>
        <p:grpSpPr>
          <a:xfrm>
            <a:off x="5534017" y="2800391"/>
            <a:ext cx="692150" cy="513080"/>
            <a:chOff x="962" y="4838"/>
            <a:chExt cx="1090" cy="808"/>
          </a:xfrm>
        </p:grpSpPr>
        <p:grpSp>
          <p:nvGrpSpPr>
            <p:cNvPr id="109" name="グループ化 108">
              <a:extLst>
                <a:ext uri="{FF2B5EF4-FFF2-40B4-BE49-F238E27FC236}">
                  <a16:creationId xmlns:a16="http://schemas.microsoft.com/office/drawing/2014/main" id="{A590D248-EC70-1BB0-C4A1-96CCA6143B08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112" name="正方形/長方形 156">
                <a:extLst>
                  <a:ext uri="{FF2B5EF4-FFF2-40B4-BE49-F238E27FC236}">
                    <a16:creationId xmlns:a16="http://schemas.microsoft.com/office/drawing/2014/main" id="{807AE505-36F1-F251-D7B5-5D574FD176E0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113" name="グラフィックス 157" descr="封筒">
                <a:extLst>
                  <a:ext uri="{FF2B5EF4-FFF2-40B4-BE49-F238E27FC236}">
                    <a16:creationId xmlns:a16="http://schemas.microsoft.com/office/drawing/2014/main" id="{86779C36-6568-B7D4-EE7C-66D0145447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110" name="テキスト ボックス 158">
              <a:extLst>
                <a:ext uri="{FF2B5EF4-FFF2-40B4-BE49-F238E27FC236}">
                  <a16:creationId xmlns:a16="http://schemas.microsoft.com/office/drawing/2014/main" id="{8B47D245-A6DC-D46F-293A-4F12CEB49650}"/>
                </a:ext>
              </a:extLst>
            </p:cNvPr>
            <p:cNvSpPr txBox="1"/>
            <p:nvPr/>
          </p:nvSpPr>
          <p:spPr>
            <a:xfrm>
              <a:off x="962" y="5210"/>
              <a:ext cx="1090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入庫依頼受付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121" name="直線矢印コネクタ 40">
            <a:extLst>
              <a:ext uri="{FF2B5EF4-FFF2-40B4-BE49-F238E27FC236}">
                <a16:creationId xmlns:a16="http://schemas.microsoft.com/office/drawing/2014/main" id="{5D373405-B210-446D-4F3C-C82659389E15}"/>
              </a:ext>
            </a:extLst>
          </p:cNvPr>
          <p:cNvCxnSpPr>
            <a:cxnSpLocks/>
            <a:stCxn id="58" idx="2"/>
            <a:endCxn id="107" idx="3"/>
          </p:cNvCxnSpPr>
          <p:nvPr/>
        </p:nvCxnSpPr>
        <p:spPr>
          <a:xfrm rot="5400000">
            <a:off x="1875049" y="2193205"/>
            <a:ext cx="195458" cy="1333788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直線矢印コネクタ 40">
            <a:extLst>
              <a:ext uri="{FF2B5EF4-FFF2-40B4-BE49-F238E27FC236}">
                <a16:creationId xmlns:a16="http://schemas.microsoft.com/office/drawing/2014/main" id="{C46102AD-8F44-DC1F-230E-9846E71F0724}"/>
              </a:ext>
            </a:extLst>
          </p:cNvPr>
          <p:cNvCxnSpPr>
            <a:cxnSpLocks/>
            <a:stCxn id="58" idx="2"/>
            <a:endCxn id="113" idx="1"/>
          </p:cNvCxnSpPr>
          <p:nvPr/>
        </p:nvCxnSpPr>
        <p:spPr>
          <a:xfrm rot="16200000" flipH="1">
            <a:off x="4086566" y="1315475"/>
            <a:ext cx="193596" cy="3087385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楕円 130">
            <a:extLst>
              <a:ext uri="{FF2B5EF4-FFF2-40B4-BE49-F238E27FC236}">
                <a16:creationId xmlns:a16="http://schemas.microsoft.com/office/drawing/2014/main" id="{F9972090-E0FB-A6D3-8C2E-33D2D5BC4FFC}"/>
              </a:ext>
            </a:extLst>
          </p:cNvPr>
          <p:cNvSpPr/>
          <p:nvPr/>
        </p:nvSpPr>
        <p:spPr>
          <a:xfrm>
            <a:off x="3672622" y="2579360"/>
            <a:ext cx="435429" cy="237764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2/4</a:t>
            </a:r>
            <a:endParaRPr kumimoji="1" lang="ja-JP" altLang="en-US" sz="500" b="1" dirty="0">
              <a:solidFill>
                <a:schemeClr val="bg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132" name="グループ化 131">
            <a:extLst>
              <a:ext uri="{FF2B5EF4-FFF2-40B4-BE49-F238E27FC236}">
                <a16:creationId xmlns:a16="http://schemas.microsoft.com/office/drawing/2014/main" id="{C77AFDDC-34F7-5912-68E4-B9DEF8823DA0}"/>
              </a:ext>
            </a:extLst>
          </p:cNvPr>
          <p:cNvGrpSpPr/>
          <p:nvPr/>
        </p:nvGrpSpPr>
        <p:grpSpPr>
          <a:xfrm>
            <a:off x="8254480" y="2800391"/>
            <a:ext cx="663575" cy="513080"/>
            <a:chOff x="977" y="4838"/>
            <a:chExt cx="1045" cy="808"/>
          </a:xfrm>
        </p:grpSpPr>
        <p:grpSp>
          <p:nvGrpSpPr>
            <p:cNvPr id="135" name="グループ化 134">
              <a:extLst>
                <a:ext uri="{FF2B5EF4-FFF2-40B4-BE49-F238E27FC236}">
                  <a16:creationId xmlns:a16="http://schemas.microsoft.com/office/drawing/2014/main" id="{91B745AB-0A4B-BDA8-4ACA-C3209E9B0AA1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151" name="正方形/長方形 156">
                <a:extLst>
                  <a:ext uri="{FF2B5EF4-FFF2-40B4-BE49-F238E27FC236}">
                    <a16:creationId xmlns:a16="http://schemas.microsoft.com/office/drawing/2014/main" id="{76D760B7-982F-C33D-AB54-4F2DAE77D913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152" name="グラフィックス 157" descr="封筒">
                <a:extLst>
                  <a:ext uri="{FF2B5EF4-FFF2-40B4-BE49-F238E27FC236}">
                    <a16:creationId xmlns:a16="http://schemas.microsoft.com/office/drawing/2014/main" id="{0BCB2201-32E3-EA97-BAD4-B9570CCE72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136" name="テキスト ボックス 158">
              <a:extLst>
                <a:ext uri="{FF2B5EF4-FFF2-40B4-BE49-F238E27FC236}">
                  <a16:creationId xmlns:a16="http://schemas.microsoft.com/office/drawing/2014/main" id="{B40F55F3-338B-34C5-4F2C-3103F2D05A13}"/>
                </a:ext>
              </a:extLst>
            </p:cNvPr>
            <p:cNvSpPr txBox="1"/>
            <p:nvPr/>
          </p:nvSpPr>
          <p:spPr>
            <a:xfrm>
              <a:off x="977" y="5210"/>
              <a:ext cx="1045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入庫依頼受付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162" name="直線矢印コネクタ 40">
            <a:extLst>
              <a:ext uri="{FF2B5EF4-FFF2-40B4-BE49-F238E27FC236}">
                <a16:creationId xmlns:a16="http://schemas.microsoft.com/office/drawing/2014/main" id="{2CF4F986-6D66-2999-B2AA-BFA200E32BE0}"/>
              </a:ext>
            </a:extLst>
          </p:cNvPr>
          <p:cNvCxnSpPr>
            <a:cxnSpLocks/>
            <a:stCxn id="113" idx="3"/>
            <a:endCxn id="152" idx="1"/>
          </p:cNvCxnSpPr>
          <p:nvPr/>
        </p:nvCxnSpPr>
        <p:spPr>
          <a:xfrm>
            <a:off x="6038207" y="2955966"/>
            <a:ext cx="239978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円/楕円 21">
            <a:extLst>
              <a:ext uri="{FF2B5EF4-FFF2-40B4-BE49-F238E27FC236}">
                <a16:creationId xmlns:a16="http://schemas.microsoft.com/office/drawing/2014/main" id="{B31F2A8D-A99B-EA77-1E25-9EC9C56810A5}"/>
              </a:ext>
            </a:extLst>
          </p:cNvPr>
          <p:cNvSpPr/>
          <p:nvPr/>
        </p:nvSpPr>
        <p:spPr>
          <a:xfrm>
            <a:off x="8545250" y="3443578"/>
            <a:ext cx="102857" cy="102857"/>
          </a:xfrm>
          <a:prstGeom prst="ellipse">
            <a:avLst/>
          </a:prstGeom>
          <a:solidFill>
            <a:srgbClr val="000000"/>
          </a:solidFill>
          <a:ln w="952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ja-JP" altLang="en-US" sz="715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0" name="四角形 40">
            <a:extLst>
              <a:ext uri="{FF2B5EF4-FFF2-40B4-BE49-F238E27FC236}">
                <a16:creationId xmlns:a16="http://schemas.microsoft.com/office/drawing/2014/main" id="{F05B9A0F-7762-FE73-207E-E9551EE48BA8}"/>
              </a:ext>
            </a:extLst>
          </p:cNvPr>
          <p:cNvSpPr/>
          <p:nvPr/>
        </p:nvSpPr>
        <p:spPr>
          <a:xfrm>
            <a:off x="8223087" y="3264253"/>
            <a:ext cx="747182" cy="25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倉庫担当者</a:t>
            </a:r>
          </a:p>
        </p:txBody>
      </p:sp>
      <p:sp>
        <p:nvSpPr>
          <p:cNvPr id="251" name="角丸四角形 11">
            <a:extLst>
              <a:ext uri="{FF2B5EF4-FFF2-40B4-BE49-F238E27FC236}">
                <a16:creationId xmlns:a16="http://schemas.microsoft.com/office/drawing/2014/main" id="{DCD69FC6-9B7F-19E3-5475-9835FA715AD4}"/>
              </a:ext>
            </a:extLst>
          </p:cNvPr>
          <p:cNvSpPr/>
          <p:nvPr/>
        </p:nvSpPr>
        <p:spPr>
          <a:xfrm>
            <a:off x="3895158" y="3605814"/>
            <a:ext cx="819785" cy="179705"/>
          </a:xfrm>
          <a:prstGeom prst="roundRect">
            <a:avLst/>
          </a:prstGeom>
          <a:solidFill>
            <a:schemeClr val="accent6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645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注文管理</a:t>
            </a:r>
          </a:p>
        </p:txBody>
      </p:sp>
      <p:cxnSp>
        <p:nvCxnSpPr>
          <p:cNvPr id="252" name="直線矢印コネクタ 40">
            <a:extLst>
              <a:ext uri="{FF2B5EF4-FFF2-40B4-BE49-F238E27FC236}">
                <a16:creationId xmlns:a16="http://schemas.microsoft.com/office/drawing/2014/main" id="{391BC640-7B32-DB1C-F760-1F4692B153D6}"/>
              </a:ext>
            </a:extLst>
          </p:cNvPr>
          <p:cNvCxnSpPr>
            <a:cxnSpLocks/>
            <a:stCxn id="249" idx="4"/>
            <a:endCxn id="251" idx="3"/>
          </p:cNvCxnSpPr>
          <p:nvPr/>
        </p:nvCxnSpPr>
        <p:spPr>
          <a:xfrm rot="5400000">
            <a:off x="6581195" y="1680183"/>
            <a:ext cx="149232" cy="388173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3" name="四角形 40">
            <a:extLst>
              <a:ext uri="{FF2B5EF4-FFF2-40B4-BE49-F238E27FC236}">
                <a16:creationId xmlns:a16="http://schemas.microsoft.com/office/drawing/2014/main" id="{4F5529A2-9AF1-0032-4BC1-64D3C40B268A}"/>
              </a:ext>
            </a:extLst>
          </p:cNvPr>
          <p:cNvSpPr/>
          <p:nvPr/>
        </p:nvSpPr>
        <p:spPr>
          <a:xfrm>
            <a:off x="7971658" y="3544502"/>
            <a:ext cx="573592" cy="15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0" lvl="1" algn="ctr"/>
            <a:r>
              <a:rPr lang="ja-JP" altLang="en-US" sz="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入庫日回答</a:t>
            </a:r>
          </a:p>
        </p:txBody>
      </p:sp>
      <p:sp>
        <p:nvSpPr>
          <p:cNvPr id="255" name="フローチャート : 磁気ディスク 36">
            <a:extLst>
              <a:ext uri="{FF2B5EF4-FFF2-40B4-BE49-F238E27FC236}">
                <a16:creationId xmlns:a16="http://schemas.microsoft.com/office/drawing/2014/main" id="{E6DF4748-B5FE-4F65-C505-26F0404B9614}"/>
              </a:ext>
            </a:extLst>
          </p:cNvPr>
          <p:cNvSpPr/>
          <p:nvPr/>
        </p:nvSpPr>
        <p:spPr>
          <a:xfrm>
            <a:off x="3212982" y="3517661"/>
            <a:ext cx="360014" cy="360005"/>
          </a:xfrm>
          <a:prstGeom prst="flowChartMagneticDisk">
            <a:avLst/>
          </a:prstGeom>
          <a:solidFill>
            <a:sysClr val="window" lastClr="FFFFFF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注文</a:t>
            </a:r>
          </a:p>
        </p:txBody>
      </p:sp>
      <p:sp>
        <p:nvSpPr>
          <p:cNvPr id="256" name="正方形/長方形 255">
            <a:extLst>
              <a:ext uri="{FF2B5EF4-FFF2-40B4-BE49-F238E27FC236}">
                <a16:creationId xmlns:a16="http://schemas.microsoft.com/office/drawing/2014/main" id="{7A9E5925-E16A-9BD4-B713-234ECC8F8F1B}"/>
              </a:ext>
            </a:extLst>
          </p:cNvPr>
          <p:cNvSpPr/>
          <p:nvPr/>
        </p:nvSpPr>
        <p:spPr>
          <a:xfrm>
            <a:off x="3145830" y="3446656"/>
            <a:ext cx="483032" cy="146814"/>
          </a:xfrm>
          <a:prstGeom prst="rect">
            <a:avLst/>
          </a:prstGeom>
          <a:solidFill>
            <a:srgbClr val="00206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入庫待ち</a:t>
            </a:r>
          </a:p>
        </p:txBody>
      </p:sp>
      <p:cxnSp>
        <p:nvCxnSpPr>
          <p:cNvPr id="257" name="直線矢印コネクタ 40">
            <a:extLst>
              <a:ext uri="{FF2B5EF4-FFF2-40B4-BE49-F238E27FC236}">
                <a16:creationId xmlns:a16="http://schemas.microsoft.com/office/drawing/2014/main" id="{D6B40D42-4203-F24E-7613-17B7BDB87FD0}"/>
              </a:ext>
            </a:extLst>
          </p:cNvPr>
          <p:cNvCxnSpPr>
            <a:cxnSpLocks/>
            <a:stCxn id="251" idx="1"/>
            <a:endCxn id="255" idx="4"/>
          </p:cNvCxnSpPr>
          <p:nvPr/>
        </p:nvCxnSpPr>
        <p:spPr>
          <a:xfrm flipH="1">
            <a:off x="3572996" y="3695667"/>
            <a:ext cx="322162" cy="199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8" name="グループ化 257">
            <a:extLst>
              <a:ext uri="{FF2B5EF4-FFF2-40B4-BE49-F238E27FC236}">
                <a16:creationId xmlns:a16="http://schemas.microsoft.com/office/drawing/2014/main" id="{11C301B7-0005-20AF-3B19-905A9259918E}"/>
              </a:ext>
            </a:extLst>
          </p:cNvPr>
          <p:cNvGrpSpPr/>
          <p:nvPr/>
        </p:nvGrpSpPr>
        <p:grpSpPr>
          <a:xfrm>
            <a:off x="830268" y="3812050"/>
            <a:ext cx="639445" cy="514350"/>
            <a:chOff x="1007" y="4838"/>
            <a:chExt cx="1007" cy="810"/>
          </a:xfrm>
        </p:grpSpPr>
        <p:grpSp>
          <p:nvGrpSpPr>
            <p:cNvPr id="260" name="グループ化 259">
              <a:extLst>
                <a:ext uri="{FF2B5EF4-FFF2-40B4-BE49-F238E27FC236}">
                  <a16:creationId xmlns:a16="http://schemas.microsoft.com/office/drawing/2014/main" id="{0F2D90EE-47BA-039B-20CE-5FF32CF1C688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266" name="正方形/長方形 156">
                <a:extLst>
                  <a:ext uri="{FF2B5EF4-FFF2-40B4-BE49-F238E27FC236}">
                    <a16:creationId xmlns:a16="http://schemas.microsoft.com/office/drawing/2014/main" id="{1454D007-34BE-8433-6A0D-36F6D528D246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267" name="グラフィックス 157" descr="封筒">
                <a:extLst>
                  <a:ext uri="{FF2B5EF4-FFF2-40B4-BE49-F238E27FC236}">
                    <a16:creationId xmlns:a16="http://schemas.microsoft.com/office/drawing/2014/main" id="{0C963891-6B85-9443-661D-48E2CA16AF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265" name="テキスト ボックス 158">
              <a:extLst>
                <a:ext uri="{FF2B5EF4-FFF2-40B4-BE49-F238E27FC236}">
                  <a16:creationId xmlns:a16="http://schemas.microsoft.com/office/drawing/2014/main" id="{4567DFD4-8FEE-F487-B007-426C2D19A704}"/>
                </a:ext>
              </a:extLst>
            </p:cNvPr>
            <p:cNvSpPr txBox="1"/>
            <p:nvPr/>
          </p:nvSpPr>
          <p:spPr>
            <a:xfrm>
              <a:off x="1007" y="5212"/>
              <a:ext cx="1007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入庫日回答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269" name="直線矢印コネクタ 40">
            <a:extLst>
              <a:ext uri="{FF2B5EF4-FFF2-40B4-BE49-F238E27FC236}">
                <a16:creationId xmlns:a16="http://schemas.microsoft.com/office/drawing/2014/main" id="{D3B2C1CB-3309-81BB-AC54-3A7A9E3FE5EE}"/>
              </a:ext>
            </a:extLst>
          </p:cNvPr>
          <p:cNvCxnSpPr>
            <a:cxnSpLocks/>
            <a:stCxn id="251" idx="2"/>
            <a:endCxn id="267" idx="3"/>
          </p:cNvCxnSpPr>
          <p:nvPr/>
        </p:nvCxnSpPr>
        <p:spPr>
          <a:xfrm rot="5400000">
            <a:off x="2714414" y="2376988"/>
            <a:ext cx="182106" cy="2999168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楕円 269">
            <a:extLst>
              <a:ext uri="{FF2B5EF4-FFF2-40B4-BE49-F238E27FC236}">
                <a16:creationId xmlns:a16="http://schemas.microsoft.com/office/drawing/2014/main" id="{D8D14940-FD80-AF89-7108-95652C93362A}"/>
              </a:ext>
            </a:extLst>
          </p:cNvPr>
          <p:cNvSpPr/>
          <p:nvPr/>
        </p:nvSpPr>
        <p:spPr>
          <a:xfrm>
            <a:off x="2803090" y="3603747"/>
            <a:ext cx="435429" cy="237764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2/4</a:t>
            </a:r>
            <a:endParaRPr kumimoji="1" lang="ja-JP" altLang="en-US" sz="500" b="1" dirty="0">
              <a:solidFill>
                <a:schemeClr val="bg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273" name="グループ化 272">
            <a:extLst>
              <a:ext uri="{FF2B5EF4-FFF2-40B4-BE49-F238E27FC236}">
                <a16:creationId xmlns:a16="http://schemas.microsoft.com/office/drawing/2014/main" id="{F750073D-FA92-01D8-80AB-54418C882C09}"/>
              </a:ext>
            </a:extLst>
          </p:cNvPr>
          <p:cNvGrpSpPr/>
          <p:nvPr/>
        </p:nvGrpSpPr>
        <p:grpSpPr>
          <a:xfrm>
            <a:off x="5543733" y="3813510"/>
            <a:ext cx="639445" cy="514350"/>
            <a:chOff x="1007" y="4838"/>
            <a:chExt cx="1007" cy="810"/>
          </a:xfrm>
        </p:grpSpPr>
        <p:grpSp>
          <p:nvGrpSpPr>
            <p:cNvPr id="274" name="グループ化 273">
              <a:extLst>
                <a:ext uri="{FF2B5EF4-FFF2-40B4-BE49-F238E27FC236}">
                  <a16:creationId xmlns:a16="http://schemas.microsoft.com/office/drawing/2014/main" id="{9AA68BF1-55F6-1D23-FEA4-0323AF8363D6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279" name="正方形/長方形 156">
                <a:extLst>
                  <a:ext uri="{FF2B5EF4-FFF2-40B4-BE49-F238E27FC236}">
                    <a16:creationId xmlns:a16="http://schemas.microsoft.com/office/drawing/2014/main" id="{0361DD22-1F22-CDC0-0C63-ECB11FF31262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281" name="グラフィックス 157" descr="封筒">
                <a:extLst>
                  <a:ext uri="{FF2B5EF4-FFF2-40B4-BE49-F238E27FC236}">
                    <a16:creationId xmlns:a16="http://schemas.microsoft.com/office/drawing/2014/main" id="{65DDA5D3-18DE-8CFC-96F4-92B29CBB5A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278" name="テキスト ボックス 158">
              <a:extLst>
                <a:ext uri="{FF2B5EF4-FFF2-40B4-BE49-F238E27FC236}">
                  <a16:creationId xmlns:a16="http://schemas.microsoft.com/office/drawing/2014/main" id="{03B62A51-FC44-7962-E19B-8CA7022D667F}"/>
                </a:ext>
              </a:extLst>
            </p:cNvPr>
            <p:cNvSpPr txBox="1"/>
            <p:nvPr/>
          </p:nvSpPr>
          <p:spPr>
            <a:xfrm>
              <a:off x="1007" y="5212"/>
              <a:ext cx="1007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入庫日回答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282" name="直線矢印コネクタ 40">
            <a:extLst>
              <a:ext uri="{FF2B5EF4-FFF2-40B4-BE49-F238E27FC236}">
                <a16:creationId xmlns:a16="http://schemas.microsoft.com/office/drawing/2014/main" id="{306604EB-C437-62A9-9FA2-52AD53B9BA57}"/>
              </a:ext>
            </a:extLst>
          </p:cNvPr>
          <p:cNvCxnSpPr>
            <a:cxnSpLocks/>
            <a:stCxn id="251" idx="2"/>
            <a:endCxn id="281" idx="1"/>
          </p:cNvCxnSpPr>
          <p:nvPr/>
        </p:nvCxnSpPr>
        <p:spPr>
          <a:xfrm rot="16200000" flipH="1">
            <a:off x="4914841" y="3175728"/>
            <a:ext cx="183566" cy="1403147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3" name="グループ化 282">
            <a:extLst>
              <a:ext uri="{FF2B5EF4-FFF2-40B4-BE49-F238E27FC236}">
                <a16:creationId xmlns:a16="http://schemas.microsoft.com/office/drawing/2014/main" id="{BC2DAA5A-F420-68E8-BD69-3A4D9800BE6D}"/>
              </a:ext>
            </a:extLst>
          </p:cNvPr>
          <p:cNvGrpSpPr/>
          <p:nvPr/>
        </p:nvGrpSpPr>
        <p:grpSpPr>
          <a:xfrm>
            <a:off x="8266545" y="3815631"/>
            <a:ext cx="639445" cy="514350"/>
            <a:chOff x="1007" y="4838"/>
            <a:chExt cx="1007" cy="810"/>
          </a:xfrm>
        </p:grpSpPr>
        <p:grpSp>
          <p:nvGrpSpPr>
            <p:cNvPr id="284" name="グループ化 283">
              <a:extLst>
                <a:ext uri="{FF2B5EF4-FFF2-40B4-BE49-F238E27FC236}">
                  <a16:creationId xmlns:a16="http://schemas.microsoft.com/office/drawing/2014/main" id="{336AE882-FEEA-B3FF-1119-068AC65BA03A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286" name="正方形/長方形 156">
                <a:extLst>
                  <a:ext uri="{FF2B5EF4-FFF2-40B4-BE49-F238E27FC236}">
                    <a16:creationId xmlns:a16="http://schemas.microsoft.com/office/drawing/2014/main" id="{A12AE83E-D0BE-E5A3-CC28-B9A7E9C74BD7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287" name="グラフィックス 157" descr="封筒">
                <a:extLst>
                  <a:ext uri="{FF2B5EF4-FFF2-40B4-BE49-F238E27FC236}">
                    <a16:creationId xmlns:a16="http://schemas.microsoft.com/office/drawing/2014/main" id="{28872237-4A7C-8846-70F4-37C786E3C9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285" name="テキスト ボックス 158">
              <a:extLst>
                <a:ext uri="{FF2B5EF4-FFF2-40B4-BE49-F238E27FC236}">
                  <a16:creationId xmlns:a16="http://schemas.microsoft.com/office/drawing/2014/main" id="{0392CA18-07EF-7FF2-D0A1-6C76754F9B6E}"/>
                </a:ext>
              </a:extLst>
            </p:cNvPr>
            <p:cNvSpPr txBox="1"/>
            <p:nvPr/>
          </p:nvSpPr>
          <p:spPr>
            <a:xfrm>
              <a:off x="1007" y="5212"/>
              <a:ext cx="1007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入庫日回答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288" name="直線矢印コネクタ 40">
            <a:extLst>
              <a:ext uri="{FF2B5EF4-FFF2-40B4-BE49-F238E27FC236}">
                <a16:creationId xmlns:a16="http://schemas.microsoft.com/office/drawing/2014/main" id="{E992A5C3-94D8-29B9-3BAA-F65AA98BB919}"/>
              </a:ext>
            </a:extLst>
          </p:cNvPr>
          <p:cNvCxnSpPr>
            <a:cxnSpLocks/>
            <a:stCxn id="281" idx="3"/>
            <a:endCxn id="287" idx="1"/>
          </p:cNvCxnSpPr>
          <p:nvPr/>
        </p:nvCxnSpPr>
        <p:spPr>
          <a:xfrm>
            <a:off x="6019348" y="3969085"/>
            <a:ext cx="2411662" cy="212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直線矢印コネクタ 40">
            <a:extLst>
              <a:ext uri="{FF2B5EF4-FFF2-40B4-BE49-F238E27FC236}">
                <a16:creationId xmlns:a16="http://schemas.microsoft.com/office/drawing/2014/main" id="{24DFD357-5F1B-7924-AF92-517566BDE3DB}"/>
              </a:ext>
            </a:extLst>
          </p:cNvPr>
          <p:cNvCxnSpPr>
            <a:cxnSpLocks/>
            <a:stCxn id="52" idx="3"/>
            <a:endCxn id="290" idx="1"/>
          </p:cNvCxnSpPr>
          <p:nvPr/>
        </p:nvCxnSpPr>
        <p:spPr>
          <a:xfrm>
            <a:off x="1340543" y="4588580"/>
            <a:ext cx="683840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0" name="角丸四角形 11">
            <a:extLst>
              <a:ext uri="{FF2B5EF4-FFF2-40B4-BE49-F238E27FC236}">
                <a16:creationId xmlns:a16="http://schemas.microsoft.com/office/drawing/2014/main" id="{949E445A-97FB-2582-11AA-794C8D3F5446}"/>
              </a:ext>
            </a:extLst>
          </p:cNvPr>
          <p:cNvSpPr/>
          <p:nvPr/>
        </p:nvSpPr>
        <p:spPr>
          <a:xfrm>
            <a:off x="8178945" y="4498580"/>
            <a:ext cx="819785" cy="180000"/>
          </a:xfrm>
          <a:prstGeom prst="roundRect">
            <a:avLst/>
          </a:prstGeom>
          <a:solidFill>
            <a:schemeClr val="bg1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645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入庫</a:t>
            </a:r>
            <a:endParaRPr kumimoji="1" lang="ja-JP" altLang="en-US" sz="645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1" name="円/楕円 21">
            <a:extLst>
              <a:ext uri="{FF2B5EF4-FFF2-40B4-BE49-F238E27FC236}">
                <a16:creationId xmlns:a16="http://schemas.microsoft.com/office/drawing/2014/main" id="{E8F96125-7E0A-2D55-52DC-EA7798D04F9E}"/>
              </a:ext>
            </a:extLst>
          </p:cNvPr>
          <p:cNvSpPr/>
          <p:nvPr/>
        </p:nvSpPr>
        <p:spPr>
          <a:xfrm>
            <a:off x="8545250" y="4870624"/>
            <a:ext cx="102857" cy="102857"/>
          </a:xfrm>
          <a:prstGeom prst="ellipse">
            <a:avLst/>
          </a:prstGeom>
          <a:solidFill>
            <a:srgbClr val="000000"/>
          </a:solidFill>
          <a:ln w="952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ja-JP" altLang="en-US" sz="715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3" name="四角形 40">
            <a:extLst>
              <a:ext uri="{FF2B5EF4-FFF2-40B4-BE49-F238E27FC236}">
                <a16:creationId xmlns:a16="http://schemas.microsoft.com/office/drawing/2014/main" id="{4E92B841-3514-E8FA-E1D5-4CB0C20FEEBF}"/>
              </a:ext>
            </a:extLst>
          </p:cNvPr>
          <p:cNvSpPr/>
          <p:nvPr/>
        </p:nvSpPr>
        <p:spPr>
          <a:xfrm>
            <a:off x="8223087" y="4691299"/>
            <a:ext cx="747182" cy="25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倉庫担当者</a:t>
            </a:r>
          </a:p>
        </p:txBody>
      </p:sp>
      <p:sp>
        <p:nvSpPr>
          <p:cNvPr id="294" name="角丸四角形 11">
            <a:extLst>
              <a:ext uri="{FF2B5EF4-FFF2-40B4-BE49-F238E27FC236}">
                <a16:creationId xmlns:a16="http://schemas.microsoft.com/office/drawing/2014/main" id="{911B30EC-9775-2A9C-FC2D-335ACD4507CF}"/>
              </a:ext>
            </a:extLst>
          </p:cNvPr>
          <p:cNvSpPr/>
          <p:nvPr/>
        </p:nvSpPr>
        <p:spPr>
          <a:xfrm>
            <a:off x="3895158" y="5009005"/>
            <a:ext cx="819785" cy="179705"/>
          </a:xfrm>
          <a:prstGeom prst="roundRect">
            <a:avLst/>
          </a:prstGeom>
          <a:solidFill>
            <a:schemeClr val="accent6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645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注文管理</a:t>
            </a:r>
          </a:p>
        </p:txBody>
      </p:sp>
      <p:cxnSp>
        <p:nvCxnSpPr>
          <p:cNvPr id="295" name="直線矢印コネクタ 40">
            <a:extLst>
              <a:ext uri="{FF2B5EF4-FFF2-40B4-BE49-F238E27FC236}">
                <a16:creationId xmlns:a16="http://schemas.microsoft.com/office/drawing/2014/main" id="{504DE79F-CFC2-F814-3897-8E6FDF83CED6}"/>
              </a:ext>
            </a:extLst>
          </p:cNvPr>
          <p:cNvCxnSpPr>
            <a:cxnSpLocks/>
            <a:stCxn id="291" idx="4"/>
            <a:endCxn id="294" idx="3"/>
          </p:cNvCxnSpPr>
          <p:nvPr/>
        </p:nvCxnSpPr>
        <p:spPr>
          <a:xfrm rot="5400000">
            <a:off x="6593123" y="3095301"/>
            <a:ext cx="125377" cy="388173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" name="四角形 40">
            <a:extLst>
              <a:ext uri="{FF2B5EF4-FFF2-40B4-BE49-F238E27FC236}">
                <a16:creationId xmlns:a16="http://schemas.microsoft.com/office/drawing/2014/main" id="{9C112C47-45AE-53C2-BB39-DF60EB4EA0D4}"/>
              </a:ext>
            </a:extLst>
          </p:cNvPr>
          <p:cNvSpPr/>
          <p:nvPr/>
        </p:nvSpPr>
        <p:spPr>
          <a:xfrm>
            <a:off x="7971658" y="4955645"/>
            <a:ext cx="573592" cy="15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0" lvl="1" algn="ctr"/>
            <a:r>
              <a:rPr lang="ja-JP" altLang="en-US" sz="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入庫報告</a:t>
            </a:r>
          </a:p>
        </p:txBody>
      </p:sp>
      <p:sp>
        <p:nvSpPr>
          <p:cNvPr id="297" name="フローチャート : 磁気ディスク 36">
            <a:extLst>
              <a:ext uri="{FF2B5EF4-FFF2-40B4-BE49-F238E27FC236}">
                <a16:creationId xmlns:a16="http://schemas.microsoft.com/office/drawing/2014/main" id="{6E97F89C-96E3-B889-75B1-26B26CFBBD02}"/>
              </a:ext>
            </a:extLst>
          </p:cNvPr>
          <p:cNvSpPr/>
          <p:nvPr/>
        </p:nvSpPr>
        <p:spPr>
          <a:xfrm>
            <a:off x="3212982" y="4920852"/>
            <a:ext cx="360014" cy="360005"/>
          </a:xfrm>
          <a:prstGeom prst="flowChartMagneticDisk">
            <a:avLst/>
          </a:prstGeom>
          <a:solidFill>
            <a:sysClr val="window" lastClr="FFFFFF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注文</a:t>
            </a:r>
          </a:p>
        </p:txBody>
      </p:sp>
      <p:sp>
        <p:nvSpPr>
          <p:cNvPr id="298" name="正方形/長方形 297">
            <a:extLst>
              <a:ext uri="{FF2B5EF4-FFF2-40B4-BE49-F238E27FC236}">
                <a16:creationId xmlns:a16="http://schemas.microsoft.com/office/drawing/2014/main" id="{383F6C9A-7A43-ABCA-79C3-1ADD2AB2C9C2}"/>
              </a:ext>
            </a:extLst>
          </p:cNvPr>
          <p:cNvSpPr/>
          <p:nvPr/>
        </p:nvSpPr>
        <p:spPr>
          <a:xfrm>
            <a:off x="3145830" y="4849847"/>
            <a:ext cx="483032" cy="146814"/>
          </a:xfrm>
          <a:prstGeom prst="rect">
            <a:avLst/>
          </a:prstGeom>
          <a:solidFill>
            <a:srgbClr val="00206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入庫済み</a:t>
            </a:r>
          </a:p>
        </p:txBody>
      </p:sp>
      <p:cxnSp>
        <p:nvCxnSpPr>
          <p:cNvPr id="299" name="直線矢印コネクタ 40">
            <a:extLst>
              <a:ext uri="{FF2B5EF4-FFF2-40B4-BE49-F238E27FC236}">
                <a16:creationId xmlns:a16="http://schemas.microsoft.com/office/drawing/2014/main" id="{7866EC15-CDAF-2A25-22E8-B39F745CC524}"/>
              </a:ext>
            </a:extLst>
          </p:cNvPr>
          <p:cNvCxnSpPr>
            <a:cxnSpLocks/>
            <a:stCxn id="294" idx="1"/>
            <a:endCxn id="297" idx="4"/>
          </p:cNvCxnSpPr>
          <p:nvPr/>
        </p:nvCxnSpPr>
        <p:spPr>
          <a:xfrm flipH="1">
            <a:off x="3572996" y="5098858"/>
            <a:ext cx="322162" cy="199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0" name="グループ化 299">
            <a:extLst>
              <a:ext uri="{FF2B5EF4-FFF2-40B4-BE49-F238E27FC236}">
                <a16:creationId xmlns:a16="http://schemas.microsoft.com/office/drawing/2014/main" id="{D8785DF6-9557-64AF-E8FB-6E78A4F7EAB3}"/>
              </a:ext>
            </a:extLst>
          </p:cNvPr>
          <p:cNvGrpSpPr/>
          <p:nvPr/>
        </p:nvGrpSpPr>
        <p:grpSpPr>
          <a:xfrm>
            <a:off x="830268" y="5731696"/>
            <a:ext cx="639445" cy="514350"/>
            <a:chOff x="1007" y="4838"/>
            <a:chExt cx="1007" cy="810"/>
          </a:xfrm>
        </p:grpSpPr>
        <p:grpSp>
          <p:nvGrpSpPr>
            <p:cNvPr id="301" name="グループ化 300">
              <a:extLst>
                <a:ext uri="{FF2B5EF4-FFF2-40B4-BE49-F238E27FC236}">
                  <a16:creationId xmlns:a16="http://schemas.microsoft.com/office/drawing/2014/main" id="{8627372A-EC0E-F3F1-9046-BE6597771B49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304" name="正方形/長方形 156">
                <a:extLst>
                  <a:ext uri="{FF2B5EF4-FFF2-40B4-BE49-F238E27FC236}">
                    <a16:creationId xmlns:a16="http://schemas.microsoft.com/office/drawing/2014/main" id="{29225158-609D-AF30-6D58-8ECCD586586C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305" name="グラフィックス 157" descr="封筒">
                <a:extLst>
                  <a:ext uri="{FF2B5EF4-FFF2-40B4-BE49-F238E27FC236}">
                    <a16:creationId xmlns:a16="http://schemas.microsoft.com/office/drawing/2014/main" id="{8DD38E8C-A822-B3BD-9252-58575759D4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302" name="テキスト ボックス 158">
              <a:extLst>
                <a:ext uri="{FF2B5EF4-FFF2-40B4-BE49-F238E27FC236}">
                  <a16:creationId xmlns:a16="http://schemas.microsoft.com/office/drawing/2014/main" id="{D4729138-4E47-A60A-E6B8-91EE87AA24BF}"/>
                </a:ext>
              </a:extLst>
            </p:cNvPr>
            <p:cNvSpPr txBox="1"/>
            <p:nvPr/>
          </p:nvSpPr>
          <p:spPr>
            <a:xfrm>
              <a:off x="1007" y="5212"/>
              <a:ext cx="1007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入庫報告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306" name="直線矢印コネクタ 40">
            <a:extLst>
              <a:ext uri="{FF2B5EF4-FFF2-40B4-BE49-F238E27FC236}">
                <a16:creationId xmlns:a16="http://schemas.microsoft.com/office/drawing/2014/main" id="{4A89DDA1-4F6A-C122-8F4A-03E1FA5A5097}"/>
              </a:ext>
            </a:extLst>
          </p:cNvPr>
          <p:cNvCxnSpPr>
            <a:cxnSpLocks/>
            <a:stCxn id="294" idx="2"/>
            <a:endCxn id="305" idx="3"/>
          </p:cNvCxnSpPr>
          <p:nvPr/>
        </p:nvCxnSpPr>
        <p:spPr>
          <a:xfrm rot="5400000">
            <a:off x="2456187" y="4038406"/>
            <a:ext cx="698561" cy="2999168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フローチャート : 磁気ディスク 36">
            <a:extLst>
              <a:ext uri="{FF2B5EF4-FFF2-40B4-BE49-F238E27FC236}">
                <a16:creationId xmlns:a16="http://schemas.microsoft.com/office/drawing/2014/main" id="{1BC85FDE-934E-439F-7756-525A787C06BA}"/>
              </a:ext>
            </a:extLst>
          </p:cNvPr>
          <p:cNvSpPr/>
          <p:nvPr/>
        </p:nvSpPr>
        <p:spPr>
          <a:xfrm>
            <a:off x="3212982" y="5433153"/>
            <a:ext cx="360014" cy="360005"/>
          </a:xfrm>
          <a:prstGeom prst="flowChartMagneticDisk">
            <a:avLst/>
          </a:prstGeom>
          <a:solidFill>
            <a:sysClr val="window" lastClr="FFFFFF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注文</a:t>
            </a:r>
          </a:p>
        </p:txBody>
      </p:sp>
      <p:sp>
        <p:nvSpPr>
          <p:cNvPr id="308" name="正方形/長方形 307">
            <a:extLst>
              <a:ext uri="{FF2B5EF4-FFF2-40B4-BE49-F238E27FC236}">
                <a16:creationId xmlns:a16="http://schemas.microsoft.com/office/drawing/2014/main" id="{1069B19A-7F68-8892-57F7-3B79F5A4DEE6}"/>
              </a:ext>
            </a:extLst>
          </p:cNvPr>
          <p:cNvSpPr/>
          <p:nvPr/>
        </p:nvSpPr>
        <p:spPr>
          <a:xfrm>
            <a:off x="3145830" y="5362148"/>
            <a:ext cx="483032" cy="146814"/>
          </a:xfrm>
          <a:prstGeom prst="rect">
            <a:avLst/>
          </a:prstGeom>
          <a:solidFill>
            <a:srgbClr val="00206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出庫待ち</a:t>
            </a:r>
          </a:p>
        </p:txBody>
      </p:sp>
      <p:cxnSp>
        <p:nvCxnSpPr>
          <p:cNvPr id="309" name="直線矢印コネクタ 40">
            <a:extLst>
              <a:ext uri="{FF2B5EF4-FFF2-40B4-BE49-F238E27FC236}">
                <a16:creationId xmlns:a16="http://schemas.microsoft.com/office/drawing/2014/main" id="{7B440090-AC82-7733-CCB3-15FE1C91779D}"/>
              </a:ext>
            </a:extLst>
          </p:cNvPr>
          <p:cNvCxnSpPr>
            <a:cxnSpLocks/>
            <a:stCxn id="294" idx="1"/>
            <a:endCxn id="307" idx="4"/>
          </p:cNvCxnSpPr>
          <p:nvPr/>
        </p:nvCxnSpPr>
        <p:spPr>
          <a:xfrm rot="10800000" flipV="1">
            <a:off x="3572996" y="5098858"/>
            <a:ext cx="322162" cy="51429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3" name="楕円 312">
            <a:extLst>
              <a:ext uri="{FF2B5EF4-FFF2-40B4-BE49-F238E27FC236}">
                <a16:creationId xmlns:a16="http://schemas.microsoft.com/office/drawing/2014/main" id="{CFDC64A7-D972-3DAE-160C-34164624D958}"/>
              </a:ext>
            </a:extLst>
          </p:cNvPr>
          <p:cNvSpPr/>
          <p:nvPr/>
        </p:nvSpPr>
        <p:spPr>
          <a:xfrm>
            <a:off x="2815261" y="5532104"/>
            <a:ext cx="435429" cy="237764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5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kumimoji="1" lang="en-US" altLang="ja-JP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/4</a:t>
            </a:r>
            <a:endParaRPr kumimoji="1" lang="ja-JP" altLang="en-US" sz="500" b="1" dirty="0">
              <a:solidFill>
                <a:schemeClr val="bg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7" name="楕円 316">
            <a:extLst>
              <a:ext uri="{FF2B5EF4-FFF2-40B4-BE49-F238E27FC236}">
                <a16:creationId xmlns:a16="http://schemas.microsoft.com/office/drawing/2014/main" id="{6780C9DC-02C0-D10E-393A-A7F0786BF12E}"/>
              </a:ext>
            </a:extLst>
          </p:cNvPr>
          <p:cNvSpPr/>
          <p:nvPr/>
        </p:nvSpPr>
        <p:spPr>
          <a:xfrm>
            <a:off x="2803090" y="5006090"/>
            <a:ext cx="435429" cy="237764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2/4</a:t>
            </a:r>
            <a:endParaRPr kumimoji="1" lang="ja-JP" altLang="en-US" sz="500" b="1" dirty="0">
              <a:solidFill>
                <a:schemeClr val="bg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320" name="グループ化 319">
            <a:extLst>
              <a:ext uri="{FF2B5EF4-FFF2-40B4-BE49-F238E27FC236}">
                <a16:creationId xmlns:a16="http://schemas.microsoft.com/office/drawing/2014/main" id="{387A33E8-207A-1234-664F-A433D216F7F5}"/>
              </a:ext>
            </a:extLst>
          </p:cNvPr>
          <p:cNvGrpSpPr/>
          <p:nvPr/>
        </p:nvGrpSpPr>
        <p:grpSpPr>
          <a:xfrm>
            <a:off x="5543733" y="5731696"/>
            <a:ext cx="639445" cy="514350"/>
            <a:chOff x="1007" y="4838"/>
            <a:chExt cx="1007" cy="810"/>
          </a:xfrm>
        </p:grpSpPr>
        <p:grpSp>
          <p:nvGrpSpPr>
            <p:cNvPr id="321" name="グループ化 320">
              <a:extLst>
                <a:ext uri="{FF2B5EF4-FFF2-40B4-BE49-F238E27FC236}">
                  <a16:creationId xmlns:a16="http://schemas.microsoft.com/office/drawing/2014/main" id="{C2BB2B12-1B37-7BCC-F46A-DB450B7B907C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323" name="正方形/長方形 156">
                <a:extLst>
                  <a:ext uri="{FF2B5EF4-FFF2-40B4-BE49-F238E27FC236}">
                    <a16:creationId xmlns:a16="http://schemas.microsoft.com/office/drawing/2014/main" id="{4487D225-148E-7C2C-6E70-4FC0FA7921A4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325" name="グラフィックス 157" descr="封筒">
                <a:extLst>
                  <a:ext uri="{FF2B5EF4-FFF2-40B4-BE49-F238E27FC236}">
                    <a16:creationId xmlns:a16="http://schemas.microsoft.com/office/drawing/2014/main" id="{C54DB196-2C79-3A75-D697-8D78D3B6B9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322" name="テキスト ボックス 158">
              <a:extLst>
                <a:ext uri="{FF2B5EF4-FFF2-40B4-BE49-F238E27FC236}">
                  <a16:creationId xmlns:a16="http://schemas.microsoft.com/office/drawing/2014/main" id="{606134E5-A9B1-7429-F322-DFD4C1FC7E71}"/>
                </a:ext>
              </a:extLst>
            </p:cNvPr>
            <p:cNvSpPr txBox="1"/>
            <p:nvPr/>
          </p:nvSpPr>
          <p:spPr>
            <a:xfrm>
              <a:off x="1007" y="5212"/>
              <a:ext cx="1007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入庫報告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327" name="直線矢印コネクタ 40">
            <a:extLst>
              <a:ext uri="{FF2B5EF4-FFF2-40B4-BE49-F238E27FC236}">
                <a16:creationId xmlns:a16="http://schemas.microsoft.com/office/drawing/2014/main" id="{DEC21F8A-A4E8-E841-22D9-10170C94A44A}"/>
              </a:ext>
            </a:extLst>
          </p:cNvPr>
          <p:cNvCxnSpPr>
            <a:cxnSpLocks/>
            <a:stCxn id="294" idx="2"/>
            <a:endCxn id="325" idx="1"/>
          </p:cNvCxnSpPr>
          <p:nvPr/>
        </p:nvCxnSpPr>
        <p:spPr>
          <a:xfrm rot="16200000" flipH="1">
            <a:off x="4657344" y="4836416"/>
            <a:ext cx="698561" cy="1403147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8" name="グループ化 327">
            <a:extLst>
              <a:ext uri="{FF2B5EF4-FFF2-40B4-BE49-F238E27FC236}">
                <a16:creationId xmlns:a16="http://schemas.microsoft.com/office/drawing/2014/main" id="{0CDD8424-2C02-DE98-7A31-7B5CE584D0EA}"/>
              </a:ext>
            </a:extLst>
          </p:cNvPr>
          <p:cNvGrpSpPr/>
          <p:nvPr/>
        </p:nvGrpSpPr>
        <p:grpSpPr>
          <a:xfrm>
            <a:off x="8266545" y="5731696"/>
            <a:ext cx="639445" cy="514350"/>
            <a:chOff x="1007" y="4838"/>
            <a:chExt cx="1007" cy="810"/>
          </a:xfrm>
        </p:grpSpPr>
        <p:grpSp>
          <p:nvGrpSpPr>
            <p:cNvPr id="329" name="グループ化 328">
              <a:extLst>
                <a:ext uri="{FF2B5EF4-FFF2-40B4-BE49-F238E27FC236}">
                  <a16:creationId xmlns:a16="http://schemas.microsoft.com/office/drawing/2014/main" id="{901F52C4-0FC9-63A9-EF17-F5078D5C23B9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332" name="正方形/長方形 156">
                <a:extLst>
                  <a:ext uri="{FF2B5EF4-FFF2-40B4-BE49-F238E27FC236}">
                    <a16:creationId xmlns:a16="http://schemas.microsoft.com/office/drawing/2014/main" id="{A4526912-99FE-71BD-1F5E-BE1E5DFE0BB0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333" name="グラフィックス 157" descr="封筒">
                <a:extLst>
                  <a:ext uri="{FF2B5EF4-FFF2-40B4-BE49-F238E27FC236}">
                    <a16:creationId xmlns:a16="http://schemas.microsoft.com/office/drawing/2014/main" id="{22A97085-D1F1-163D-962F-17EA11B3E0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331" name="テキスト ボックス 158">
              <a:extLst>
                <a:ext uri="{FF2B5EF4-FFF2-40B4-BE49-F238E27FC236}">
                  <a16:creationId xmlns:a16="http://schemas.microsoft.com/office/drawing/2014/main" id="{311AC6FC-B107-D589-94AF-266B490A56E7}"/>
                </a:ext>
              </a:extLst>
            </p:cNvPr>
            <p:cNvSpPr txBox="1"/>
            <p:nvPr/>
          </p:nvSpPr>
          <p:spPr>
            <a:xfrm>
              <a:off x="1007" y="5212"/>
              <a:ext cx="1007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入庫報告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334" name="直線矢印コネクタ 40">
            <a:extLst>
              <a:ext uri="{FF2B5EF4-FFF2-40B4-BE49-F238E27FC236}">
                <a16:creationId xmlns:a16="http://schemas.microsoft.com/office/drawing/2014/main" id="{E5973555-B11F-A0AB-C879-DBE956436D1F}"/>
              </a:ext>
            </a:extLst>
          </p:cNvPr>
          <p:cNvCxnSpPr>
            <a:cxnSpLocks/>
            <a:stCxn id="325" idx="3"/>
            <a:endCxn id="333" idx="1"/>
          </p:cNvCxnSpPr>
          <p:nvPr/>
        </p:nvCxnSpPr>
        <p:spPr>
          <a:xfrm>
            <a:off x="6019348" y="5887271"/>
            <a:ext cx="241166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直線矢印コネクタ 40">
            <a:extLst>
              <a:ext uri="{FF2B5EF4-FFF2-40B4-BE49-F238E27FC236}">
                <a16:creationId xmlns:a16="http://schemas.microsoft.com/office/drawing/2014/main" id="{39D3717B-66C2-6BE6-726C-C14DB34D29AA}"/>
              </a:ext>
            </a:extLst>
          </p:cNvPr>
          <p:cNvCxnSpPr>
            <a:cxnSpLocks/>
            <a:stCxn id="341" idx="4"/>
            <a:endCxn id="340" idx="1"/>
          </p:cNvCxnSpPr>
          <p:nvPr/>
        </p:nvCxnSpPr>
        <p:spPr>
          <a:xfrm rot="16200000" flipH="1">
            <a:off x="1596802" y="6011466"/>
            <a:ext cx="186314" cy="107963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角丸四角形 11">
            <a:extLst>
              <a:ext uri="{FF2B5EF4-FFF2-40B4-BE49-F238E27FC236}">
                <a16:creationId xmlns:a16="http://schemas.microsoft.com/office/drawing/2014/main" id="{325495EC-D3C3-F7AA-5B2D-F3732D7E1845}"/>
              </a:ext>
            </a:extLst>
          </p:cNvPr>
          <p:cNvSpPr/>
          <p:nvPr/>
        </p:nvSpPr>
        <p:spPr>
          <a:xfrm>
            <a:off x="2229779" y="6554590"/>
            <a:ext cx="819785" cy="179705"/>
          </a:xfrm>
          <a:prstGeom prst="roundRect">
            <a:avLst/>
          </a:prstGeom>
          <a:solidFill>
            <a:schemeClr val="accent6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645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購入履歴</a:t>
            </a:r>
          </a:p>
        </p:txBody>
      </p:sp>
      <p:sp>
        <p:nvSpPr>
          <p:cNvPr id="341" name="円/楕円 21">
            <a:extLst>
              <a:ext uri="{FF2B5EF4-FFF2-40B4-BE49-F238E27FC236}">
                <a16:creationId xmlns:a16="http://schemas.microsoft.com/office/drawing/2014/main" id="{A907778F-263F-F85E-5A08-B78B3838569C}"/>
              </a:ext>
            </a:extLst>
          </p:cNvPr>
          <p:cNvSpPr/>
          <p:nvPr/>
        </p:nvSpPr>
        <p:spPr>
          <a:xfrm>
            <a:off x="1098711" y="6355272"/>
            <a:ext cx="102857" cy="102857"/>
          </a:xfrm>
          <a:prstGeom prst="ellipse">
            <a:avLst/>
          </a:prstGeom>
          <a:solidFill>
            <a:srgbClr val="000000"/>
          </a:solidFill>
          <a:ln w="952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ja-JP" altLang="en-US" sz="715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2" name="四角形 40">
            <a:extLst>
              <a:ext uri="{FF2B5EF4-FFF2-40B4-BE49-F238E27FC236}">
                <a16:creationId xmlns:a16="http://schemas.microsoft.com/office/drawing/2014/main" id="{D38C264D-F3B5-7205-D4E0-66FDB5ACAC83}"/>
              </a:ext>
            </a:extLst>
          </p:cNvPr>
          <p:cNvSpPr/>
          <p:nvPr/>
        </p:nvSpPr>
        <p:spPr>
          <a:xfrm>
            <a:off x="569939" y="6161365"/>
            <a:ext cx="1160400" cy="25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注文者</a:t>
            </a:r>
            <a:r>
              <a:rPr lang="en-US" altLang="ja-JP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(</a:t>
            </a:r>
            <a:r>
              <a:rPr lang="ja-JP" altLang="en-US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ディーラー</a:t>
            </a:r>
            <a:r>
              <a:rPr lang="en-US" altLang="ja-JP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)</a:t>
            </a:r>
            <a:endParaRPr lang="ja-JP" altLang="en-US" sz="8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+mn-ea"/>
            </a:endParaRPr>
          </a:p>
        </p:txBody>
      </p:sp>
      <p:sp>
        <p:nvSpPr>
          <p:cNvPr id="343" name="正方形/長方形 342">
            <a:extLst>
              <a:ext uri="{FF2B5EF4-FFF2-40B4-BE49-F238E27FC236}">
                <a16:creationId xmlns:a16="http://schemas.microsoft.com/office/drawing/2014/main" id="{CC6EAC7C-0C1E-13BB-95FB-FC86FF6A4B1D}"/>
              </a:ext>
            </a:extLst>
          </p:cNvPr>
          <p:cNvSpPr/>
          <p:nvPr/>
        </p:nvSpPr>
        <p:spPr>
          <a:xfrm>
            <a:off x="2229779" y="6547889"/>
            <a:ext cx="325709" cy="19941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800" dirty="0">
              <a:solidFill>
                <a:schemeClr val="tx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4" name="正方形/長方形 343">
            <a:extLst>
              <a:ext uri="{FF2B5EF4-FFF2-40B4-BE49-F238E27FC236}">
                <a16:creationId xmlns:a16="http://schemas.microsoft.com/office/drawing/2014/main" id="{99A66B0F-9EA7-A05E-334E-C9DA3C31DB7D}"/>
              </a:ext>
            </a:extLst>
          </p:cNvPr>
          <p:cNvSpPr/>
          <p:nvPr/>
        </p:nvSpPr>
        <p:spPr>
          <a:xfrm>
            <a:off x="2726101" y="6544737"/>
            <a:ext cx="325709" cy="19941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800" dirty="0">
              <a:solidFill>
                <a:schemeClr val="tx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7" name="四角形 40">
            <a:extLst>
              <a:ext uri="{FF2B5EF4-FFF2-40B4-BE49-F238E27FC236}">
                <a16:creationId xmlns:a16="http://schemas.microsoft.com/office/drawing/2014/main" id="{2D8FBFE9-F207-3936-A306-0C2799B9CE99}"/>
              </a:ext>
            </a:extLst>
          </p:cNvPr>
          <p:cNvSpPr/>
          <p:nvPr/>
        </p:nvSpPr>
        <p:spPr>
          <a:xfrm>
            <a:off x="1340544" y="6477840"/>
            <a:ext cx="573592" cy="15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0" lvl="1" algn="ctr"/>
            <a:r>
              <a:rPr lang="ja-JP" altLang="en-US" sz="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出庫依頼</a:t>
            </a:r>
          </a:p>
        </p:txBody>
      </p:sp>
      <p:sp>
        <p:nvSpPr>
          <p:cNvPr id="348" name="フローチャート : 磁気ディスク 36">
            <a:extLst>
              <a:ext uri="{FF2B5EF4-FFF2-40B4-BE49-F238E27FC236}">
                <a16:creationId xmlns:a16="http://schemas.microsoft.com/office/drawing/2014/main" id="{B272FD66-1229-64C7-3CAC-A94D43E3AE43}"/>
              </a:ext>
            </a:extLst>
          </p:cNvPr>
          <p:cNvSpPr/>
          <p:nvPr/>
        </p:nvSpPr>
        <p:spPr>
          <a:xfrm>
            <a:off x="3349159" y="6460422"/>
            <a:ext cx="360014" cy="360005"/>
          </a:xfrm>
          <a:prstGeom prst="flowChartMagneticDisk">
            <a:avLst/>
          </a:prstGeom>
          <a:solidFill>
            <a:sysClr val="window" lastClr="FFFFFF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注文</a:t>
            </a:r>
          </a:p>
        </p:txBody>
      </p:sp>
      <p:sp>
        <p:nvSpPr>
          <p:cNvPr id="349" name="正方形/長方形 348">
            <a:extLst>
              <a:ext uri="{FF2B5EF4-FFF2-40B4-BE49-F238E27FC236}">
                <a16:creationId xmlns:a16="http://schemas.microsoft.com/office/drawing/2014/main" id="{405DD0AC-045E-C16B-0796-0EC17333D6F2}"/>
              </a:ext>
            </a:extLst>
          </p:cNvPr>
          <p:cNvSpPr/>
          <p:nvPr/>
        </p:nvSpPr>
        <p:spPr>
          <a:xfrm>
            <a:off x="3282007" y="6389417"/>
            <a:ext cx="483032" cy="146814"/>
          </a:xfrm>
          <a:prstGeom prst="rect">
            <a:avLst/>
          </a:prstGeom>
          <a:solidFill>
            <a:srgbClr val="00206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出庫依頼</a:t>
            </a:r>
          </a:p>
        </p:txBody>
      </p:sp>
      <p:cxnSp>
        <p:nvCxnSpPr>
          <p:cNvPr id="350" name="直線矢印コネクタ 40">
            <a:extLst>
              <a:ext uri="{FF2B5EF4-FFF2-40B4-BE49-F238E27FC236}">
                <a16:creationId xmlns:a16="http://schemas.microsoft.com/office/drawing/2014/main" id="{F79A01F3-89C7-B589-F13B-4EC3CC0A134E}"/>
              </a:ext>
            </a:extLst>
          </p:cNvPr>
          <p:cNvCxnSpPr>
            <a:cxnSpLocks/>
            <a:stCxn id="340" idx="3"/>
            <a:endCxn id="348" idx="2"/>
          </p:cNvCxnSpPr>
          <p:nvPr/>
        </p:nvCxnSpPr>
        <p:spPr>
          <a:xfrm flipV="1">
            <a:off x="3049564" y="6640425"/>
            <a:ext cx="299595" cy="401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1" name="グループ化 350">
            <a:extLst>
              <a:ext uri="{FF2B5EF4-FFF2-40B4-BE49-F238E27FC236}">
                <a16:creationId xmlns:a16="http://schemas.microsoft.com/office/drawing/2014/main" id="{894B7407-D3EF-13C3-6CB0-EC457F9A425B}"/>
              </a:ext>
            </a:extLst>
          </p:cNvPr>
          <p:cNvGrpSpPr/>
          <p:nvPr/>
        </p:nvGrpSpPr>
        <p:grpSpPr>
          <a:xfrm>
            <a:off x="877894" y="6774178"/>
            <a:ext cx="545465" cy="513080"/>
            <a:chOff x="1082" y="4838"/>
            <a:chExt cx="859" cy="808"/>
          </a:xfrm>
        </p:grpSpPr>
        <p:grpSp>
          <p:nvGrpSpPr>
            <p:cNvPr id="352" name="グループ化 351">
              <a:extLst>
                <a:ext uri="{FF2B5EF4-FFF2-40B4-BE49-F238E27FC236}">
                  <a16:creationId xmlns:a16="http://schemas.microsoft.com/office/drawing/2014/main" id="{CF8C7715-CFFE-7383-C211-8E2DC161D525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355" name="正方形/長方形 156">
                <a:extLst>
                  <a:ext uri="{FF2B5EF4-FFF2-40B4-BE49-F238E27FC236}">
                    <a16:creationId xmlns:a16="http://schemas.microsoft.com/office/drawing/2014/main" id="{56A3B5C0-0F44-1648-B34F-82D2567E516C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356" name="グラフィックス 157" descr="封筒">
                <a:extLst>
                  <a:ext uri="{FF2B5EF4-FFF2-40B4-BE49-F238E27FC236}">
                    <a16:creationId xmlns:a16="http://schemas.microsoft.com/office/drawing/2014/main" id="{79DD9C03-54B5-9768-660C-3F06D153D9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354" name="テキスト ボックス 158">
              <a:extLst>
                <a:ext uri="{FF2B5EF4-FFF2-40B4-BE49-F238E27FC236}">
                  <a16:creationId xmlns:a16="http://schemas.microsoft.com/office/drawing/2014/main" id="{8CB341F2-3A5C-0DED-4683-301A823831EB}"/>
                </a:ext>
              </a:extLst>
            </p:cNvPr>
            <p:cNvSpPr txBox="1"/>
            <p:nvPr/>
          </p:nvSpPr>
          <p:spPr>
            <a:xfrm>
              <a:off x="1082" y="5210"/>
              <a:ext cx="859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出庫受付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grpSp>
        <p:nvGrpSpPr>
          <p:cNvPr id="358" name="グループ化 357">
            <a:extLst>
              <a:ext uri="{FF2B5EF4-FFF2-40B4-BE49-F238E27FC236}">
                <a16:creationId xmlns:a16="http://schemas.microsoft.com/office/drawing/2014/main" id="{64EB6F32-1EDA-9AE3-D39A-FA798E28280B}"/>
              </a:ext>
            </a:extLst>
          </p:cNvPr>
          <p:cNvGrpSpPr/>
          <p:nvPr/>
        </p:nvGrpSpPr>
        <p:grpSpPr>
          <a:xfrm>
            <a:off x="5610217" y="6772316"/>
            <a:ext cx="545465" cy="513080"/>
            <a:chOff x="1082" y="4838"/>
            <a:chExt cx="859" cy="808"/>
          </a:xfrm>
        </p:grpSpPr>
        <p:grpSp>
          <p:nvGrpSpPr>
            <p:cNvPr id="359" name="グループ化 358">
              <a:extLst>
                <a:ext uri="{FF2B5EF4-FFF2-40B4-BE49-F238E27FC236}">
                  <a16:creationId xmlns:a16="http://schemas.microsoft.com/office/drawing/2014/main" id="{B44EEC4D-6EDF-4C65-9795-2FAC0AB45281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361" name="正方形/長方形 156">
                <a:extLst>
                  <a:ext uri="{FF2B5EF4-FFF2-40B4-BE49-F238E27FC236}">
                    <a16:creationId xmlns:a16="http://schemas.microsoft.com/office/drawing/2014/main" id="{8C9B0339-9552-5ACF-CE88-FE9C1399E4B3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362" name="グラフィックス 157" descr="封筒">
                <a:extLst>
                  <a:ext uri="{FF2B5EF4-FFF2-40B4-BE49-F238E27FC236}">
                    <a16:creationId xmlns:a16="http://schemas.microsoft.com/office/drawing/2014/main" id="{B75A3850-7689-39B4-BC0D-12A94D87A1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360" name="テキスト ボックス 158">
              <a:extLst>
                <a:ext uri="{FF2B5EF4-FFF2-40B4-BE49-F238E27FC236}">
                  <a16:creationId xmlns:a16="http://schemas.microsoft.com/office/drawing/2014/main" id="{E6B52F2D-9BA4-75A6-BAF8-E37FFA2B9AC8}"/>
                </a:ext>
              </a:extLst>
            </p:cNvPr>
            <p:cNvSpPr txBox="1"/>
            <p:nvPr/>
          </p:nvSpPr>
          <p:spPr>
            <a:xfrm>
              <a:off x="1082" y="5210"/>
              <a:ext cx="859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出庫受付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365" name="直線矢印コネクタ 40">
            <a:extLst>
              <a:ext uri="{FF2B5EF4-FFF2-40B4-BE49-F238E27FC236}">
                <a16:creationId xmlns:a16="http://schemas.microsoft.com/office/drawing/2014/main" id="{45C77207-A5F6-0FAB-0F12-CC40107F50DE}"/>
              </a:ext>
            </a:extLst>
          </p:cNvPr>
          <p:cNvCxnSpPr>
            <a:cxnSpLocks/>
            <a:stCxn id="340" idx="2"/>
            <a:endCxn id="356" idx="3"/>
          </p:cNvCxnSpPr>
          <p:nvPr/>
        </p:nvCxnSpPr>
        <p:spPr>
          <a:xfrm rot="5400000">
            <a:off x="1875049" y="6165130"/>
            <a:ext cx="195458" cy="1333788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直線矢印コネクタ 40">
            <a:extLst>
              <a:ext uri="{FF2B5EF4-FFF2-40B4-BE49-F238E27FC236}">
                <a16:creationId xmlns:a16="http://schemas.microsoft.com/office/drawing/2014/main" id="{1A51D20A-B02C-ED35-4B56-F0A0FA22A00A}"/>
              </a:ext>
            </a:extLst>
          </p:cNvPr>
          <p:cNvCxnSpPr>
            <a:cxnSpLocks/>
            <a:stCxn id="340" idx="2"/>
            <a:endCxn id="362" idx="1"/>
          </p:cNvCxnSpPr>
          <p:nvPr/>
        </p:nvCxnSpPr>
        <p:spPr>
          <a:xfrm rot="16200000" flipH="1">
            <a:off x="4086566" y="5287400"/>
            <a:ext cx="193596" cy="3087385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7" name="楕円 366">
            <a:extLst>
              <a:ext uri="{FF2B5EF4-FFF2-40B4-BE49-F238E27FC236}">
                <a16:creationId xmlns:a16="http://schemas.microsoft.com/office/drawing/2014/main" id="{97DA0035-53EF-0EBD-8385-6DBD3F12E097}"/>
              </a:ext>
            </a:extLst>
          </p:cNvPr>
          <p:cNvSpPr/>
          <p:nvPr/>
        </p:nvSpPr>
        <p:spPr>
          <a:xfrm>
            <a:off x="3672622" y="6551285"/>
            <a:ext cx="435429" cy="237764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1/4</a:t>
            </a:r>
            <a:endParaRPr kumimoji="1" lang="ja-JP" altLang="en-US" sz="500" b="1" dirty="0">
              <a:solidFill>
                <a:schemeClr val="bg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368" name="グループ化 367">
            <a:extLst>
              <a:ext uri="{FF2B5EF4-FFF2-40B4-BE49-F238E27FC236}">
                <a16:creationId xmlns:a16="http://schemas.microsoft.com/office/drawing/2014/main" id="{C4077FD3-3509-FB1E-A945-DF9BF6AC20B2}"/>
              </a:ext>
            </a:extLst>
          </p:cNvPr>
          <p:cNvGrpSpPr/>
          <p:nvPr/>
        </p:nvGrpSpPr>
        <p:grpSpPr>
          <a:xfrm>
            <a:off x="8313535" y="6772316"/>
            <a:ext cx="545465" cy="513080"/>
            <a:chOff x="1082" y="4838"/>
            <a:chExt cx="859" cy="808"/>
          </a:xfrm>
        </p:grpSpPr>
        <p:grpSp>
          <p:nvGrpSpPr>
            <p:cNvPr id="369" name="グループ化 368">
              <a:extLst>
                <a:ext uri="{FF2B5EF4-FFF2-40B4-BE49-F238E27FC236}">
                  <a16:creationId xmlns:a16="http://schemas.microsoft.com/office/drawing/2014/main" id="{B2682594-83C4-0F37-5B9E-22CB98676C9B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371" name="正方形/長方形 156">
                <a:extLst>
                  <a:ext uri="{FF2B5EF4-FFF2-40B4-BE49-F238E27FC236}">
                    <a16:creationId xmlns:a16="http://schemas.microsoft.com/office/drawing/2014/main" id="{8DDD31BB-4097-D927-090C-4A5FCCDA4E7E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374" name="グラフィックス 157" descr="封筒">
                <a:extLst>
                  <a:ext uri="{FF2B5EF4-FFF2-40B4-BE49-F238E27FC236}">
                    <a16:creationId xmlns:a16="http://schemas.microsoft.com/office/drawing/2014/main" id="{3E6D3113-52D0-EA61-EDDC-10FC501A4D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370" name="テキスト ボックス 158">
              <a:extLst>
                <a:ext uri="{FF2B5EF4-FFF2-40B4-BE49-F238E27FC236}">
                  <a16:creationId xmlns:a16="http://schemas.microsoft.com/office/drawing/2014/main" id="{472A5548-4F12-1758-2CBB-5F1E74C39A42}"/>
                </a:ext>
              </a:extLst>
            </p:cNvPr>
            <p:cNvSpPr txBox="1"/>
            <p:nvPr/>
          </p:nvSpPr>
          <p:spPr>
            <a:xfrm>
              <a:off x="1082" y="5210"/>
              <a:ext cx="859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出庫受付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375" name="直線矢印コネクタ 40">
            <a:extLst>
              <a:ext uri="{FF2B5EF4-FFF2-40B4-BE49-F238E27FC236}">
                <a16:creationId xmlns:a16="http://schemas.microsoft.com/office/drawing/2014/main" id="{4524FAAA-AB6A-332C-525F-47FAAA7E3543}"/>
              </a:ext>
            </a:extLst>
          </p:cNvPr>
          <p:cNvCxnSpPr>
            <a:cxnSpLocks/>
            <a:stCxn id="362" idx="3"/>
            <a:endCxn id="374" idx="1"/>
          </p:cNvCxnSpPr>
          <p:nvPr/>
        </p:nvCxnSpPr>
        <p:spPr>
          <a:xfrm>
            <a:off x="6038207" y="6927891"/>
            <a:ext cx="239216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4" name="Google Shape;378;p22" descr="屋内, いっぱい, 窓, 部屋 が含まれている画像&#10;&#10;自動的に生成された説明">
            <a:extLst>
              <a:ext uri="{FF2B5EF4-FFF2-40B4-BE49-F238E27FC236}">
                <a16:creationId xmlns:a16="http://schemas.microsoft.com/office/drawing/2014/main" id="{450C64CD-1E90-E8CF-C7E3-F7E0BD1E794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216" y="9692729"/>
            <a:ext cx="388328" cy="51777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円/楕円 21">
            <a:extLst>
              <a:ext uri="{FF2B5EF4-FFF2-40B4-BE49-F238E27FC236}">
                <a16:creationId xmlns:a16="http://schemas.microsoft.com/office/drawing/2014/main" id="{246E9BEC-0F56-0387-FBE3-45FFF8D9C787}"/>
              </a:ext>
            </a:extLst>
          </p:cNvPr>
          <p:cNvSpPr/>
          <p:nvPr/>
        </p:nvSpPr>
        <p:spPr>
          <a:xfrm>
            <a:off x="8545359" y="7414815"/>
            <a:ext cx="102857" cy="102857"/>
          </a:xfrm>
          <a:prstGeom prst="ellipse">
            <a:avLst/>
          </a:prstGeom>
          <a:solidFill>
            <a:srgbClr val="000000"/>
          </a:solidFill>
          <a:ln w="952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ja-JP" altLang="en-US" sz="715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8" name="四角形 40">
            <a:extLst>
              <a:ext uri="{FF2B5EF4-FFF2-40B4-BE49-F238E27FC236}">
                <a16:creationId xmlns:a16="http://schemas.microsoft.com/office/drawing/2014/main" id="{1C17FAF8-398E-B465-C310-AD798F172BB6}"/>
              </a:ext>
            </a:extLst>
          </p:cNvPr>
          <p:cNvSpPr/>
          <p:nvPr/>
        </p:nvSpPr>
        <p:spPr>
          <a:xfrm>
            <a:off x="8223196" y="7235490"/>
            <a:ext cx="747182" cy="25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倉庫担当者</a:t>
            </a:r>
          </a:p>
        </p:txBody>
      </p:sp>
      <p:sp>
        <p:nvSpPr>
          <p:cNvPr id="389" name="角丸四角形 11">
            <a:extLst>
              <a:ext uri="{FF2B5EF4-FFF2-40B4-BE49-F238E27FC236}">
                <a16:creationId xmlns:a16="http://schemas.microsoft.com/office/drawing/2014/main" id="{2000B1CB-4C18-D6F4-9292-257872007B06}"/>
              </a:ext>
            </a:extLst>
          </p:cNvPr>
          <p:cNvSpPr/>
          <p:nvPr/>
        </p:nvSpPr>
        <p:spPr>
          <a:xfrm>
            <a:off x="8186895" y="8433439"/>
            <a:ext cx="819785" cy="180000"/>
          </a:xfrm>
          <a:prstGeom prst="roundRect">
            <a:avLst/>
          </a:prstGeom>
          <a:solidFill>
            <a:schemeClr val="bg1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645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出庫</a:t>
            </a:r>
            <a:endParaRPr kumimoji="1" lang="ja-JP" altLang="en-US" sz="645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390" name="直線矢印コネクタ 40">
            <a:extLst>
              <a:ext uri="{FF2B5EF4-FFF2-40B4-BE49-F238E27FC236}">
                <a16:creationId xmlns:a16="http://schemas.microsoft.com/office/drawing/2014/main" id="{54ACFCDA-48BD-43E0-CA54-19EFE1296278}"/>
              </a:ext>
            </a:extLst>
          </p:cNvPr>
          <p:cNvCxnSpPr>
            <a:cxnSpLocks/>
            <a:stCxn id="387" idx="6"/>
            <a:endCxn id="389" idx="0"/>
          </p:cNvCxnSpPr>
          <p:nvPr/>
        </p:nvCxnSpPr>
        <p:spPr>
          <a:xfrm flipH="1">
            <a:off x="8596788" y="7466244"/>
            <a:ext cx="51428" cy="967195"/>
          </a:xfrm>
          <a:prstGeom prst="bentConnector4">
            <a:avLst>
              <a:gd name="adj1" fmla="val -444505"/>
              <a:gd name="adj2" fmla="val 86142"/>
            </a:avLst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直線矢印コネクタ 40">
            <a:extLst>
              <a:ext uri="{FF2B5EF4-FFF2-40B4-BE49-F238E27FC236}">
                <a16:creationId xmlns:a16="http://schemas.microsoft.com/office/drawing/2014/main" id="{416F9069-4830-01BB-5119-3D3F08FC902E}"/>
              </a:ext>
            </a:extLst>
          </p:cNvPr>
          <p:cNvCxnSpPr>
            <a:cxnSpLocks/>
            <a:stCxn id="389" idx="3"/>
            <a:endCxn id="384" idx="3"/>
          </p:cNvCxnSpPr>
          <p:nvPr/>
        </p:nvCxnSpPr>
        <p:spPr>
          <a:xfrm flipH="1">
            <a:off x="1340544" y="8523439"/>
            <a:ext cx="7666136" cy="1428175"/>
          </a:xfrm>
          <a:prstGeom prst="bentConnector3">
            <a:avLst>
              <a:gd name="adj1" fmla="val -2982"/>
            </a:avLst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角丸四角形 11">
            <a:extLst>
              <a:ext uri="{FF2B5EF4-FFF2-40B4-BE49-F238E27FC236}">
                <a16:creationId xmlns:a16="http://schemas.microsoft.com/office/drawing/2014/main" id="{0B17151C-2EA0-89E5-D12C-86A12C693236}"/>
              </a:ext>
            </a:extLst>
          </p:cNvPr>
          <p:cNvSpPr/>
          <p:nvPr/>
        </p:nvSpPr>
        <p:spPr>
          <a:xfrm>
            <a:off x="3901350" y="7576269"/>
            <a:ext cx="819785" cy="179705"/>
          </a:xfrm>
          <a:prstGeom prst="roundRect">
            <a:avLst/>
          </a:prstGeom>
          <a:solidFill>
            <a:schemeClr val="accent6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645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注文管理</a:t>
            </a:r>
          </a:p>
        </p:txBody>
      </p:sp>
      <p:cxnSp>
        <p:nvCxnSpPr>
          <p:cNvPr id="393" name="直線矢印コネクタ 40">
            <a:extLst>
              <a:ext uri="{FF2B5EF4-FFF2-40B4-BE49-F238E27FC236}">
                <a16:creationId xmlns:a16="http://schemas.microsoft.com/office/drawing/2014/main" id="{67EE8C80-8286-9F3D-ACF4-8BEB1522CD2B}"/>
              </a:ext>
            </a:extLst>
          </p:cNvPr>
          <p:cNvCxnSpPr>
            <a:cxnSpLocks/>
            <a:stCxn id="387" idx="4"/>
            <a:endCxn id="392" idx="3"/>
          </p:cNvCxnSpPr>
          <p:nvPr/>
        </p:nvCxnSpPr>
        <p:spPr>
          <a:xfrm rot="5400000">
            <a:off x="6584737" y="5654071"/>
            <a:ext cx="148450" cy="3875653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四角形 40">
            <a:extLst>
              <a:ext uri="{FF2B5EF4-FFF2-40B4-BE49-F238E27FC236}">
                <a16:creationId xmlns:a16="http://schemas.microsoft.com/office/drawing/2014/main" id="{406047E4-09B8-AC21-21B9-8E1D1D908B58}"/>
              </a:ext>
            </a:extLst>
          </p:cNvPr>
          <p:cNvSpPr/>
          <p:nvPr/>
        </p:nvSpPr>
        <p:spPr>
          <a:xfrm>
            <a:off x="7900926" y="7516596"/>
            <a:ext cx="747181" cy="128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0" lvl="1" algn="ctr"/>
            <a:r>
              <a:rPr lang="ja-JP" altLang="en-US" sz="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出庫依頼受領</a:t>
            </a:r>
          </a:p>
        </p:txBody>
      </p:sp>
      <p:sp>
        <p:nvSpPr>
          <p:cNvPr id="395" name="フローチャート : 磁気ディスク 36">
            <a:extLst>
              <a:ext uri="{FF2B5EF4-FFF2-40B4-BE49-F238E27FC236}">
                <a16:creationId xmlns:a16="http://schemas.microsoft.com/office/drawing/2014/main" id="{8A26A7C5-7737-20E9-0A13-A6006962F2AB}"/>
              </a:ext>
            </a:extLst>
          </p:cNvPr>
          <p:cNvSpPr/>
          <p:nvPr/>
        </p:nvSpPr>
        <p:spPr>
          <a:xfrm>
            <a:off x="3282007" y="7488964"/>
            <a:ext cx="360014" cy="348301"/>
          </a:xfrm>
          <a:prstGeom prst="flowChartMagneticDisk">
            <a:avLst/>
          </a:prstGeom>
          <a:solidFill>
            <a:sysClr val="window" lastClr="FFFFFF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注文</a:t>
            </a:r>
          </a:p>
        </p:txBody>
      </p:sp>
      <p:sp>
        <p:nvSpPr>
          <p:cNvPr id="396" name="正方形/長方形 395">
            <a:extLst>
              <a:ext uri="{FF2B5EF4-FFF2-40B4-BE49-F238E27FC236}">
                <a16:creationId xmlns:a16="http://schemas.microsoft.com/office/drawing/2014/main" id="{69C004EB-03CE-D064-62B9-010711DC5DF2}"/>
              </a:ext>
            </a:extLst>
          </p:cNvPr>
          <p:cNvSpPr/>
          <p:nvPr/>
        </p:nvSpPr>
        <p:spPr>
          <a:xfrm>
            <a:off x="3214855" y="7417959"/>
            <a:ext cx="483032" cy="142041"/>
          </a:xfrm>
          <a:prstGeom prst="rect">
            <a:avLst/>
          </a:prstGeom>
          <a:solidFill>
            <a:srgbClr val="00206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出庫待ち</a:t>
            </a:r>
          </a:p>
        </p:txBody>
      </p:sp>
      <p:cxnSp>
        <p:nvCxnSpPr>
          <p:cNvPr id="397" name="直線矢印コネクタ 40">
            <a:extLst>
              <a:ext uri="{FF2B5EF4-FFF2-40B4-BE49-F238E27FC236}">
                <a16:creationId xmlns:a16="http://schemas.microsoft.com/office/drawing/2014/main" id="{48EBC689-2ED9-FB7F-4585-29E8D8FD23F0}"/>
              </a:ext>
            </a:extLst>
          </p:cNvPr>
          <p:cNvCxnSpPr>
            <a:cxnSpLocks/>
            <a:stCxn id="392" idx="1"/>
            <a:endCxn id="395" idx="4"/>
          </p:cNvCxnSpPr>
          <p:nvPr/>
        </p:nvCxnSpPr>
        <p:spPr>
          <a:xfrm flipH="1" flipV="1">
            <a:off x="3642021" y="7663115"/>
            <a:ext cx="259329" cy="300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8" name="楕円 397">
            <a:extLst>
              <a:ext uri="{FF2B5EF4-FFF2-40B4-BE49-F238E27FC236}">
                <a16:creationId xmlns:a16="http://schemas.microsoft.com/office/drawing/2014/main" id="{FCDED3AA-4070-14AD-3F68-5A2B6243197E}"/>
              </a:ext>
            </a:extLst>
          </p:cNvPr>
          <p:cNvSpPr/>
          <p:nvPr/>
        </p:nvSpPr>
        <p:spPr>
          <a:xfrm>
            <a:off x="2881659" y="7548243"/>
            <a:ext cx="435429" cy="237764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5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kumimoji="1" lang="en-US" altLang="ja-JP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/4</a:t>
            </a:r>
            <a:endParaRPr kumimoji="1" lang="ja-JP" altLang="en-US" sz="500" b="1" dirty="0">
              <a:solidFill>
                <a:schemeClr val="bg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399" name="グループ化 398">
            <a:extLst>
              <a:ext uri="{FF2B5EF4-FFF2-40B4-BE49-F238E27FC236}">
                <a16:creationId xmlns:a16="http://schemas.microsoft.com/office/drawing/2014/main" id="{B1A53534-F2B1-59F5-2877-B0C084844E2E}"/>
              </a:ext>
            </a:extLst>
          </p:cNvPr>
          <p:cNvGrpSpPr/>
          <p:nvPr/>
        </p:nvGrpSpPr>
        <p:grpSpPr>
          <a:xfrm>
            <a:off x="800034" y="7792358"/>
            <a:ext cx="692150" cy="512445"/>
            <a:chOff x="965" y="4838"/>
            <a:chExt cx="1090" cy="807"/>
          </a:xfrm>
        </p:grpSpPr>
        <p:grpSp>
          <p:nvGrpSpPr>
            <p:cNvPr id="400" name="グループ化 399">
              <a:extLst>
                <a:ext uri="{FF2B5EF4-FFF2-40B4-BE49-F238E27FC236}">
                  <a16:creationId xmlns:a16="http://schemas.microsoft.com/office/drawing/2014/main" id="{625400EB-AB29-27FF-7ED2-F3B2DEF3B12B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402" name="正方形/長方形 156">
                <a:extLst>
                  <a:ext uri="{FF2B5EF4-FFF2-40B4-BE49-F238E27FC236}">
                    <a16:creationId xmlns:a16="http://schemas.microsoft.com/office/drawing/2014/main" id="{5D4E5667-5D1B-D3D5-63C0-63A60435674B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403" name="グラフィックス 157" descr="封筒">
                <a:extLst>
                  <a:ext uri="{FF2B5EF4-FFF2-40B4-BE49-F238E27FC236}">
                    <a16:creationId xmlns:a16="http://schemas.microsoft.com/office/drawing/2014/main" id="{AF672363-23A0-A6E9-0E9C-8783DCAC85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401" name="テキスト ボックス 158">
              <a:extLst>
                <a:ext uri="{FF2B5EF4-FFF2-40B4-BE49-F238E27FC236}">
                  <a16:creationId xmlns:a16="http://schemas.microsoft.com/office/drawing/2014/main" id="{2FD3DF9F-B020-A11E-2EC0-DD1F78AA1010}"/>
                </a:ext>
              </a:extLst>
            </p:cNvPr>
            <p:cNvSpPr txBox="1"/>
            <p:nvPr/>
          </p:nvSpPr>
          <p:spPr>
            <a:xfrm>
              <a:off x="965" y="5209"/>
              <a:ext cx="1090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出庫依頼受領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grpSp>
        <p:nvGrpSpPr>
          <p:cNvPr id="404" name="グループ化 403">
            <a:extLst>
              <a:ext uri="{FF2B5EF4-FFF2-40B4-BE49-F238E27FC236}">
                <a16:creationId xmlns:a16="http://schemas.microsoft.com/office/drawing/2014/main" id="{3E2B8B6C-66B6-9D17-24ED-F2675DDAD7EC}"/>
              </a:ext>
            </a:extLst>
          </p:cNvPr>
          <p:cNvGrpSpPr/>
          <p:nvPr/>
        </p:nvGrpSpPr>
        <p:grpSpPr>
          <a:xfrm>
            <a:off x="5513942" y="7790496"/>
            <a:ext cx="698500" cy="528955"/>
            <a:chOff x="936" y="4838"/>
            <a:chExt cx="1100" cy="833"/>
          </a:xfrm>
        </p:grpSpPr>
        <p:grpSp>
          <p:nvGrpSpPr>
            <p:cNvPr id="405" name="グループ化 404">
              <a:extLst>
                <a:ext uri="{FF2B5EF4-FFF2-40B4-BE49-F238E27FC236}">
                  <a16:creationId xmlns:a16="http://schemas.microsoft.com/office/drawing/2014/main" id="{6E3CE378-25E7-4428-700F-C15658A3E95E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407" name="正方形/長方形 156">
                <a:extLst>
                  <a:ext uri="{FF2B5EF4-FFF2-40B4-BE49-F238E27FC236}">
                    <a16:creationId xmlns:a16="http://schemas.microsoft.com/office/drawing/2014/main" id="{C250630C-11C3-18B0-6747-1340B59039BF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408" name="グラフィックス 157" descr="封筒">
                <a:extLst>
                  <a:ext uri="{FF2B5EF4-FFF2-40B4-BE49-F238E27FC236}">
                    <a16:creationId xmlns:a16="http://schemas.microsoft.com/office/drawing/2014/main" id="{8CB34F88-62EF-1BA6-701E-55D3806203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406" name="テキスト ボックス 158">
              <a:extLst>
                <a:ext uri="{FF2B5EF4-FFF2-40B4-BE49-F238E27FC236}">
                  <a16:creationId xmlns:a16="http://schemas.microsoft.com/office/drawing/2014/main" id="{26654CEA-BCC9-7771-B975-11AC9854A975}"/>
                </a:ext>
              </a:extLst>
            </p:cNvPr>
            <p:cNvSpPr txBox="1"/>
            <p:nvPr/>
          </p:nvSpPr>
          <p:spPr>
            <a:xfrm>
              <a:off x="936" y="5235"/>
              <a:ext cx="1100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出庫依頼受領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409" name="直線矢印コネクタ 40">
            <a:extLst>
              <a:ext uri="{FF2B5EF4-FFF2-40B4-BE49-F238E27FC236}">
                <a16:creationId xmlns:a16="http://schemas.microsoft.com/office/drawing/2014/main" id="{453FD4F5-B1F2-E10A-DAC3-31BF9582F2EA}"/>
              </a:ext>
            </a:extLst>
          </p:cNvPr>
          <p:cNvCxnSpPr>
            <a:cxnSpLocks/>
            <a:stCxn id="392" idx="2"/>
            <a:endCxn id="408" idx="1"/>
          </p:cNvCxnSpPr>
          <p:nvPr/>
        </p:nvCxnSpPr>
        <p:spPr>
          <a:xfrm rot="16200000" flipH="1">
            <a:off x="4922319" y="7144897"/>
            <a:ext cx="190097" cy="141224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直線矢印コネクタ 40">
            <a:extLst>
              <a:ext uri="{FF2B5EF4-FFF2-40B4-BE49-F238E27FC236}">
                <a16:creationId xmlns:a16="http://schemas.microsoft.com/office/drawing/2014/main" id="{02786D00-722C-4F87-6B45-F23060C9801B}"/>
              </a:ext>
            </a:extLst>
          </p:cNvPr>
          <p:cNvCxnSpPr>
            <a:cxnSpLocks/>
            <a:stCxn id="392" idx="2"/>
            <a:endCxn id="403" idx="3"/>
          </p:cNvCxnSpPr>
          <p:nvPr/>
        </p:nvCxnSpPr>
        <p:spPr>
          <a:xfrm rot="5400000">
            <a:off x="2710802" y="6347491"/>
            <a:ext cx="191959" cy="3008924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1" name="角丸四角形 11">
            <a:extLst>
              <a:ext uri="{FF2B5EF4-FFF2-40B4-BE49-F238E27FC236}">
                <a16:creationId xmlns:a16="http://schemas.microsoft.com/office/drawing/2014/main" id="{83B5BABB-143D-09A6-8050-79DD2B902964}"/>
              </a:ext>
            </a:extLst>
          </p:cNvPr>
          <p:cNvSpPr/>
          <p:nvPr/>
        </p:nvSpPr>
        <p:spPr>
          <a:xfrm>
            <a:off x="3895158" y="8436494"/>
            <a:ext cx="819785" cy="179705"/>
          </a:xfrm>
          <a:prstGeom prst="roundRect">
            <a:avLst/>
          </a:prstGeom>
          <a:solidFill>
            <a:schemeClr val="accent6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645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注文管理</a:t>
            </a:r>
          </a:p>
        </p:txBody>
      </p:sp>
      <p:sp>
        <p:nvSpPr>
          <p:cNvPr id="412" name="フローチャート : 磁気ディスク 36">
            <a:extLst>
              <a:ext uri="{FF2B5EF4-FFF2-40B4-BE49-F238E27FC236}">
                <a16:creationId xmlns:a16="http://schemas.microsoft.com/office/drawing/2014/main" id="{7108FFA3-0AC6-9E40-CB85-207CC9E9968B}"/>
              </a:ext>
            </a:extLst>
          </p:cNvPr>
          <p:cNvSpPr/>
          <p:nvPr/>
        </p:nvSpPr>
        <p:spPr>
          <a:xfrm>
            <a:off x="3275815" y="8349189"/>
            <a:ext cx="360014" cy="348301"/>
          </a:xfrm>
          <a:prstGeom prst="flowChartMagneticDisk">
            <a:avLst/>
          </a:prstGeom>
          <a:solidFill>
            <a:sysClr val="window" lastClr="FFFFFF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注文</a:t>
            </a:r>
          </a:p>
        </p:txBody>
      </p:sp>
      <p:sp>
        <p:nvSpPr>
          <p:cNvPr id="413" name="正方形/長方形 412">
            <a:extLst>
              <a:ext uri="{FF2B5EF4-FFF2-40B4-BE49-F238E27FC236}">
                <a16:creationId xmlns:a16="http://schemas.microsoft.com/office/drawing/2014/main" id="{41611A76-EB39-D287-0137-8C139C6CE1E2}"/>
              </a:ext>
            </a:extLst>
          </p:cNvPr>
          <p:cNvSpPr/>
          <p:nvPr/>
        </p:nvSpPr>
        <p:spPr>
          <a:xfrm>
            <a:off x="3208663" y="8278184"/>
            <a:ext cx="483032" cy="142041"/>
          </a:xfrm>
          <a:prstGeom prst="rect">
            <a:avLst/>
          </a:prstGeom>
          <a:solidFill>
            <a:srgbClr val="00206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出庫済み</a:t>
            </a:r>
          </a:p>
        </p:txBody>
      </p:sp>
      <p:cxnSp>
        <p:nvCxnSpPr>
          <p:cNvPr id="414" name="直線矢印コネクタ 40">
            <a:extLst>
              <a:ext uri="{FF2B5EF4-FFF2-40B4-BE49-F238E27FC236}">
                <a16:creationId xmlns:a16="http://schemas.microsoft.com/office/drawing/2014/main" id="{FC9551EA-025C-64A3-2C7F-3F51C7D40F8B}"/>
              </a:ext>
            </a:extLst>
          </p:cNvPr>
          <p:cNvCxnSpPr>
            <a:cxnSpLocks/>
            <a:stCxn id="411" idx="1"/>
            <a:endCxn id="412" idx="4"/>
          </p:cNvCxnSpPr>
          <p:nvPr/>
        </p:nvCxnSpPr>
        <p:spPr>
          <a:xfrm flipH="1" flipV="1">
            <a:off x="3635829" y="8523340"/>
            <a:ext cx="259329" cy="300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5" name="楕円 414">
            <a:extLst>
              <a:ext uri="{FF2B5EF4-FFF2-40B4-BE49-F238E27FC236}">
                <a16:creationId xmlns:a16="http://schemas.microsoft.com/office/drawing/2014/main" id="{DE8B708C-2D22-5F77-4D10-EDDAE802C7FA}"/>
              </a:ext>
            </a:extLst>
          </p:cNvPr>
          <p:cNvSpPr/>
          <p:nvPr/>
        </p:nvSpPr>
        <p:spPr>
          <a:xfrm>
            <a:off x="2875467" y="8408468"/>
            <a:ext cx="435429" cy="237764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1/4</a:t>
            </a:r>
            <a:endParaRPr kumimoji="1" lang="ja-JP" altLang="en-US" sz="500" b="1" dirty="0">
              <a:solidFill>
                <a:schemeClr val="bg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416" name="グループ化 415">
            <a:extLst>
              <a:ext uri="{FF2B5EF4-FFF2-40B4-BE49-F238E27FC236}">
                <a16:creationId xmlns:a16="http://schemas.microsoft.com/office/drawing/2014/main" id="{03442C61-8C9C-BD54-E855-B9ED0BDD10EC}"/>
              </a:ext>
            </a:extLst>
          </p:cNvPr>
          <p:cNvGrpSpPr/>
          <p:nvPr/>
        </p:nvGrpSpPr>
        <p:grpSpPr>
          <a:xfrm>
            <a:off x="868137" y="9113760"/>
            <a:ext cx="545465" cy="513080"/>
            <a:chOff x="1082" y="4838"/>
            <a:chExt cx="859" cy="808"/>
          </a:xfrm>
        </p:grpSpPr>
        <p:grpSp>
          <p:nvGrpSpPr>
            <p:cNvPr id="417" name="グループ化 416">
              <a:extLst>
                <a:ext uri="{FF2B5EF4-FFF2-40B4-BE49-F238E27FC236}">
                  <a16:creationId xmlns:a16="http://schemas.microsoft.com/office/drawing/2014/main" id="{12729336-B892-A38E-BE2B-4FC47895102B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419" name="正方形/長方形 156">
                <a:extLst>
                  <a:ext uri="{FF2B5EF4-FFF2-40B4-BE49-F238E27FC236}">
                    <a16:creationId xmlns:a16="http://schemas.microsoft.com/office/drawing/2014/main" id="{0CCBFA1B-D61A-5E8C-F268-C2896110379F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420" name="グラフィックス 157" descr="封筒">
                <a:extLst>
                  <a:ext uri="{FF2B5EF4-FFF2-40B4-BE49-F238E27FC236}">
                    <a16:creationId xmlns:a16="http://schemas.microsoft.com/office/drawing/2014/main" id="{40AD30AB-AFB6-6471-DBB0-197C1337BC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418" name="テキスト ボックス 158">
              <a:extLst>
                <a:ext uri="{FF2B5EF4-FFF2-40B4-BE49-F238E27FC236}">
                  <a16:creationId xmlns:a16="http://schemas.microsoft.com/office/drawing/2014/main" id="{94F9C1DB-DDF2-750E-1EA5-4FD4E9DC6BAC}"/>
                </a:ext>
              </a:extLst>
            </p:cNvPr>
            <p:cNvSpPr txBox="1"/>
            <p:nvPr/>
          </p:nvSpPr>
          <p:spPr>
            <a:xfrm>
              <a:off x="1082" y="5210"/>
              <a:ext cx="859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出庫済み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grpSp>
        <p:nvGrpSpPr>
          <p:cNvPr id="421" name="グループ化 420">
            <a:extLst>
              <a:ext uri="{FF2B5EF4-FFF2-40B4-BE49-F238E27FC236}">
                <a16:creationId xmlns:a16="http://schemas.microsoft.com/office/drawing/2014/main" id="{9F08CF0D-9758-FF1F-4D2E-CB36740389F8}"/>
              </a:ext>
            </a:extLst>
          </p:cNvPr>
          <p:cNvGrpSpPr/>
          <p:nvPr/>
        </p:nvGrpSpPr>
        <p:grpSpPr>
          <a:xfrm>
            <a:off x="5600460" y="9111898"/>
            <a:ext cx="545465" cy="513080"/>
            <a:chOff x="1082" y="4838"/>
            <a:chExt cx="859" cy="808"/>
          </a:xfrm>
        </p:grpSpPr>
        <p:grpSp>
          <p:nvGrpSpPr>
            <p:cNvPr id="422" name="グループ化 421">
              <a:extLst>
                <a:ext uri="{FF2B5EF4-FFF2-40B4-BE49-F238E27FC236}">
                  <a16:creationId xmlns:a16="http://schemas.microsoft.com/office/drawing/2014/main" id="{8CA74983-F431-0A38-8D22-1C3D3E78584F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424" name="正方形/長方形 156">
                <a:extLst>
                  <a:ext uri="{FF2B5EF4-FFF2-40B4-BE49-F238E27FC236}">
                    <a16:creationId xmlns:a16="http://schemas.microsoft.com/office/drawing/2014/main" id="{EC5E11DC-6D55-0278-E5C7-D97405236634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425" name="グラフィックス 157" descr="封筒">
                <a:extLst>
                  <a:ext uri="{FF2B5EF4-FFF2-40B4-BE49-F238E27FC236}">
                    <a16:creationId xmlns:a16="http://schemas.microsoft.com/office/drawing/2014/main" id="{22F45DBD-915C-8B29-0CC3-69807AAD5B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423" name="テキスト ボックス 158">
              <a:extLst>
                <a:ext uri="{FF2B5EF4-FFF2-40B4-BE49-F238E27FC236}">
                  <a16:creationId xmlns:a16="http://schemas.microsoft.com/office/drawing/2014/main" id="{8F5F6788-0E83-1BDA-A668-C5275774DBE4}"/>
                </a:ext>
              </a:extLst>
            </p:cNvPr>
            <p:cNvSpPr txBox="1"/>
            <p:nvPr/>
          </p:nvSpPr>
          <p:spPr>
            <a:xfrm>
              <a:off x="1082" y="5210"/>
              <a:ext cx="859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出庫済み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426" name="直線矢印コネクタ 40">
            <a:extLst>
              <a:ext uri="{FF2B5EF4-FFF2-40B4-BE49-F238E27FC236}">
                <a16:creationId xmlns:a16="http://schemas.microsoft.com/office/drawing/2014/main" id="{8CF13CAA-FF89-9368-0F4D-AFF105E7D873}"/>
              </a:ext>
            </a:extLst>
          </p:cNvPr>
          <p:cNvCxnSpPr>
            <a:cxnSpLocks/>
            <a:stCxn id="411" idx="2"/>
            <a:endCxn id="425" idx="1"/>
          </p:cNvCxnSpPr>
          <p:nvPr/>
        </p:nvCxnSpPr>
        <p:spPr>
          <a:xfrm rot="16200000" flipH="1">
            <a:off x="4685538" y="8235711"/>
            <a:ext cx="651274" cy="141224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直線矢印コネクタ 40">
            <a:extLst>
              <a:ext uri="{FF2B5EF4-FFF2-40B4-BE49-F238E27FC236}">
                <a16:creationId xmlns:a16="http://schemas.microsoft.com/office/drawing/2014/main" id="{10ED3DFD-0A63-5BA5-F24B-99A3BD57B67A}"/>
              </a:ext>
            </a:extLst>
          </p:cNvPr>
          <p:cNvCxnSpPr>
            <a:cxnSpLocks/>
            <a:stCxn id="411" idx="2"/>
            <a:endCxn id="420" idx="3"/>
          </p:cNvCxnSpPr>
          <p:nvPr/>
        </p:nvCxnSpPr>
        <p:spPr>
          <a:xfrm rot="5400000">
            <a:off x="2474021" y="7438305"/>
            <a:ext cx="653136" cy="3008924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直線矢印コネクタ 40">
            <a:extLst>
              <a:ext uri="{FF2B5EF4-FFF2-40B4-BE49-F238E27FC236}">
                <a16:creationId xmlns:a16="http://schemas.microsoft.com/office/drawing/2014/main" id="{AB9507DC-DEB2-7748-D43F-E468A8DE9B55}"/>
              </a:ext>
            </a:extLst>
          </p:cNvPr>
          <p:cNvCxnSpPr>
            <a:cxnSpLocks/>
            <a:stCxn id="389" idx="1"/>
            <a:endCxn id="411" idx="3"/>
          </p:cNvCxnSpPr>
          <p:nvPr/>
        </p:nvCxnSpPr>
        <p:spPr>
          <a:xfrm rot="10800000" flipV="1">
            <a:off x="4714943" y="8523439"/>
            <a:ext cx="3471952" cy="290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9" name="フローチャート : 磁気ディスク 36">
            <a:extLst>
              <a:ext uri="{FF2B5EF4-FFF2-40B4-BE49-F238E27FC236}">
                <a16:creationId xmlns:a16="http://schemas.microsoft.com/office/drawing/2014/main" id="{DBBC058F-EEDC-CDC7-A8A2-534DA38298AD}"/>
              </a:ext>
            </a:extLst>
          </p:cNvPr>
          <p:cNvSpPr/>
          <p:nvPr/>
        </p:nvSpPr>
        <p:spPr>
          <a:xfrm>
            <a:off x="3268848" y="9427318"/>
            <a:ext cx="360014" cy="360005"/>
          </a:xfrm>
          <a:prstGeom prst="flowChartMagneticDisk">
            <a:avLst/>
          </a:prstGeom>
          <a:solidFill>
            <a:sysClr val="window" lastClr="FFFFFF"/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注文</a:t>
            </a:r>
          </a:p>
        </p:txBody>
      </p:sp>
      <p:sp>
        <p:nvSpPr>
          <p:cNvPr id="430" name="正方形/長方形 429">
            <a:extLst>
              <a:ext uri="{FF2B5EF4-FFF2-40B4-BE49-F238E27FC236}">
                <a16:creationId xmlns:a16="http://schemas.microsoft.com/office/drawing/2014/main" id="{7C23CA9B-6029-0D0D-304E-ACF9AB9D37B3}"/>
              </a:ext>
            </a:extLst>
          </p:cNvPr>
          <p:cNvSpPr/>
          <p:nvPr/>
        </p:nvSpPr>
        <p:spPr>
          <a:xfrm>
            <a:off x="3201696" y="9356313"/>
            <a:ext cx="483032" cy="146814"/>
          </a:xfrm>
          <a:prstGeom prst="rect">
            <a:avLst/>
          </a:prstGeom>
          <a:solidFill>
            <a:srgbClr val="00206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5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入庫</a:t>
            </a:r>
            <a:r>
              <a:rPr kumimoji="1" lang="ja-JP" altLang="en-US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待ち</a:t>
            </a:r>
          </a:p>
        </p:txBody>
      </p:sp>
      <p:cxnSp>
        <p:nvCxnSpPr>
          <p:cNvPr id="431" name="直線矢印コネクタ 40">
            <a:extLst>
              <a:ext uri="{FF2B5EF4-FFF2-40B4-BE49-F238E27FC236}">
                <a16:creationId xmlns:a16="http://schemas.microsoft.com/office/drawing/2014/main" id="{BF569BB5-2FE0-E2F5-964B-5D1A2E67D5ED}"/>
              </a:ext>
            </a:extLst>
          </p:cNvPr>
          <p:cNvCxnSpPr>
            <a:cxnSpLocks/>
            <a:stCxn id="468" idx="2"/>
            <a:endCxn id="429" idx="4"/>
          </p:cNvCxnSpPr>
          <p:nvPr/>
        </p:nvCxnSpPr>
        <p:spPr>
          <a:xfrm rot="5400000">
            <a:off x="3470134" y="9312415"/>
            <a:ext cx="453635" cy="136177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2" name="楕円 431">
            <a:extLst>
              <a:ext uri="{FF2B5EF4-FFF2-40B4-BE49-F238E27FC236}">
                <a16:creationId xmlns:a16="http://schemas.microsoft.com/office/drawing/2014/main" id="{FD8D9B78-5D81-C079-3B68-BC3D389BB475}"/>
              </a:ext>
            </a:extLst>
          </p:cNvPr>
          <p:cNvSpPr/>
          <p:nvPr/>
        </p:nvSpPr>
        <p:spPr>
          <a:xfrm>
            <a:off x="2877669" y="9501251"/>
            <a:ext cx="435429" cy="237764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500" b="1" dirty="0">
                <a:solidFill>
                  <a:schemeClr val="bg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4/4</a:t>
            </a:r>
            <a:endParaRPr kumimoji="1" lang="ja-JP" altLang="en-US" sz="500" b="1" dirty="0">
              <a:solidFill>
                <a:schemeClr val="bg1"/>
              </a:solidFill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3" name="四角形 40">
            <a:extLst>
              <a:ext uri="{FF2B5EF4-FFF2-40B4-BE49-F238E27FC236}">
                <a16:creationId xmlns:a16="http://schemas.microsoft.com/office/drawing/2014/main" id="{3EB2DC0F-FAAC-CFC9-FD82-173F568B33EB}"/>
              </a:ext>
            </a:extLst>
          </p:cNvPr>
          <p:cNvSpPr/>
          <p:nvPr/>
        </p:nvSpPr>
        <p:spPr>
          <a:xfrm>
            <a:off x="7620739" y="8381529"/>
            <a:ext cx="747181" cy="128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0" lvl="1" algn="ctr"/>
            <a:r>
              <a:rPr lang="ja-JP" altLang="en-US" sz="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出庫報告</a:t>
            </a:r>
          </a:p>
        </p:txBody>
      </p:sp>
      <p:grpSp>
        <p:nvGrpSpPr>
          <p:cNvPr id="435" name="グループ化 434">
            <a:extLst>
              <a:ext uri="{FF2B5EF4-FFF2-40B4-BE49-F238E27FC236}">
                <a16:creationId xmlns:a16="http://schemas.microsoft.com/office/drawing/2014/main" id="{23B31296-5C80-5E35-BF58-1742EADBC8B8}"/>
              </a:ext>
            </a:extLst>
          </p:cNvPr>
          <p:cNvGrpSpPr/>
          <p:nvPr/>
        </p:nvGrpSpPr>
        <p:grpSpPr>
          <a:xfrm>
            <a:off x="8237017" y="7790496"/>
            <a:ext cx="698500" cy="528955"/>
            <a:chOff x="936" y="4838"/>
            <a:chExt cx="1100" cy="833"/>
          </a:xfrm>
        </p:grpSpPr>
        <p:grpSp>
          <p:nvGrpSpPr>
            <p:cNvPr id="436" name="グループ化 435">
              <a:extLst>
                <a:ext uri="{FF2B5EF4-FFF2-40B4-BE49-F238E27FC236}">
                  <a16:creationId xmlns:a16="http://schemas.microsoft.com/office/drawing/2014/main" id="{4C6C8F96-11AD-48D4-E073-86F85823F7C2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438" name="正方形/長方形 156">
                <a:extLst>
                  <a:ext uri="{FF2B5EF4-FFF2-40B4-BE49-F238E27FC236}">
                    <a16:creationId xmlns:a16="http://schemas.microsoft.com/office/drawing/2014/main" id="{B2E75DAC-1ED9-ABF2-F95C-A9E6B3A18817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439" name="グラフィックス 157" descr="封筒">
                <a:extLst>
                  <a:ext uri="{FF2B5EF4-FFF2-40B4-BE49-F238E27FC236}">
                    <a16:creationId xmlns:a16="http://schemas.microsoft.com/office/drawing/2014/main" id="{0E2B2559-8D9E-327D-F1E9-618863170A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437" name="テキスト ボックス 158">
              <a:extLst>
                <a:ext uri="{FF2B5EF4-FFF2-40B4-BE49-F238E27FC236}">
                  <a16:creationId xmlns:a16="http://schemas.microsoft.com/office/drawing/2014/main" id="{8117193D-B99A-E2F8-80D5-C80DBFD295FD}"/>
                </a:ext>
              </a:extLst>
            </p:cNvPr>
            <p:cNvSpPr txBox="1"/>
            <p:nvPr/>
          </p:nvSpPr>
          <p:spPr>
            <a:xfrm>
              <a:off x="936" y="5235"/>
              <a:ext cx="1100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出庫依頼受領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440" name="直線矢印コネクタ 40">
            <a:extLst>
              <a:ext uri="{FF2B5EF4-FFF2-40B4-BE49-F238E27FC236}">
                <a16:creationId xmlns:a16="http://schemas.microsoft.com/office/drawing/2014/main" id="{22F29048-ACA4-A321-5D21-68B90EE5E5F9}"/>
              </a:ext>
            </a:extLst>
          </p:cNvPr>
          <p:cNvCxnSpPr>
            <a:cxnSpLocks/>
            <a:stCxn id="408" idx="3"/>
            <a:endCxn id="439" idx="1"/>
          </p:cNvCxnSpPr>
          <p:nvPr/>
        </p:nvCxnSpPr>
        <p:spPr>
          <a:xfrm>
            <a:off x="6034642" y="7946071"/>
            <a:ext cx="241192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50" name="グループ化 449">
            <a:extLst>
              <a:ext uri="{FF2B5EF4-FFF2-40B4-BE49-F238E27FC236}">
                <a16:creationId xmlns:a16="http://schemas.microsoft.com/office/drawing/2014/main" id="{E9E0524A-6ADF-4256-F767-365FBC7B29A3}"/>
              </a:ext>
            </a:extLst>
          </p:cNvPr>
          <p:cNvGrpSpPr/>
          <p:nvPr/>
        </p:nvGrpSpPr>
        <p:grpSpPr>
          <a:xfrm>
            <a:off x="8313535" y="9109216"/>
            <a:ext cx="545465" cy="513080"/>
            <a:chOff x="1082" y="4838"/>
            <a:chExt cx="859" cy="808"/>
          </a:xfrm>
        </p:grpSpPr>
        <p:grpSp>
          <p:nvGrpSpPr>
            <p:cNvPr id="451" name="グループ化 450">
              <a:extLst>
                <a:ext uri="{FF2B5EF4-FFF2-40B4-BE49-F238E27FC236}">
                  <a16:creationId xmlns:a16="http://schemas.microsoft.com/office/drawing/2014/main" id="{8F39D0B6-0AB0-7298-4199-8B27C2994FA0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453" name="正方形/長方形 156">
                <a:extLst>
                  <a:ext uri="{FF2B5EF4-FFF2-40B4-BE49-F238E27FC236}">
                    <a16:creationId xmlns:a16="http://schemas.microsoft.com/office/drawing/2014/main" id="{D29DB7CC-EE21-D99B-67D4-AF6B6DA08833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454" name="グラフィックス 157" descr="封筒">
                <a:extLst>
                  <a:ext uri="{FF2B5EF4-FFF2-40B4-BE49-F238E27FC236}">
                    <a16:creationId xmlns:a16="http://schemas.microsoft.com/office/drawing/2014/main" id="{88C5A30A-61CC-932D-715E-4BFBDD77DB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452" name="テキスト ボックス 158">
              <a:extLst>
                <a:ext uri="{FF2B5EF4-FFF2-40B4-BE49-F238E27FC236}">
                  <a16:creationId xmlns:a16="http://schemas.microsoft.com/office/drawing/2014/main" id="{A09C3B8A-106D-402C-9033-DD66C934AD46}"/>
                </a:ext>
              </a:extLst>
            </p:cNvPr>
            <p:cNvSpPr txBox="1"/>
            <p:nvPr/>
          </p:nvSpPr>
          <p:spPr>
            <a:xfrm>
              <a:off x="1082" y="5210"/>
              <a:ext cx="859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出庫済み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455" name="直線矢印コネクタ 40">
            <a:extLst>
              <a:ext uri="{FF2B5EF4-FFF2-40B4-BE49-F238E27FC236}">
                <a16:creationId xmlns:a16="http://schemas.microsoft.com/office/drawing/2014/main" id="{EFEA8767-492E-C598-B0AD-042FDC766033}"/>
              </a:ext>
            </a:extLst>
          </p:cNvPr>
          <p:cNvCxnSpPr>
            <a:cxnSpLocks/>
            <a:stCxn id="425" idx="3"/>
            <a:endCxn id="454" idx="1"/>
          </p:cNvCxnSpPr>
          <p:nvPr/>
        </p:nvCxnSpPr>
        <p:spPr>
          <a:xfrm flipV="1">
            <a:off x="6028450" y="9264791"/>
            <a:ext cx="2401925" cy="268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8" name="四角形 40">
            <a:extLst>
              <a:ext uri="{FF2B5EF4-FFF2-40B4-BE49-F238E27FC236}">
                <a16:creationId xmlns:a16="http://schemas.microsoft.com/office/drawing/2014/main" id="{7208C32E-2AFC-23C3-5BB1-FDE04D4870C5}"/>
              </a:ext>
            </a:extLst>
          </p:cNvPr>
          <p:cNvSpPr/>
          <p:nvPr/>
        </p:nvSpPr>
        <p:spPr>
          <a:xfrm>
            <a:off x="721288" y="10184779"/>
            <a:ext cx="850181" cy="25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夏タイヤ</a:t>
            </a:r>
          </a:p>
        </p:txBody>
      </p:sp>
      <p:sp>
        <p:nvSpPr>
          <p:cNvPr id="459" name="円/楕円 21">
            <a:extLst>
              <a:ext uri="{FF2B5EF4-FFF2-40B4-BE49-F238E27FC236}">
                <a16:creationId xmlns:a16="http://schemas.microsoft.com/office/drawing/2014/main" id="{7F1ACBDB-A9F4-91D7-A702-25AAA6B02948}"/>
              </a:ext>
            </a:extLst>
          </p:cNvPr>
          <p:cNvSpPr/>
          <p:nvPr/>
        </p:nvSpPr>
        <p:spPr>
          <a:xfrm>
            <a:off x="5821553" y="11020771"/>
            <a:ext cx="102857" cy="102857"/>
          </a:xfrm>
          <a:prstGeom prst="ellipse">
            <a:avLst/>
          </a:prstGeom>
          <a:solidFill>
            <a:srgbClr val="000000"/>
          </a:solidFill>
          <a:ln w="952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ja-JP" altLang="en-US" sz="715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0" name="四角形 40">
            <a:extLst>
              <a:ext uri="{FF2B5EF4-FFF2-40B4-BE49-F238E27FC236}">
                <a16:creationId xmlns:a16="http://schemas.microsoft.com/office/drawing/2014/main" id="{29156592-8508-A356-248E-5997384894A6}"/>
              </a:ext>
            </a:extLst>
          </p:cNvPr>
          <p:cNvSpPr/>
          <p:nvPr/>
        </p:nvSpPr>
        <p:spPr>
          <a:xfrm>
            <a:off x="5499390" y="10841446"/>
            <a:ext cx="747182" cy="25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受注担当者</a:t>
            </a:r>
          </a:p>
        </p:txBody>
      </p:sp>
      <p:cxnSp>
        <p:nvCxnSpPr>
          <p:cNvPr id="461" name="直線矢印コネクタ 40">
            <a:extLst>
              <a:ext uri="{FF2B5EF4-FFF2-40B4-BE49-F238E27FC236}">
                <a16:creationId xmlns:a16="http://schemas.microsoft.com/office/drawing/2014/main" id="{74049304-54E8-14C8-5ACE-E6337B164DF0}"/>
              </a:ext>
            </a:extLst>
          </p:cNvPr>
          <p:cNvCxnSpPr>
            <a:cxnSpLocks/>
            <a:stCxn id="459" idx="4"/>
            <a:endCxn id="462" idx="1"/>
          </p:cNvCxnSpPr>
          <p:nvPr/>
        </p:nvCxnSpPr>
        <p:spPr>
          <a:xfrm rot="16200000" flipH="1">
            <a:off x="6327749" y="10668861"/>
            <a:ext cx="120374" cy="1029908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2" name="角丸四角形 11">
            <a:extLst>
              <a:ext uri="{FF2B5EF4-FFF2-40B4-BE49-F238E27FC236}">
                <a16:creationId xmlns:a16="http://schemas.microsoft.com/office/drawing/2014/main" id="{39EC4D43-F287-D22F-AB94-93B49BAE0967}"/>
              </a:ext>
            </a:extLst>
          </p:cNvPr>
          <p:cNvSpPr/>
          <p:nvPr/>
        </p:nvSpPr>
        <p:spPr>
          <a:xfrm>
            <a:off x="6902890" y="11154002"/>
            <a:ext cx="819785" cy="18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645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受注入力</a:t>
            </a:r>
            <a:endParaRPr kumimoji="1" lang="ja-JP" altLang="en-US" sz="645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3" name="四角形 40">
            <a:extLst>
              <a:ext uri="{FF2B5EF4-FFF2-40B4-BE49-F238E27FC236}">
                <a16:creationId xmlns:a16="http://schemas.microsoft.com/office/drawing/2014/main" id="{3874B119-09CE-467C-1A3E-577862DC5069}"/>
              </a:ext>
            </a:extLst>
          </p:cNvPr>
          <p:cNvSpPr/>
          <p:nvPr/>
        </p:nvSpPr>
        <p:spPr>
          <a:xfrm>
            <a:off x="5937744" y="11074802"/>
            <a:ext cx="767856" cy="173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0" lvl="1" algn="ctr"/>
            <a:r>
              <a:rPr lang="ja-JP" altLang="en-US" sz="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起伝</a:t>
            </a:r>
            <a:r>
              <a:rPr lang="en-US" altLang="ja-JP" sz="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(</a:t>
            </a:r>
            <a:r>
              <a:rPr lang="ja-JP" altLang="en-US" sz="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自動更新</a:t>
            </a:r>
            <a:r>
              <a:rPr lang="en-US" altLang="ja-JP" sz="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)</a:t>
            </a:r>
            <a:endParaRPr lang="ja-JP" altLang="en-US" sz="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+mn-ea"/>
            </a:endParaRPr>
          </a:p>
        </p:txBody>
      </p:sp>
      <p:sp>
        <p:nvSpPr>
          <p:cNvPr id="468" name="ひし形 467">
            <a:extLst>
              <a:ext uri="{FF2B5EF4-FFF2-40B4-BE49-F238E27FC236}">
                <a16:creationId xmlns:a16="http://schemas.microsoft.com/office/drawing/2014/main" id="{485F4F52-B438-3114-F4EE-C0FEB620B83D}"/>
              </a:ext>
            </a:extLst>
          </p:cNvPr>
          <p:cNvSpPr/>
          <p:nvPr/>
        </p:nvSpPr>
        <p:spPr>
          <a:xfrm>
            <a:off x="3342031" y="8804982"/>
            <a:ext cx="846015" cy="348704"/>
          </a:xfrm>
          <a:prstGeom prst="diamond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自動更新</a:t>
            </a:r>
          </a:p>
        </p:txBody>
      </p:sp>
      <p:cxnSp>
        <p:nvCxnSpPr>
          <p:cNvPr id="471" name="直線矢印コネクタ 40">
            <a:extLst>
              <a:ext uri="{FF2B5EF4-FFF2-40B4-BE49-F238E27FC236}">
                <a16:creationId xmlns:a16="http://schemas.microsoft.com/office/drawing/2014/main" id="{DC3DC5CF-B8AD-56F4-801A-8A27B5E659A0}"/>
              </a:ext>
            </a:extLst>
          </p:cNvPr>
          <p:cNvCxnSpPr>
            <a:cxnSpLocks/>
            <a:stCxn id="411" idx="1"/>
            <a:endCxn id="468" idx="0"/>
          </p:cNvCxnSpPr>
          <p:nvPr/>
        </p:nvCxnSpPr>
        <p:spPr>
          <a:xfrm rot="10800000" flipV="1">
            <a:off x="3765040" y="8526346"/>
            <a:ext cx="130119" cy="278635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9" name="四角形 40">
            <a:extLst>
              <a:ext uri="{FF2B5EF4-FFF2-40B4-BE49-F238E27FC236}">
                <a16:creationId xmlns:a16="http://schemas.microsoft.com/office/drawing/2014/main" id="{86D8AB3E-3809-97FF-5A6C-479EE6242885}"/>
              </a:ext>
            </a:extLst>
          </p:cNvPr>
          <p:cNvSpPr/>
          <p:nvPr/>
        </p:nvSpPr>
        <p:spPr>
          <a:xfrm>
            <a:off x="3523523" y="9117773"/>
            <a:ext cx="318225" cy="1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0" lvl="1" algn="ctr"/>
            <a:r>
              <a:rPr lang="en-US" altLang="ja-JP" sz="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Yes</a:t>
            </a:r>
            <a:endParaRPr lang="ja-JP" altLang="en-US" sz="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+mn-ea"/>
            </a:endParaRPr>
          </a:p>
        </p:txBody>
      </p:sp>
      <p:sp>
        <p:nvSpPr>
          <p:cNvPr id="485" name="四角形 40">
            <a:extLst>
              <a:ext uri="{FF2B5EF4-FFF2-40B4-BE49-F238E27FC236}">
                <a16:creationId xmlns:a16="http://schemas.microsoft.com/office/drawing/2014/main" id="{7F981186-403B-FFFB-8735-94FDE6E86C3D}"/>
              </a:ext>
            </a:extLst>
          </p:cNvPr>
          <p:cNvSpPr/>
          <p:nvPr/>
        </p:nvSpPr>
        <p:spPr>
          <a:xfrm>
            <a:off x="4024251" y="8822498"/>
            <a:ext cx="318225" cy="1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0" lvl="1" algn="ctr"/>
            <a:r>
              <a:rPr lang="en-US" altLang="ja-JP" sz="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No</a:t>
            </a:r>
            <a:endParaRPr lang="ja-JP" altLang="en-US" sz="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+mn-ea"/>
            </a:endParaRPr>
          </a:p>
        </p:txBody>
      </p:sp>
      <p:grpSp>
        <p:nvGrpSpPr>
          <p:cNvPr id="486" name="グループ化 485">
            <a:extLst>
              <a:ext uri="{FF2B5EF4-FFF2-40B4-BE49-F238E27FC236}">
                <a16:creationId xmlns:a16="http://schemas.microsoft.com/office/drawing/2014/main" id="{9F78D037-7E4C-5F7F-387F-2567D16FE41E}"/>
              </a:ext>
            </a:extLst>
          </p:cNvPr>
          <p:cNvGrpSpPr/>
          <p:nvPr/>
        </p:nvGrpSpPr>
        <p:grpSpPr>
          <a:xfrm>
            <a:off x="5609985" y="10397745"/>
            <a:ext cx="545465" cy="513080"/>
            <a:chOff x="1082" y="4838"/>
            <a:chExt cx="859" cy="808"/>
          </a:xfrm>
        </p:grpSpPr>
        <p:grpSp>
          <p:nvGrpSpPr>
            <p:cNvPr id="487" name="グループ化 486">
              <a:extLst>
                <a:ext uri="{FF2B5EF4-FFF2-40B4-BE49-F238E27FC236}">
                  <a16:creationId xmlns:a16="http://schemas.microsoft.com/office/drawing/2014/main" id="{015DBC8A-5ED2-73A1-5C3D-D76360D3C9F5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489" name="正方形/長方形 156">
                <a:extLst>
                  <a:ext uri="{FF2B5EF4-FFF2-40B4-BE49-F238E27FC236}">
                    <a16:creationId xmlns:a16="http://schemas.microsoft.com/office/drawing/2014/main" id="{AB563EC4-C0B6-4A1C-9FB5-402FB86B733A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490" name="グラフィックス 157" descr="封筒">
                <a:extLst>
                  <a:ext uri="{FF2B5EF4-FFF2-40B4-BE49-F238E27FC236}">
                    <a16:creationId xmlns:a16="http://schemas.microsoft.com/office/drawing/2014/main" id="{06BFF050-349C-488C-5077-1DEA77924D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488" name="テキスト ボックス 158">
              <a:extLst>
                <a:ext uri="{FF2B5EF4-FFF2-40B4-BE49-F238E27FC236}">
                  <a16:creationId xmlns:a16="http://schemas.microsoft.com/office/drawing/2014/main" id="{D86B8B3B-ADD1-54B5-CAB0-CF8751198709}"/>
                </a:ext>
              </a:extLst>
            </p:cNvPr>
            <p:cNvSpPr txBox="1"/>
            <p:nvPr/>
          </p:nvSpPr>
          <p:spPr>
            <a:xfrm>
              <a:off x="1082" y="5210"/>
              <a:ext cx="859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自動更新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grpSp>
        <p:nvGrpSpPr>
          <p:cNvPr id="499" name="グループ化 498">
            <a:extLst>
              <a:ext uri="{FF2B5EF4-FFF2-40B4-BE49-F238E27FC236}">
                <a16:creationId xmlns:a16="http://schemas.microsoft.com/office/drawing/2014/main" id="{52999C8A-30CE-7FC3-BC2D-52174D4F2A69}"/>
              </a:ext>
            </a:extLst>
          </p:cNvPr>
          <p:cNvGrpSpPr/>
          <p:nvPr/>
        </p:nvGrpSpPr>
        <p:grpSpPr>
          <a:xfrm>
            <a:off x="873646" y="10397745"/>
            <a:ext cx="545465" cy="513080"/>
            <a:chOff x="1082" y="4838"/>
            <a:chExt cx="859" cy="808"/>
          </a:xfrm>
        </p:grpSpPr>
        <p:grpSp>
          <p:nvGrpSpPr>
            <p:cNvPr id="500" name="グループ化 499">
              <a:extLst>
                <a:ext uri="{FF2B5EF4-FFF2-40B4-BE49-F238E27FC236}">
                  <a16:creationId xmlns:a16="http://schemas.microsoft.com/office/drawing/2014/main" id="{C859D913-3AFB-9D49-3E6F-B11C5F013BC9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502" name="正方形/長方形 156">
                <a:extLst>
                  <a:ext uri="{FF2B5EF4-FFF2-40B4-BE49-F238E27FC236}">
                    <a16:creationId xmlns:a16="http://schemas.microsoft.com/office/drawing/2014/main" id="{B9D3B2CB-6CA1-65E9-180B-3E3123B09565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503" name="グラフィックス 157" descr="封筒">
                <a:extLst>
                  <a:ext uri="{FF2B5EF4-FFF2-40B4-BE49-F238E27FC236}">
                    <a16:creationId xmlns:a16="http://schemas.microsoft.com/office/drawing/2014/main" id="{1DBC6CDA-E406-B9D3-214A-8A08963F43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501" name="テキスト ボックス 158">
              <a:extLst>
                <a:ext uri="{FF2B5EF4-FFF2-40B4-BE49-F238E27FC236}">
                  <a16:creationId xmlns:a16="http://schemas.microsoft.com/office/drawing/2014/main" id="{CEDCBE75-048D-60D2-E5F8-E24C8B41D807}"/>
                </a:ext>
              </a:extLst>
            </p:cNvPr>
            <p:cNvSpPr txBox="1"/>
            <p:nvPr/>
          </p:nvSpPr>
          <p:spPr>
            <a:xfrm>
              <a:off x="1082" y="5210"/>
              <a:ext cx="859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自動更新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grpSp>
        <p:nvGrpSpPr>
          <p:cNvPr id="507" name="グループ化 506">
            <a:extLst>
              <a:ext uri="{FF2B5EF4-FFF2-40B4-BE49-F238E27FC236}">
                <a16:creationId xmlns:a16="http://schemas.microsoft.com/office/drawing/2014/main" id="{6616C892-5ABD-4C47-0608-5D02C0032238}"/>
              </a:ext>
            </a:extLst>
          </p:cNvPr>
          <p:cNvGrpSpPr/>
          <p:nvPr/>
        </p:nvGrpSpPr>
        <p:grpSpPr>
          <a:xfrm>
            <a:off x="8316104" y="10397745"/>
            <a:ext cx="545465" cy="513080"/>
            <a:chOff x="1082" y="4838"/>
            <a:chExt cx="859" cy="808"/>
          </a:xfrm>
        </p:grpSpPr>
        <p:grpSp>
          <p:nvGrpSpPr>
            <p:cNvPr id="508" name="グループ化 507">
              <a:extLst>
                <a:ext uri="{FF2B5EF4-FFF2-40B4-BE49-F238E27FC236}">
                  <a16:creationId xmlns:a16="http://schemas.microsoft.com/office/drawing/2014/main" id="{1D6796C3-96B0-218B-A3A3-90CD2C0545B0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510" name="正方形/長方形 156">
                <a:extLst>
                  <a:ext uri="{FF2B5EF4-FFF2-40B4-BE49-F238E27FC236}">
                    <a16:creationId xmlns:a16="http://schemas.microsoft.com/office/drawing/2014/main" id="{FBCFBC12-485B-7DE5-76F2-DAA6D5981F4F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511" name="グラフィックス 157" descr="封筒">
                <a:extLst>
                  <a:ext uri="{FF2B5EF4-FFF2-40B4-BE49-F238E27FC236}">
                    <a16:creationId xmlns:a16="http://schemas.microsoft.com/office/drawing/2014/main" id="{49266431-8C57-FE23-887B-7BE483102E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509" name="テキスト ボックス 158">
              <a:extLst>
                <a:ext uri="{FF2B5EF4-FFF2-40B4-BE49-F238E27FC236}">
                  <a16:creationId xmlns:a16="http://schemas.microsoft.com/office/drawing/2014/main" id="{E19AA1B0-EB28-3D48-9D56-E107E93AF93B}"/>
                </a:ext>
              </a:extLst>
            </p:cNvPr>
            <p:cNvSpPr txBox="1"/>
            <p:nvPr/>
          </p:nvSpPr>
          <p:spPr>
            <a:xfrm>
              <a:off x="1082" y="5210"/>
              <a:ext cx="859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自動更新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512" name="直線矢印コネクタ 40">
            <a:extLst>
              <a:ext uri="{FF2B5EF4-FFF2-40B4-BE49-F238E27FC236}">
                <a16:creationId xmlns:a16="http://schemas.microsoft.com/office/drawing/2014/main" id="{041C4FA2-357D-D235-B02C-35F38CFF88AC}"/>
              </a:ext>
            </a:extLst>
          </p:cNvPr>
          <p:cNvCxnSpPr>
            <a:cxnSpLocks/>
            <a:stCxn id="468" idx="2"/>
            <a:endCxn id="490" idx="1"/>
          </p:cNvCxnSpPr>
          <p:nvPr/>
        </p:nvCxnSpPr>
        <p:spPr>
          <a:xfrm rot="16200000" flipH="1">
            <a:off x="4046115" y="8872610"/>
            <a:ext cx="1399634" cy="196178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直線矢印コネクタ 40">
            <a:extLst>
              <a:ext uri="{FF2B5EF4-FFF2-40B4-BE49-F238E27FC236}">
                <a16:creationId xmlns:a16="http://schemas.microsoft.com/office/drawing/2014/main" id="{31C64723-E606-C388-B397-9FBEC644E4F7}"/>
              </a:ext>
            </a:extLst>
          </p:cNvPr>
          <p:cNvCxnSpPr>
            <a:cxnSpLocks/>
            <a:stCxn id="468" idx="2"/>
            <a:endCxn id="503" idx="3"/>
          </p:cNvCxnSpPr>
          <p:nvPr/>
        </p:nvCxnSpPr>
        <p:spPr>
          <a:xfrm rot="5400000">
            <a:off x="1833521" y="8621802"/>
            <a:ext cx="1399634" cy="2463403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直線矢印コネクタ 40">
            <a:extLst>
              <a:ext uri="{FF2B5EF4-FFF2-40B4-BE49-F238E27FC236}">
                <a16:creationId xmlns:a16="http://schemas.microsoft.com/office/drawing/2014/main" id="{C3A0D859-ACDE-F948-4E6A-5F0555CDC2E1}"/>
              </a:ext>
            </a:extLst>
          </p:cNvPr>
          <p:cNvCxnSpPr>
            <a:cxnSpLocks/>
            <a:stCxn id="490" idx="3"/>
            <a:endCxn id="511" idx="1"/>
          </p:cNvCxnSpPr>
          <p:nvPr/>
        </p:nvCxnSpPr>
        <p:spPr>
          <a:xfrm>
            <a:off x="6037975" y="10553320"/>
            <a:ext cx="2394969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22" name="グループ化 521">
            <a:extLst>
              <a:ext uri="{FF2B5EF4-FFF2-40B4-BE49-F238E27FC236}">
                <a16:creationId xmlns:a16="http://schemas.microsoft.com/office/drawing/2014/main" id="{D7E18096-A4C4-C63F-BB22-70B0A3210214}"/>
              </a:ext>
            </a:extLst>
          </p:cNvPr>
          <p:cNvGrpSpPr/>
          <p:nvPr/>
        </p:nvGrpSpPr>
        <p:grpSpPr>
          <a:xfrm>
            <a:off x="868137" y="11390235"/>
            <a:ext cx="545465" cy="513080"/>
            <a:chOff x="1082" y="4838"/>
            <a:chExt cx="859" cy="808"/>
          </a:xfrm>
        </p:grpSpPr>
        <p:grpSp>
          <p:nvGrpSpPr>
            <p:cNvPr id="523" name="グループ化 522">
              <a:extLst>
                <a:ext uri="{FF2B5EF4-FFF2-40B4-BE49-F238E27FC236}">
                  <a16:creationId xmlns:a16="http://schemas.microsoft.com/office/drawing/2014/main" id="{DA24C7E9-45EB-8C42-84CA-7A54658A5CA5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525" name="正方形/長方形 156">
                <a:extLst>
                  <a:ext uri="{FF2B5EF4-FFF2-40B4-BE49-F238E27FC236}">
                    <a16:creationId xmlns:a16="http://schemas.microsoft.com/office/drawing/2014/main" id="{084C5516-8FFC-E325-A5DA-41FCF89E6834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526" name="グラフィックス 157" descr="封筒">
                <a:extLst>
                  <a:ext uri="{FF2B5EF4-FFF2-40B4-BE49-F238E27FC236}">
                    <a16:creationId xmlns:a16="http://schemas.microsoft.com/office/drawing/2014/main" id="{1BDD4B90-37E8-0E52-6877-F549EB5522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524" name="テキスト ボックス 158">
              <a:extLst>
                <a:ext uri="{FF2B5EF4-FFF2-40B4-BE49-F238E27FC236}">
                  <a16:creationId xmlns:a16="http://schemas.microsoft.com/office/drawing/2014/main" id="{344DD8FD-4A73-498B-C674-760BD8A12676}"/>
                </a:ext>
              </a:extLst>
            </p:cNvPr>
            <p:cNvSpPr txBox="1"/>
            <p:nvPr/>
          </p:nvSpPr>
          <p:spPr>
            <a:xfrm>
              <a:off x="1082" y="5210"/>
              <a:ext cx="859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契約終了メール</a:t>
              </a:r>
            </a:p>
          </p:txBody>
        </p:sp>
      </p:grpSp>
      <p:grpSp>
        <p:nvGrpSpPr>
          <p:cNvPr id="527" name="グループ化 526">
            <a:extLst>
              <a:ext uri="{FF2B5EF4-FFF2-40B4-BE49-F238E27FC236}">
                <a16:creationId xmlns:a16="http://schemas.microsoft.com/office/drawing/2014/main" id="{131F3CAC-6A30-AD1B-F365-00C0B08B0D2F}"/>
              </a:ext>
            </a:extLst>
          </p:cNvPr>
          <p:cNvGrpSpPr/>
          <p:nvPr/>
        </p:nvGrpSpPr>
        <p:grpSpPr>
          <a:xfrm>
            <a:off x="5600460" y="11388373"/>
            <a:ext cx="545465" cy="513080"/>
            <a:chOff x="1082" y="4838"/>
            <a:chExt cx="859" cy="808"/>
          </a:xfrm>
        </p:grpSpPr>
        <p:grpSp>
          <p:nvGrpSpPr>
            <p:cNvPr id="528" name="グループ化 527">
              <a:extLst>
                <a:ext uri="{FF2B5EF4-FFF2-40B4-BE49-F238E27FC236}">
                  <a16:creationId xmlns:a16="http://schemas.microsoft.com/office/drawing/2014/main" id="{49A3511C-8F42-4478-D06B-004CFECE083E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530" name="正方形/長方形 156">
                <a:extLst>
                  <a:ext uri="{FF2B5EF4-FFF2-40B4-BE49-F238E27FC236}">
                    <a16:creationId xmlns:a16="http://schemas.microsoft.com/office/drawing/2014/main" id="{1501630B-5B05-8119-DC98-B0E0369E6570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531" name="グラフィックス 157" descr="封筒">
                <a:extLst>
                  <a:ext uri="{FF2B5EF4-FFF2-40B4-BE49-F238E27FC236}">
                    <a16:creationId xmlns:a16="http://schemas.microsoft.com/office/drawing/2014/main" id="{CE9402C8-496E-9E44-EE98-E3171F8E73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529" name="テキスト ボックス 158">
              <a:extLst>
                <a:ext uri="{FF2B5EF4-FFF2-40B4-BE49-F238E27FC236}">
                  <a16:creationId xmlns:a16="http://schemas.microsoft.com/office/drawing/2014/main" id="{F46454FA-A49E-19E7-EF54-309BAF6DAFC1}"/>
                </a:ext>
              </a:extLst>
            </p:cNvPr>
            <p:cNvSpPr txBox="1"/>
            <p:nvPr/>
          </p:nvSpPr>
          <p:spPr>
            <a:xfrm>
              <a:off x="1082" y="5210"/>
              <a:ext cx="859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契約終了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532" name="直線矢印コネクタ 40">
            <a:extLst>
              <a:ext uri="{FF2B5EF4-FFF2-40B4-BE49-F238E27FC236}">
                <a16:creationId xmlns:a16="http://schemas.microsoft.com/office/drawing/2014/main" id="{6FE188EE-B6F0-B055-6DBF-3F0C43EF54D4}"/>
              </a:ext>
            </a:extLst>
          </p:cNvPr>
          <p:cNvCxnSpPr>
            <a:cxnSpLocks/>
            <a:stCxn id="468" idx="3"/>
            <a:endCxn id="531" idx="1"/>
          </p:cNvCxnSpPr>
          <p:nvPr/>
        </p:nvCxnSpPr>
        <p:spPr>
          <a:xfrm>
            <a:off x="4188046" y="8979334"/>
            <a:ext cx="1529254" cy="2564614"/>
          </a:xfrm>
          <a:prstGeom prst="bentConnector3">
            <a:avLst>
              <a:gd name="adj1" fmla="val 14497"/>
            </a:avLst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直線矢印コネクタ 40">
            <a:extLst>
              <a:ext uri="{FF2B5EF4-FFF2-40B4-BE49-F238E27FC236}">
                <a16:creationId xmlns:a16="http://schemas.microsoft.com/office/drawing/2014/main" id="{12C04FB0-C2EC-D38B-0171-94E31DFCEEA8}"/>
              </a:ext>
            </a:extLst>
          </p:cNvPr>
          <p:cNvCxnSpPr>
            <a:cxnSpLocks/>
            <a:stCxn id="468" idx="3"/>
            <a:endCxn id="526" idx="3"/>
          </p:cNvCxnSpPr>
          <p:nvPr/>
        </p:nvCxnSpPr>
        <p:spPr>
          <a:xfrm flipH="1">
            <a:off x="1296127" y="8979334"/>
            <a:ext cx="2891919" cy="2566476"/>
          </a:xfrm>
          <a:prstGeom prst="bentConnector3">
            <a:avLst>
              <a:gd name="adj1" fmla="val -7905"/>
            </a:avLst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4" name="グループ化 533">
            <a:extLst>
              <a:ext uri="{FF2B5EF4-FFF2-40B4-BE49-F238E27FC236}">
                <a16:creationId xmlns:a16="http://schemas.microsoft.com/office/drawing/2014/main" id="{EB2E00FC-B838-B0F6-B3EE-29317E432E92}"/>
              </a:ext>
            </a:extLst>
          </p:cNvPr>
          <p:cNvGrpSpPr/>
          <p:nvPr/>
        </p:nvGrpSpPr>
        <p:grpSpPr>
          <a:xfrm>
            <a:off x="8313535" y="11385691"/>
            <a:ext cx="545465" cy="513080"/>
            <a:chOff x="1082" y="4838"/>
            <a:chExt cx="859" cy="808"/>
          </a:xfrm>
        </p:grpSpPr>
        <p:grpSp>
          <p:nvGrpSpPr>
            <p:cNvPr id="535" name="グループ化 534">
              <a:extLst>
                <a:ext uri="{FF2B5EF4-FFF2-40B4-BE49-F238E27FC236}">
                  <a16:creationId xmlns:a16="http://schemas.microsoft.com/office/drawing/2014/main" id="{6077CF62-F15D-81EA-6F92-CB8774017550}"/>
                </a:ext>
              </a:extLst>
            </p:cNvPr>
            <p:cNvGrpSpPr/>
            <p:nvPr/>
          </p:nvGrpSpPr>
          <p:grpSpPr>
            <a:xfrm>
              <a:off x="1266" y="4838"/>
              <a:ext cx="490" cy="490"/>
              <a:chOff x="3214351" y="5655733"/>
              <a:chExt cx="311455" cy="311455"/>
            </a:xfrm>
          </p:grpSpPr>
          <p:sp>
            <p:nvSpPr>
              <p:cNvPr id="537" name="正方形/長方形 156">
                <a:extLst>
                  <a:ext uri="{FF2B5EF4-FFF2-40B4-BE49-F238E27FC236}">
                    <a16:creationId xmlns:a16="http://schemas.microsoft.com/office/drawing/2014/main" id="{D3118D64-BBDC-AA77-1A3B-2B9043A6635E}"/>
                  </a:ext>
                </a:extLst>
              </p:cNvPr>
              <p:cNvSpPr/>
              <p:nvPr/>
            </p:nvSpPr>
            <p:spPr>
              <a:xfrm>
                <a:off x="3248025" y="5724908"/>
                <a:ext cx="245269" cy="171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00">
                  <a:solidFill>
                    <a:schemeClr val="tx1"/>
                  </a:solidFill>
                  <a:uFillTx/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pic>
            <p:nvPicPr>
              <p:cNvPr id="538" name="グラフィックス 157" descr="封筒">
                <a:extLst>
                  <a:ext uri="{FF2B5EF4-FFF2-40B4-BE49-F238E27FC236}">
                    <a16:creationId xmlns:a16="http://schemas.microsoft.com/office/drawing/2014/main" id="{3C343A69-D077-2D79-DE81-04618EE353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4351" y="5655733"/>
                <a:ext cx="311455" cy="311455"/>
              </a:xfrm>
              <a:prstGeom prst="rect">
                <a:avLst/>
              </a:prstGeom>
            </p:spPr>
          </p:pic>
        </p:grpSp>
        <p:sp>
          <p:nvSpPr>
            <p:cNvPr id="536" name="テキスト ボックス 158">
              <a:extLst>
                <a:ext uri="{FF2B5EF4-FFF2-40B4-BE49-F238E27FC236}">
                  <a16:creationId xmlns:a16="http://schemas.microsoft.com/office/drawing/2014/main" id="{077E0CC0-16D2-EE5F-87AC-44013A2A6845}"/>
                </a:ext>
              </a:extLst>
            </p:cNvPr>
            <p:cNvSpPr txBox="1"/>
            <p:nvPr/>
          </p:nvSpPr>
          <p:spPr>
            <a:xfrm>
              <a:off x="1082" y="5210"/>
              <a:ext cx="859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契約終了</a:t>
              </a:r>
              <a:r>
                <a: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メール</a:t>
              </a:r>
            </a:p>
          </p:txBody>
        </p:sp>
      </p:grpSp>
      <p:cxnSp>
        <p:nvCxnSpPr>
          <p:cNvPr id="539" name="直線矢印コネクタ 40">
            <a:extLst>
              <a:ext uri="{FF2B5EF4-FFF2-40B4-BE49-F238E27FC236}">
                <a16:creationId xmlns:a16="http://schemas.microsoft.com/office/drawing/2014/main" id="{1749F6C3-E2C1-F689-EE15-8CBD85EC5164}"/>
              </a:ext>
            </a:extLst>
          </p:cNvPr>
          <p:cNvCxnSpPr>
            <a:cxnSpLocks/>
            <a:stCxn id="531" idx="3"/>
            <a:endCxn id="538" idx="1"/>
          </p:cNvCxnSpPr>
          <p:nvPr/>
        </p:nvCxnSpPr>
        <p:spPr>
          <a:xfrm flipV="1">
            <a:off x="6028450" y="11541266"/>
            <a:ext cx="2401925" cy="268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正方形/長方形 544">
            <a:extLst>
              <a:ext uri="{FF2B5EF4-FFF2-40B4-BE49-F238E27FC236}">
                <a16:creationId xmlns:a16="http://schemas.microsoft.com/office/drawing/2014/main" id="{6909DDE5-934B-506B-E3CD-C718E6ED765A}"/>
              </a:ext>
            </a:extLst>
          </p:cNvPr>
          <p:cNvSpPr/>
          <p:nvPr/>
        </p:nvSpPr>
        <p:spPr>
          <a:xfrm>
            <a:off x="1014152" y="536412"/>
            <a:ext cx="80663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>
                <a:latin typeface="+mn-ea"/>
              </a:rPr>
              <a:t>タイヤ保管概略業務フロー（</a:t>
            </a:r>
            <a:r>
              <a:rPr lang="en-US" altLang="ja-JP" sz="2800" dirty="0">
                <a:latin typeface="+mn-ea"/>
              </a:rPr>
              <a:t>2/2</a:t>
            </a:r>
            <a:r>
              <a:rPr lang="ja-JP" altLang="en-US" sz="2800" dirty="0">
                <a:latin typeface="+mn-ea"/>
              </a:rPr>
              <a:t>）</a:t>
            </a:r>
            <a:endParaRPr lang="en-US" altLang="ja-JP" sz="2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40765647"/>
      </p:ext>
    </p:extLst>
  </p:cSld>
  <p:clrMapOvr>
    <a:masterClrMapping/>
  </p:clrMapOvr>
</p:sld>
</file>

<file path=ppt/theme/theme1.xml><?xml version="1.0" encoding="utf-8"?>
<a:theme xmlns:a="http://schemas.openxmlformats.org/drawingml/2006/main" name="詳細業務フロー_会員登録_20191122‗修正途中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/>
      </a:spPr>
      <a:bodyPr rtlCol="0" anchor="ctr"/>
      <a:lstStyle>
        <a:defPPr algn="ctr">
          <a:defRPr kumimoji="1" sz="4800" dirty="0" smtClean="0">
            <a:solidFill>
              <a:schemeClr val="tx1"/>
            </a:solidFill>
            <a:uFillTx/>
            <a:latin typeface="メイリオ" panose="020B0604030504040204" pitchFamily="50" charset="-128"/>
            <a:ea typeface="メイリオ" panose="020B0604030504040204" pitchFamily="50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20191114要件定義第3回-第4回 業務フロー詳細①アップデート済み</Template>
  <TotalTime>3845</TotalTime>
  <Words>1514</Words>
  <Application>Microsoft Office PowerPoint</Application>
  <PresentationFormat>A3 297x420 mm</PresentationFormat>
  <Paragraphs>368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3" baseType="lpstr">
      <vt:lpstr>メイリオ</vt:lpstr>
      <vt:lpstr>メイリオ</vt:lpstr>
      <vt:lpstr>游ゴシック</vt:lpstr>
      <vt:lpstr>Arial</vt:lpstr>
      <vt:lpstr>Calibri</vt:lpstr>
      <vt:lpstr>Century</vt:lpstr>
      <vt:lpstr>詳細業務フロー_会員登録_20191122‗修正途中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剛 大塚</dc:creator>
  <cp:lastModifiedBy>川手 正己</cp:lastModifiedBy>
  <cp:revision>753</cp:revision>
  <cp:lastPrinted>2026-07-14T05:59:57Z</cp:lastPrinted>
  <dcterms:created xsi:type="dcterms:W3CDTF">2019-11-22T02:13:00Z</dcterms:created>
  <dcterms:modified xsi:type="dcterms:W3CDTF">2026-07-27T05:12:28Z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0x010100D35DC5035CF21544854758570D244058</vt:lpwstr>
  </property>
  <property fmtid="{D5CDD505-2E9C-101B-9397-08002B2CF9AE}" pid="3" name="KSOProductBuildVer">
    <vt:lpwstr>1041-11.8.2.10339</vt:lpwstr>
  </property>
</Properties>
</file>