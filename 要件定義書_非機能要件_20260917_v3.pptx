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4"/>
  </p:sldMasterIdLst>
  <p:notesMasterIdLst>
    <p:notesMasterId r:id="rId20"/>
  </p:notesMasterIdLst>
  <p:handoutMasterIdLst>
    <p:handoutMasterId r:id="rId21"/>
  </p:handoutMasterIdLst>
  <p:sldIdLst>
    <p:sldId id="647" r:id="rId5"/>
    <p:sldId id="265" r:id="rId6"/>
    <p:sldId id="266" r:id="rId7"/>
    <p:sldId id="1164" r:id="rId8"/>
    <p:sldId id="405" r:id="rId9"/>
    <p:sldId id="553" r:id="rId10"/>
    <p:sldId id="552" r:id="rId11"/>
    <p:sldId id="554" r:id="rId12"/>
    <p:sldId id="555" r:id="rId13"/>
    <p:sldId id="556" r:id="rId14"/>
    <p:sldId id="557" r:id="rId15"/>
    <p:sldId id="558" r:id="rId16"/>
    <p:sldId id="1163" r:id="rId17"/>
    <p:sldId id="492" r:id="rId18"/>
    <p:sldId id="325" r:id="rId19"/>
  </p:sldIdLst>
  <p:sldSz cx="9144000" cy="6858000" type="screen4x3"/>
  <p:notesSz cx="6735763" cy="9866313"/>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76">
          <p15:clr>
            <a:srgbClr val="A4A3A4"/>
          </p15:clr>
        </p15:guide>
        <p15:guide id="2" pos="2789">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市川 真悟" initials="市川" lastIdx="2"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9EDF4"/>
    <a:srgbClr val="D0D8E8"/>
    <a:srgbClr val="000000"/>
    <a:srgbClr val="FFFFFF"/>
    <a:srgbClr val="FF6600"/>
    <a:srgbClr val="CCECFF"/>
    <a:srgbClr val="CCFF99"/>
    <a:srgbClr val="003399"/>
    <a:srgbClr val="008000"/>
    <a:srgbClr val="FFFF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125E5076-3810-47DD-B79F-674D7AD40C01}" styleName="深色样式 1 - 强调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93D81CF-94F2-401A-BA57-92F5A7B2D0C5}" styleName="中度样式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5373" autoAdjust="0"/>
  </p:normalViewPr>
  <p:slideViewPr>
    <p:cSldViewPr snapToGrid="0">
      <p:cViewPr varScale="1">
        <p:scale>
          <a:sx n="107" d="100"/>
          <a:sy n="107" d="100"/>
        </p:scale>
        <p:origin x="1656" y="90"/>
      </p:cViewPr>
      <p:guideLst>
        <p:guide orient="horz" pos="2176"/>
        <p:guide pos="2789"/>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varScale="1">
        <p:scale>
          <a:sx n="75" d="100"/>
          <a:sy n="75" d="100"/>
        </p:scale>
        <p:origin x="4038" y="84"/>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slide" Target="slides/slide13.xml"/><Relationship Id="rId18" Type="http://schemas.openxmlformats.org/officeDocument/2006/relationships/slide" Target="slides/slide14.xml"/><Relationship Id="rId19" Type="http://schemas.openxmlformats.org/officeDocument/2006/relationships/slide" Target="slides/slide15.xml"/><Relationship Id="rId20" Type="http://schemas.openxmlformats.org/officeDocument/2006/relationships/notesMaster" Target="notesMasters/notesMaster1.xml"/><Relationship Id="rId21" Type="http://schemas.openxmlformats.org/officeDocument/2006/relationships/handoutMaster" Target="handoutMasters/handoutMaster1.xml"/><Relationship Id="rId22" Type="http://schemas.openxmlformats.org/officeDocument/2006/relationships/commentAuthors" Target="commentAuthors.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866535" cy="534099"/>
          </a:xfrm>
          <a:prstGeom prst="rect">
            <a:avLst/>
          </a:prstGeom>
        </p:spPr>
        <p:txBody>
          <a:bodyPr vert="horz" lIns="91440" tIns="45720" rIns="91440" bIns="45720" rtlCol="0"/>
          <a:lstStyle>
            <a:lvl1pPr algn="l">
              <a:defRPr sz="1160"/>
            </a:lvl1pPr>
          </a:lstStyle>
          <a:p>
            <a:endParaRPr kumimoji="1" lang="ja-JP" altLang="en-US"/>
          </a:p>
        </p:txBody>
      </p:sp>
      <p:sp>
        <p:nvSpPr>
          <p:cNvPr id="3" name="日付プレースホルダー 2"/>
          <p:cNvSpPr>
            <a:spLocks noGrp="1"/>
          </p:cNvSpPr>
          <p:nvPr>
            <p:ph type="dt" sz="quarter" idx="1"/>
          </p:nvPr>
        </p:nvSpPr>
        <p:spPr>
          <a:xfrm>
            <a:off x="3747015" y="0"/>
            <a:ext cx="2866535" cy="534099"/>
          </a:xfrm>
          <a:prstGeom prst="rect">
            <a:avLst/>
          </a:prstGeom>
        </p:spPr>
        <p:txBody>
          <a:bodyPr vert="horz" lIns="91440" tIns="45720" rIns="91440" bIns="45720" rtlCol="0"/>
          <a:lstStyle>
            <a:lvl1pPr algn="r">
              <a:defRPr sz="1160"/>
            </a:lvl1pPr>
          </a:lstStyle>
          <a:p>
            <a:fld id="{CDF1FFE2-7EEC-412C-802C-6711DEB0A98D}" type="datetimeFigureOut">
              <a:rPr kumimoji="1" lang="ja-JP" altLang="en-US" smtClean="0"/>
              <a:t>2026/9/15</a:t>
            </a:fld>
            <a:endParaRPr kumimoji="1" lang="ja-JP" altLang="en-US"/>
          </a:p>
        </p:txBody>
      </p:sp>
      <p:sp>
        <p:nvSpPr>
          <p:cNvPr id="4" name="フッター プレースホルダー 3"/>
          <p:cNvSpPr>
            <a:spLocks noGrp="1"/>
          </p:cNvSpPr>
          <p:nvPr>
            <p:ph type="ftr" sz="quarter" idx="2"/>
          </p:nvPr>
        </p:nvSpPr>
        <p:spPr>
          <a:xfrm>
            <a:off x="0" y="10110900"/>
            <a:ext cx="2866535" cy="534097"/>
          </a:xfrm>
          <a:prstGeom prst="rect">
            <a:avLst/>
          </a:prstGeom>
        </p:spPr>
        <p:txBody>
          <a:bodyPr vert="horz" lIns="91440" tIns="45720" rIns="91440" bIns="45720" rtlCol="0" anchor="b"/>
          <a:lstStyle>
            <a:lvl1pPr algn="l">
              <a:defRPr sz="1160"/>
            </a:lvl1pPr>
          </a:lstStyle>
          <a:p>
            <a:endParaRPr kumimoji="1" lang="ja-JP" altLang="en-US"/>
          </a:p>
        </p:txBody>
      </p:sp>
      <p:sp>
        <p:nvSpPr>
          <p:cNvPr id="5" name="スライド番号プレースホルダー 4"/>
          <p:cNvSpPr>
            <a:spLocks noGrp="1"/>
          </p:cNvSpPr>
          <p:nvPr>
            <p:ph type="sldNum" sz="quarter" idx="3"/>
          </p:nvPr>
        </p:nvSpPr>
        <p:spPr>
          <a:xfrm>
            <a:off x="3747015" y="10110900"/>
            <a:ext cx="2866535" cy="534097"/>
          </a:xfrm>
          <a:prstGeom prst="rect">
            <a:avLst/>
          </a:prstGeom>
        </p:spPr>
        <p:txBody>
          <a:bodyPr vert="horz" lIns="91440" tIns="45720" rIns="91440" bIns="45720" rtlCol="0" anchor="b"/>
          <a:lstStyle>
            <a:lvl1pPr algn="r">
              <a:defRPr sz="1160"/>
            </a:lvl1pPr>
          </a:lstStyle>
          <a:p>
            <a:fld id="{6B00E365-854E-4DD7-A3B8-9E56379337CA}" type="slidenum">
              <a:rPr kumimoji="1" lang="ja-JP" altLang="en-US" smtClean="0"/>
              <a:t>‹#›</a:t>
            </a:fld>
            <a:endParaRPr kumimoji="1" lang="ja-JP"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 1"/>
          <p:cNvSpPr>
            <a:spLocks noGrp="1"/>
          </p:cNvSpPr>
          <p:nvPr>
            <p:ph type="hdr" sz="quarter"/>
          </p:nvPr>
        </p:nvSpPr>
        <p:spPr>
          <a:xfrm>
            <a:off x="2" y="1"/>
            <a:ext cx="2918830" cy="493316"/>
          </a:xfrm>
          <a:prstGeom prst="rect">
            <a:avLst/>
          </a:prstGeom>
        </p:spPr>
        <p:txBody>
          <a:bodyPr vert="horz" lIns="90650" tIns="45325" rIns="90650" bIns="45325" rtlCol="0"/>
          <a:lstStyle>
            <a:lvl1pPr algn="l">
              <a:defRPr sz="1100"/>
            </a:lvl1pPr>
          </a:lstStyle>
          <a:p>
            <a:endParaRPr kumimoji="1" lang="ja-JP" altLang="en-US"/>
          </a:p>
        </p:txBody>
      </p:sp>
      <p:sp>
        <p:nvSpPr>
          <p:cNvPr id="3" name="日付プレースホルダ 2"/>
          <p:cNvSpPr>
            <a:spLocks noGrp="1"/>
          </p:cNvSpPr>
          <p:nvPr>
            <p:ph type="dt" idx="1"/>
          </p:nvPr>
        </p:nvSpPr>
        <p:spPr>
          <a:xfrm>
            <a:off x="3815374" y="1"/>
            <a:ext cx="2918830" cy="493316"/>
          </a:xfrm>
          <a:prstGeom prst="rect">
            <a:avLst/>
          </a:prstGeom>
        </p:spPr>
        <p:txBody>
          <a:bodyPr vert="horz" lIns="90650" tIns="45325" rIns="90650" bIns="45325" rtlCol="0"/>
          <a:lstStyle>
            <a:lvl1pPr algn="r">
              <a:defRPr sz="1100"/>
            </a:lvl1pPr>
          </a:lstStyle>
          <a:p>
            <a:fld id="{F6107BCC-152A-45C1-8FF0-BF513DDC9BFF}" type="datetimeFigureOut">
              <a:rPr kumimoji="1" lang="ja-JP" altLang="en-US" smtClean="0"/>
              <a:t>2026/9/15</a:t>
            </a:fld>
            <a:endParaRPr kumimoji="1" lang="ja-JP" altLang="en-US"/>
          </a:p>
        </p:txBody>
      </p:sp>
      <p:sp>
        <p:nvSpPr>
          <p:cNvPr id="4" name="スライド イメージ プレースホルダ 3"/>
          <p:cNvSpPr>
            <a:spLocks noGrp="1" noRot="1" noChangeAspect="1"/>
          </p:cNvSpPr>
          <p:nvPr>
            <p:ph type="sldImg" idx="2"/>
          </p:nvPr>
        </p:nvSpPr>
        <p:spPr>
          <a:xfrm>
            <a:off x="901700" y="739775"/>
            <a:ext cx="4933950" cy="3700463"/>
          </a:xfrm>
          <a:prstGeom prst="rect">
            <a:avLst/>
          </a:prstGeom>
          <a:noFill/>
          <a:ln w="12700">
            <a:solidFill>
              <a:prstClr val="black"/>
            </a:solidFill>
          </a:ln>
        </p:spPr>
        <p:txBody>
          <a:bodyPr vert="horz" lIns="90650" tIns="45325" rIns="90650" bIns="45325" rtlCol="0" anchor="ctr"/>
          <a:lstStyle/>
          <a:p>
            <a:endParaRPr lang="ja-JP" altLang="en-US"/>
          </a:p>
        </p:txBody>
      </p:sp>
      <p:sp>
        <p:nvSpPr>
          <p:cNvPr id="5" name="ノート プレースホルダ 4"/>
          <p:cNvSpPr>
            <a:spLocks noGrp="1"/>
          </p:cNvSpPr>
          <p:nvPr>
            <p:ph type="body" sz="quarter" idx="3"/>
          </p:nvPr>
        </p:nvSpPr>
        <p:spPr>
          <a:xfrm>
            <a:off x="673577" y="4686500"/>
            <a:ext cx="5388610" cy="4439841"/>
          </a:xfrm>
          <a:prstGeom prst="rect">
            <a:avLst/>
          </a:prstGeom>
        </p:spPr>
        <p:txBody>
          <a:bodyPr vert="horz" lIns="90650" tIns="45325" rIns="90650" bIns="45325" rtlCol="0">
            <a:normAutofit/>
          </a:bodyPr>
          <a:lstStyle/>
          <a:p>
            <a:pPr lvl="0"/>
            <a:r>
              <a:rPr kumimoji="1" lang="ja-JP" altLang="en-US"/>
              <a:t>マスタ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 5"/>
          <p:cNvSpPr>
            <a:spLocks noGrp="1"/>
          </p:cNvSpPr>
          <p:nvPr>
            <p:ph type="ftr" sz="quarter" idx="4"/>
          </p:nvPr>
        </p:nvSpPr>
        <p:spPr>
          <a:xfrm>
            <a:off x="2" y="9371286"/>
            <a:ext cx="2918830" cy="493316"/>
          </a:xfrm>
          <a:prstGeom prst="rect">
            <a:avLst/>
          </a:prstGeom>
        </p:spPr>
        <p:txBody>
          <a:bodyPr vert="horz" lIns="90650" tIns="45325" rIns="90650" bIns="45325" rtlCol="0" anchor="b"/>
          <a:lstStyle>
            <a:lvl1pPr algn="l">
              <a:defRPr sz="1100"/>
            </a:lvl1pPr>
          </a:lstStyle>
          <a:p>
            <a:endParaRPr kumimoji="1" lang="ja-JP" altLang="en-US"/>
          </a:p>
        </p:txBody>
      </p:sp>
      <p:sp>
        <p:nvSpPr>
          <p:cNvPr id="7" name="スライド番号プレースホルダ 6"/>
          <p:cNvSpPr>
            <a:spLocks noGrp="1"/>
          </p:cNvSpPr>
          <p:nvPr>
            <p:ph type="sldNum" sz="quarter" idx="5"/>
          </p:nvPr>
        </p:nvSpPr>
        <p:spPr>
          <a:xfrm>
            <a:off x="3815374" y="9371286"/>
            <a:ext cx="2918830" cy="493316"/>
          </a:xfrm>
          <a:prstGeom prst="rect">
            <a:avLst/>
          </a:prstGeom>
        </p:spPr>
        <p:txBody>
          <a:bodyPr vert="horz" lIns="90650" tIns="45325" rIns="90650" bIns="45325" rtlCol="0" anchor="b"/>
          <a:lstStyle>
            <a:lvl1pPr algn="r">
              <a:defRPr sz="1100"/>
            </a:lvl1pPr>
          </a:lstStyle>
          <a:p>
            <a:fld id="{1295083C-D7A7-493D-B72D-C9E63084AB5C}" type="slidenum">
              <a:rPr kumimoji="1" lang="ja-JP" altLang="en-US" smtClean="0"/>
              <a:t>‹#›</a:t>
            </a:fld>
            <a:endParaRPr kumimoji="1" lang="ja-JP"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1295083C-D7A7-493D-B72D-C9E63084AB5C}" type="slidenum">
              <a:rPr kumimoji="1" lang="ja-JP" altLang="en-US" smtClean="0"/>
              <a:t>1</a:t>
            </a:fld>
            <a:endParaRPr kumimoji="1" lang="ja-JP" altLang="en-US"/>
          </a:p>
        </p:txBody>
      </p:sp>
    </p:spTree>
    <p:extLst>
      <p:ext uri="{BB962C8B-B14F-4D97-AF65-F5344CB8AC3E}">
        <p14:creationId xmlns:p14="http://schemas.microsoft.com/office/powerpoint/2010/main" val="31377941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en-US" altLang="ja-JP" dirty="0">
                <a:uFillTx/>
              </a:rPr>
              <a:t>【ASP</a:t>
            </a:r>
            <a:r>
              <a:rPr kumimoji="1" lang="ja-JP" altLang="en-US" dirty="0">
                <a:uFillTx/>
              </a:rPr>
              <a:t>サービスとしての</a:t>
            </a:r>
            <a:r>
              <a:rPr kumimoji="1" lang="en-US" altLang="ja-JP" dirty="0">
                <a:uFillTx/>
              </a:rPr>
              <a:t>SLA</a:t>
            </a:r>
            <a:r>
              <a:rPr kumimoji="1" lang="ja-JP" altLang="en-US" dirty="0">
                <a:uFillTx/>
              </a:rPr>
              <a:t>を提示</a:t>
            </a:r>
            <a:r>
              <a:rPr kumimoji="1" lang="en-US" altLang="ja-JP" dirty="0">
                <a:uFillTx/>
              </a:rPr>
              <a:t>】</a:t>
            </a:r>
          </a:p>
          <a:p>
            <a:r>
              <a:rPr kumimoji="1" lang="en-US" altLang="ja-JP" dirty="0">
                <a:uFillTx/>
              </a:rPr>
              <a:t>ASP</a:t>
            </a:r>
            <a:r>
              <a:rPr kumimoji="1" lang="ja-JP" altLang="en-US" dirty="0">
                <a:uFillTx/>
              </a:rPr>
              <a:t>としての可用性</a:t>
            </a:r>
            <a:r>
              <a:rPr kumimoji="1" lang="en-US" altLang="ja-JP" dirty="0">
                <a:uFillTx/>
              </a:rPr>
              <a:t>/</a:t>
            </a:r>
            <a:r>
              <a:rPr kumimoji="1" lang="ja-JP" altLang="en-US" dirty="0">
                <a:uFillTx/>
              </a:rPr>
              <a:t>信頼性</a:t>
            </a:r>
            <a:r>
              <a:rPr kumimoji="1" lang="en-US" altLang="ja-JP" dirty="0">
                <a:uFillTx/>
              </a:rPr>
              <a:t>/</a:t>
            </a:r>
            <a:r>
              <a:rPr kumimoji="1" lang="ja-JP" altLang="en-US" dirty="0">
                <a:uFillTx/>
              </a:rPr>
              <a:t>拡張性などを定義している</a:t>
            </a:r>
            <a:endParaRPr kumimoji="1" lang="en-US" altLang="ja-JP" dirty="0">
              <a:uFillTx/>
            </a:endParaRPr>
          </a:p>
          <a:p>
            <a:r>
              <a:rPr kumimoji="1" lang="ja-JP" altLang="en-US" dirty="0">
                <a:uFillTx/>
              </a:rPr>
              <a:t>貴社向けサービスも、本内容をベースに提供させていただく</a:t>
            </a:r>
          </a:p>
        </p:txBody>
      </p:sp>
      <p:sp>
        <p:nvSpPr>
          <p:cNvPr id="4" name="スライド番号プレースホルダー 3"/>
          <p:cNvSpPr>
            <a:spLocks noGrp="1"/>
          </p:cNvSpPr>
          <p:nvPr>
            <p:ph type="sldNum" sz="quarter" idx="10"/>
          </p:nvPr>
        </p:nvSpPr>
        <p:spPr/>
        <p:txBody>
          <a:bodyPr/>
          <a:lstStyle/>
          <a:p>
            <a:fld id="{13BBDFF2-C854-42AB-A0A1-39EE2E1232B0}" type="slidenum">
              <a:rPr kumimoji="1" lang="ja-JP" altLang="en-US" smtClean="0">
                <a:uFillTx/>
              </a:rPr>
              <a:pPr/>
              <a:t>2</a:t>
            </a:fld>
            <a:endParaRPr kumimoji="1" lang="ja-JP" altLang="en-US">
              <a:uFillTx/>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uFillTx/>
            </a:endParaRPr>
          </a:p>
        </p:txBody>
      </p:sp>
      <p:sp>
        <p:nvSpPr>
          <p:cNvPr id="4" name="スライド番号プレースホルダー 3"/>
          <p:cNvSpPr>
            <a:spLocks noGrp="1"/>
          </p:cNvSpPr>
          <p:nvPr>
            <p:ph type="sldNum" sz="quarter" idx="10"/>
          </p:nvPr>
        </p:nvSpPr>
        <p:spPr/>
        <p:txBody>
          <a:bodyPr/>
          <a:lstStyle/>
          <a:p>
            <a:fld id="{13BBDFF2-C854-42AB-A0A1-39EE2E1232B0}" type="slidenum">
              <a:rPr kumimoji="1" lang="ja-JP" altLang="en-US" smtClean="0">
                <a:uFillTx/>
              </a:rPr>
              <a:pPr/>
              <a:t>3</a:t>
            </a:fld>
            <a:endParaRPr kumimoji="1" lang="ja-JP" altLang="en-US">
              <a:uFillTx/>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223BD1-1B9C-4EC8-8DEC-B67740276B5E}"/>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E840A7B5-0388-17C2-F9A3-06BB581659C5}"/>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674D10FE-5986-880C-7481-7023E0734AEF}"/>
              </a:ext>
            </a:extLst>
          </p:cNvPr>
          <p:cNvSpPr>
            <a:spLocks noGrp="1"/>
          </p:cNvSpPr>
          <p:nvPr>
            <p:ph type="body" idx="1"/>
          </p:nvPr>
        </p:nvSpPr>
        <p:spPr/>
        <p:txBody>
          <a:bodyPr/>
          <a:lstStyle/>
          <a:p>
            <a:r>
              <a:rPr kumimoji="1" lang="en-US" altLang="ja-JP" dirty="0">
                <a:uFillTx/>
              </a:rPr>
              <a:t>【ASP</a:t>
            </a:r>
            <a:r>
              <a:rPr kumimoji="1" lang="ja-JP" altLang="en-US" dirty="0">
                <a:uFillTx/>
              </a:rPr>
              <a:t>としてのサポート内容</a:t>
            </a:r>
            <a:r>
              <a:rPr kumimoji="1" lang="en-US" altLang="ja-JP" dirty="0">
                <a:uFillTx/>
              </a:rPr>
              <a:t>】</a:t>
            </a:r>
          </a:p>
          <a:p>
            <a:endParaRPr kumimoji="1" lang="en-US" altLang="ja-JP" dirty="0">
              <a:uFillTx/>
            </a:endParaRPr>
          </a:p>
          <a:p>
            <a:r>
              <a:rPr kumimoji="1" lang="ja-JP" altLang="en-US" dirty="0">
                <a:uFillTx/>
              </a:rPr>
              <a:t>■</a:t>
            </a:r>
            <a:r>
              <a:rPr kumimoji="1" lang="en-US" altLang="ja-JP" dirty="0">
                <a:uFillTx/>
              </a:rPr>
              <a:t>ASP</a:t>
            </a:r>
            <a:r>
              <a:rPr kumimoji="1" lang="ja-JP" altLang="en-US" dirty="0">
                <a:uFillTx/>
              </a:rPr>
              <a:t>サービスは当社でシステムの運用を行い、サービスとしてご提供するもの</a:t>
            </a:r>
            <a:endParaRPr kumimoji="1" lang="en-US" altLang="ja-JP" dirty="0">
              <a:uFillTx/>
            </a:endParaRPr>
          </a:p>
          <a:p>
            <a:r>
              <a:rPr kumimoji="1" lang="ja-JP" altLang="en-US" dirty="0">
                <a:uFillTx/>
              </a:rPr>
              <a:t>■</a:t>
            </a:r>
            <a:r>
              <a:rPr kumimoji="1" lang="en-US" altLang="ja-JP" dirty="0">
                <a:uFillTx/>
              </a:rPr>
              <a:t>ASP</a:t>
            </a:r>
            <a:r>
              <a:rPr kumimoji="1" lang="ja-JP" altLang="en-US" dirty="0">
                <a:uFillTx/>
              </a:rPr>
              <a:t>のご採用により、システム運営に必要な</a:t>
            </a:r>
            <a:r>
              <a:rPr kumimoji="1" lang="en-US" altLang="ja-JP" dirty="0">
                <a:uFillTx/>
              </a:rPr>
              <a:t>HW</a:t>
            </a:r>
            <a:r>
              <a:rPr kumimoji="1" lang="ja-JP" altLang="en-US" dirty="0">
                <a:uFillTx/>
              </a:rPr>
              <a:t>やファシリティのご用意は不要</a:t>
            </a:r>
            <a:endParaRPr kumimoji="1" lang="en-US" altLang="ja-JP" dirty="0">
              <a:uFillTx/>
            </a:endParaRPr>
          </a:p>
          <a:p>
            <a:r>
              <a:rPr kumimoji="1" lang="ja-JP" altLang="en-US" dirty="0">
                <a:uFillTx/>
              </a:rPr>
              <a:t>■通常運用や監視、異常検知時の対応などは当社のご提供</a:t>
            </a:r>
            <a:endParaRPr kumimoji="1" lang="en-US" altLang="ja-JP" dirty="0">
              <a:uFillTx/>
            </a:endParaRPr>
          </a:p>
          <a:p>
            <a:r>
              <a:rPr kumimoji="1" lang="ja-JP" altLang="en-US" dirty="0">
                <a:uFillTx/>
              </a:rPr>
              <a:t>■システムの管理は弊社要員にて対応するので、貴社要員は、サイト運営に集中できる</a:t>
            </a:r>
            <a:endParaRPr kumimoji="1" lang="en-US" altLang="ja-JP" dirty="0">
              <a:uFillTx/>
            </a:endParaRPr>
          </a:p>
          <a:p>
            <a:endParaRPr kumimoji="1" lang="en-US" altLang="ja-JP" dirty="0">
              <a:uFillTx/>
            </a:endParaRPr>
          </a:p>
          <a:p>
            <a:r>
              <a:rPr kumimoji="1" lang="en-US" altLang="ja-JP" dirty="0">
                <a:uFillTx/>
              </a:rPr>
              <a:t>ASP</a:t>
            </a:r>
            <a:r>
              <a:rPr kumimoji="1" lang="ja-JP" altLang="en-US" dirty="0">
                <a:uFillTx/>
              </a:rPr>
              <a:t>年額３０９万（パッケージは初期１００万＋年１２０万）</a:t>
            </a:r>
            <a:endParaRPr kumimoji="1" lang="en-US" altLang="ja-JP" dirty="0">
              <a:uFillTx/>
            </a:endParaRPr>
          </a:p>
          <a:p>
            <a:r>
              <a:rPr kumimoji="1" lang="ja-JP" altLang="en-US" dirty="0">
                <a:uFillTx/>
              </a:rPr>
              <a:t>・</a:t>
            </a:r>
            <a:r>
              <a:rPr kumimoji="1" lang="en-US" altLang="ja-JP" dirty="0">
                <a:uFillTx/>
              </a:rPr>
              <a:t>HW</a:t>
            </a:r>
            <a:r>
              <a:rPr kumimoji="1" lang="ja-JP" altLang="en-US" dirty="0">
                <a:uFillTx/>
              </a:rPr>
              <a:t>更新不要／ハード・ソフトの運用不要／監視不要／電気代不要</a:t>
            </a:r>
            <a:endParaRPr kumimoji="1" lang="en-US" altLang="ja-JP" dirty="0">
              <a:uFillTx/>
            </a:endParaRPr>
          </a:p>
          <a:p>
            <a:r>
              <a:rPr kumimoji="1" lang="ja-JP" altLang="en-US" dirty="0">
                <a:uFillTx/>
              </a:rPr>
              <a:t>　　⇒コストメリット、要員の効率配置</a:t>
            </a:r>
            <a:endParaRPr kumimoji="1" lang="en-US" altLang="ja-JP" dirty="0">
              <a:uFillTx/>
            </a:endParaRPr>
          </a:p>
          <a:p>
            <a:endParaRPr kumimoji="1" lang="en-US" altLang="ja-JP" dirty="0">
              <a:uFillTx/>
            </a:endParaRPr>
          </a:p>
          <a:p>
            <a:r>
              <a:rPr kumimoji="1" lang="en-US" altLang="ja-JP" dirty="0">
                <a:uFillTx/>
              </a:rPr>
              <a:t>EM</a:t>
            </a:r>
            <a:r>
              <a:rPr kumimoji="1" lang="ja-JP" altLang="en-US" dirty="0">
                <a:uFillTx/>
              </a:rPr>
              <a:t>指摘：</a:t>
            </a:r>
            <a:r>
              <a:rPr kumimoji="1" lang="en-US" altLang="ja-JP" dirty="0">
                <a:uFillTx/>
              </a:rPr>
              <a:t>ASP</a:t>
            </a:r>
            <a:r>
              <a:rPr kumimoji="1" lang="ja-JP" altLang="en-US" dirty="0">
                <a:uFillTx/>
              </a:rPr>
              <a:t>版の優位性を説明すると良い。特長だと思うのでその辺の備えがあったほうが良い。</a:t>
            </a:r>
          </a:p>
          <a:p>
            <a:endParaRPr kumimoji="1" lang="en-US" altLang="ja-JP" dirty="0">
              <a:uFillTx/>
            </a:endParaRPr>
          </a:p>
        </p:txBody>
      </p:sp>
      <p:sp>
        <p:nvSpPr>
          <p:cNvPr id="4" name="スライド番号プレースホルダー 3">
            <a:extLst>
              <a:ext uri="{FF2B5EF4-FFF2-40B4-BE49-F238E27FC236}">
                <a16:creationId xmlns:a16="http://schemas.microsoft.com/office/drawing/2014/main" id="{5A248DD5-8FB1-1C01-AE2E-C9EB8BC697AC}"/>
              </a:ext>
            </a:extLst>
          </p:cNvPr>
          <p:cNvSpPr>
            <a:spLocks noGrp="1"/>
          </p:cNvSpPr>
          <p:nvPr>
            <p:ph type="sldNum" sz="quarter" idx="10"/>
          </p:nvPr>
        </p:nvSpPr>
        <p:spPr/>
        <p:txBody>
          <a:bodyPr/>
          <a:lstStyle/>
          <a:p>
            <a:fld id="{13BBDFF2-C854-42AB-A0A1-39EE2E1232B0}" type="slidenum">
              <a:rPr kumimoji="1" lang="ja-JP" altLang="en-US" smtClean="0">
                <a:uFillTx/>
              </a:rPr>
              <a:pPr/>
              <a:t>4</a:t>
            </a:fld>
            <a:endParaRPr kumimoji="1" lang="ja-JP" altLang="en-US">
              <a:uFillTx/>
            </a:endParaRPr>
          </a:p>
        </p:txBody>
      </p:sp>
    </p:spTree>
    <p:extLst>
      <p:ext uri="{BB962C8B-B14F-4D97-AF65-F5344CB8AC3E}">
        <p14:creationId xmlns:p14="http://schemas.microsoft.com/office/powerpoint/2010/main" val="326943818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10"/>
          </p:nvPr>
        </p:nvSpPr>
        <p:spPr/>
        <p:txBody>
          <a:bodyPr/>
          <a:lstStyle/>
          <a:p>
            <a:fld id="{13BBDFF2-C854-42AB-A0A1-39EE2E1232B0}" type="slidenum">
              <a:rPr kumimoji="1" lang="ja-JP" altLang="en-US" smtClean="0"/>
              <a:pPr/>
              <a:t>14</a:t>
            </a:fld>
            <a:endParaRPr kumimoji="1" lang="ja-JP" altLang="en-US"/>
          </a:p>
        </p:txBody>
      </p:sp>
    </p:spTree>
    <p:extLst>
      <p:ext uri="{BB962C8B-B14F-4D97-AF65-F5344CB8AC3E}">
        <p14:creationId xmlns:p14="http://schemas.microsoft.com/office/powerpoint/2010/main" val="332275001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2"/>
        <p:cNvGrpSpPr/>
        <p:nvPr/>
      </p:nvGrpSpPr>
      <p:grpSpPr>
        <a:xfrm>
          <a:off x="0" y="0"/>
          <a:ext cx="0" cy="0"/>
          <a:chOff x="0" y="0"/>
          <a:chExt cx="0" cy="0"/>
        </a:xfrm>
      </p:grpSpPr>
      <p:sp>
        <p:nvSpPr>
          <p:cNvPr id="1523" name="Google Shape;1523;p70:notes"/>
          <p:cNvSpPr txBox="1">
            <a:spLocks noGrp="1"/>
          </p:cNvSpPr>
          <p:nvPr>
            <p:ph type="body" idx="1"/>
          </p:nvPr>
        </p:nvSpPr>
        <p:spPr>
          <a:xfrm>
            <a:off x="710407" y="4861442"/>
            <a:ext cx="5683250" cy="4605576"/>
          </a:xfrm>
          <a:prstGeom prst="rect">
            <a:avLst/>
          </a:prstGeom>
        </p:spPr>
        <p:txBody>
          <a:bodyPr spcFirstLastPara="1" wrap="square" lIns="95475" tIns="47725" rIns="95475" bIns="47725" anchor="t" anchorCtr="0">
            <a:noAutofit/>
          </a:bodyPr>
          <a:lstStyle/>
          <a:p>
            <a:pPr marL="0" lvl="0" indent="0" algn="l" rtl="0">
              <a:spcBef>
                <a:spcPts val="0"/>
              </a:spcBef>
              <a:spcAft>
                <a:spcPts val="0"/>
              </a:spcAft>
              <a:buNone/>
            </a:pPr>
            <a:endParaRPr/>
          </a:p>
        </p:txBody>
      </p:sp>
      <p:sp>
        <p:nvSpPr>
          <p:cNvPr id="1524" name="Google Shape;1524;p70:notes"/>
          <p:cNvSpPr>
            <a:spLocks noGrp="1" noRot="1" noChangeAspect="1"/>
          </p:cNvSpPr>
          <p:nvPr>
            <p:ph type="sldImg" idx="2"/>
          </p:nvPr>
        </p:nvSpPr>
        <p:spPr>
          <a:xfrm>
            <a:off x="992188" y="766763"/>
            <a:ext cx="5119687" cy="3838575"/>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ja-JP"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emf"/><Relationship Id="rId3" Type="http://schemas.openxmlformats.org/officeDocument/2006/relationships/image" Target="../media/image4.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emf"/><Relationship Id="rId3" Type="http://schemas.openxmlformats.org/officeDocument/2006/relationships/image" Target="../media/image4.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emf"/></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p:cNvSpPr>
            <a:spLocks noGrp="1"/>
          </p:cNvSpPr>
          <p:nvPr>
            <p:ph type="ctrTitle"/>
          </p:nvPr>
        </p:nvSpPr>
        <p:spPr>
          <a:xfrm>
            <a:off x="685800" y="2130425"/>
            <a:ext cx="7772400" cy="1470025"/>
          </a:xfrm>
        </p:spPr>
        <p:txBody>
          <a:bodyPr/>
          <a:lstStyle/>
          <a:p>
            <a:r>
              <a:rPr kumimoji="1" lang="ja-JP" altLang="en-US"/>
              <a:t>マスタ タイトルの書式設定</a:t>
            </a:r>
          </a:p>
        </p:txBody>
      </p:sp>
      <p:sp>
        <p:nvSpPr>
          <p:cNvPr id="3" name="サブタイトル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kumimoji="1" lang="ja-JP" altLang="en-US"/>
              <a:t>マスタ サブタイトルの書式設定</a:t>
            </a:r>
          </a:p>
        </p:txBody>
      </p:sp>
      <p:sp>
        <p:nvSpPr>
          <p:cNvPr id="4" name="日付プレースホルダ 3"/>
          <p:cNvSpPr>
            <a:spLocks noGrp="1"/>
          </p:cNvSpPr>
          <p:nvPr>
            <p:ph type="dt" sz="half" idx="10"/>
          </p:nvPr>
        </p:nvSpPr>
        <p:spPr/>
        <p:txBody>
          <a:bodyPr/>
          <a:lstStyle/>
          <a:p>
            <a:fld id="{6E11B0DB-0F0E-4CEB-81F9-871F3865D7BC}" type="datetime1">
              <a:rPr kumimoji="1" lang="ja-JP" altLang="en-US" smtClean="0"/>
              <a:t>2026/9/15</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0A4D7C8B-752E-4A68-8D62-22DADB007538}" type="slidenum">
              <a:rPr kumimoji="1" lang="ja-JP" altLang="en-US" smtClean="0"/>
              <a:t>‹#›</a:t>
            </a:fld>
            <a:endParaRPr kumimoji="1" lang="ja-JP"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 タイトルの書式設定</a:t>
            </a:r>
          </a:p>
        </p:txBody>
      </p:sp>
      <p:sp>
        <p:nvSpPr>
          <p:cNvPr id="3" name="コンテンツ プレースホルダ 2"/>
          <p:cNvSpPr>
            <a:spLocks noGrp="1"/>
          </p:cNvSpPr>
          <p:nvPr>
            <p:ph idx="1"/>
          </p:nvPr>
        </p:nvSpPr>
        <p:spPr/>
        <p:txBody>
          <a:bodyPr/>
          <a:lstStyle/>
          <a:p>
            <a:pPr lvl="0"/>
            <a:r>
              <a:rPr kumimoji="1" lang="ja-JP" altLang="en-US"/>
              <a:t>マスタ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 3"/>
          <p:cNvSpPr>
            <a:spLocks noGrp="1"/>
          </p:cNvSpPr>
          <p:nvPr>
            <p:ph type="dt" sz="half" idx="10"/>
          </p:nvPr>
        </p:nvSpPr>
        <p:spPr/>
        <p:txBody>
          <a:bodyPr/>
          <a:lstStyle/>
          <a:p>
            <a:fld id="{9876AE50-DD4A-4E51-9A3C-7B56E06A170F}" type="datetime1">
              <a:rPr kumimoji="1" lang="ja-JP" altLang="en-US" smtClean="0"/>
              <a:t>2026/9/15</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0A4D7C8B-752E-4A68-8D62-22DADB007538}" type="slidenum">
              <a:rPr kumimoji="1" lang="ja-JP" altLang="en-US" smtClean="0"/>
              <a:t>‹#›</a:t>
            </a:fld>
            <a:endParaRPr kumimoji="1" lang="ja-JP"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p:cNvSpPr>
            <a:spLocks noGrp="1"/>
          </p:cNvSpPr>
          <p:nvPr>
            <p:ph type="title"/>
          </p:nvPr>
        </p:nvSpPr>
        <p:spPr>
          <a:xfrm>
            <a:off x="722313" y="4406900"/>
            <a:ext cx="7772400" cy="1362075"/>
          </a:xfrm>
        </p:spPr>
        <p:txBody>
          <a:bodyPr anchor="t"/>
          <a:lstStyle>
            <a:lvl1pPr algn="l">
              <a:defRPr sz="4000" b="1" cap="all"/>
            </a:lvl1pPr>
          </a:lstStyle>
          <a:p>
            <a:r>
              <a:rPr kumimoji="1" lang="ja-JP" altLang="en-US"/>
              <a:t>マスタ タイトルの書式設定</a:t>
            </a:r>
          </a:p>
        </p:txBody>
      </p:sp>
      <p:sp>
        <p:nvSpPr>
          <p:cNvPr id="3" name="テキスト プレースホルダ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kumimoji="1" lang="ja-JP" altLang="en-US"/>
              <a:t>マスタ テキストの書式設定</a:t>
            </a:r>
          </a:p>
        </p:txBody>
      </p:sp>
      <p:sp>
        <p:nvSpPr>
          <p:cNvPr id="4" name="日付プレースホルダ 3"/>
          <p:cNvSpPr>
            <a:spLocks noGrp="1"/>
          </p:cNvSpPr>
          <p:nvPr>
            <p:ph type="dt" sz="half" idx="10"/>
          </p:nvPr>
        </p:nvSpPr>
        <p:spPr/>
        <p:txBody>
          <a:bodyPr/>
          <a:lstStyle/>
          <a:p>
            <a:fld id="{7CC4DE62-FE87-4348-9FEA-94E0548B0D4E}" type="datetime1">
              <a:rPr kumimoji="1" lang="ja-JP" altLang="en-US" smtClean="0"/>
              <a:t>2026/9/15</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0A4D7C8B-752E-4A68-8D62-22DADB007538}" type="slidenum">
              <a:rPr kumimoji="1" lang="ja-JP" altLang="en-US" smtClean="0"/>
              <a:t>‹#›</a:t>
            </a:fld>
            <a:endParaRPr kumimoji="1" lang="ja-JP"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 タイトルの書式設定</a:t>
            </a:r>
          </a:p>
        </p:txBody>
      </p:sp>
      <p:sp>
        <p:nvSpPr>
          <p:cNvPr id="3" name="コンテンツ プレースホルダ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kumimoji="1" lang="ja-JP" altLang="en-US"/>
              <a:t>マスタ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kumimoji="1" lang="ja-JP" altLang="en-US"/>
              <a:t>マスタ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 4"/>
          <p:cNvSpPr>
            <a:spLocks noGrp="1"/>
          </p:cNvSpPr>
          <p:nvPr>
            <p:ph type="dt" sz="half" idx="10"/>
          </p:nvPr>
        </p:nvSpPr>
        <p:spPr/>
        <p:txBody>
          <a:bodyPr/>
          <a:lstStyle/>
          <a:p>
            <a:fld id="{1454E833-AA3C-47EC-AB9E-84BD6DE11113}" type="datetime1">
              <a:rPr kumimoji="1" lang="ja-JP" altLang="en-US" smtClean="0"/>
              <a:t>2026/9/15</a:t>
            </a:fld>
            <a:endParaRPr kumimoji="1" lang="ja-JP" altLang="en-US"/>
          </a:p>
        </p:txBody>
      </p:sp>
      <p:sp>
        <p:nvSpPr>
          <p:cNvPr id="6" name="フッター プレースホルダ 5"/>
          <p:cNvSpPr>
            <a:spLocks noGrp="1"/>
          </p:cNvSpPr>
          <p:nvPr>
            <p:ph type="ftr" sz="quarter" idx="11"/>
          </p:nvPr>
        </p:nvSpPr>
        <p:spPr/>
        <p:txBody>
          <a:bodyPr/>
          <a:lstStyle/>
          <a:p>
            <a:endParaRPr kumimoji="1" lang="ja-JP" altLang="en-US"/>
          </a:p>
        </p:txBody>
      </p:sp>
      <p:sp>
        <p:nvSpPr>
          <p:cNvPr id="7" name="スライド番号プレースホルダ 6"/>
          <p:cNvSpPr>
            <a:spLocks noGrp="1"/>
          </p:cNvSpPr>
          <p:nvPr>
            <p:ph type="sldNum" sz="quarter" idx="12"/>
          </p:nvPr>
        </p:nvSpPr>
        <p:spPr/>
        <p:txBody>
          <a:bodyPr/>
          <a:lstStyle/>
          <a:p>
            <a:fld id="{0A4D7C8B-752E-4A68-8D62-22DADB007538}" type="slidenum">
              <a:rPr kumimoji="1" lang="ja-JP" altLang="en-US" smtClean="0"/>
              <a:t>‹#›</a:t>
            </a:fld>
            <a:endParaRPr kumimoji="1" lang="ja-JP"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lvl1pPr>
              <a:defRPr/>
            </a:lvl1pPr>
          </a:lstStyle>
          <a:p>
            <a:r>
              <a:rPr kumimoji="1" lang="ja-JP" altLang="en-US"/>
              <a:t>マスタ タイトルの書式設定</a:t>
            </a:r>
          </a:p>
        </p:txBody>
      </p:sp>
      <p:sp>
        <p:nvSpPr>
          <p:cNvPr id="3" name="テキスト プレースホル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 テキストの書式設定</a:t>
            </a:r>
          </a:p>
        </p:txBody>
      </p:sp>
      <p:sp>
        <p:nvSpPr>
          <p:cNvPr id="4" name="コンテンツ プレースホル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kumimoji="1" lang="ja-JP" altLang="en-US"/>
              <a:t>マスタ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 テキストの書式設定</a:t>
            </a:r>
          </a:p>
        </p:txBody>
      </p:sp>
      <p:sp>
        <p:nvSpPr>
          <p:cNvPr id="6" name="コンテンツ プレースホル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kumimoji="1" lang="ja-JP" altLang="en-US"/>
              <a:t>マスタ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 6"/>
          <p:cNvSpPr>
            <a:spLocks noGrp="1"/>
          </p:cNvSpPr>
          <p:nvPr>
            <p:ph type="dt" sz="half" idx="10"/>
          </p:nvPr>
        </p:nvSpPr>
        <p:spPr/>
        <p:txBody>
          <a:bodyPr/>
          <a:lstStyle/>
          <a:p>
            <a:fld id="{1EBB6039-1225-4FE5-A2BB-82E562B6BAE6}" type="datetime1">
              <a:rPr kumimoji="1" lang="ja-JP" altLang="en-US" smtClean="0"/>
              <a:t>2026/9/15</a:t>
            </a:fld>
            <a:endParaRPr kumimoji="1" lang="ja-JP" altLang="en-US"/>
          </a:p>
        </p:txBody>
      </p:sp>
      <p:sp>
        <p:nvSpPr>
          <p:cNvPr id="8" name="フッター プレースホルダ 7"/>
          <p:cNvSpPr>
            <a:spLocks noGrp="1"/>
          </p:cNvSpPr>
          <p:nvPr>
            <p:ph type="ftr" sz="quarter" idx="11"/>
          </p:nvPr>
        </p:nvSpPr>
        <p:spPr/>
        <p:txBody>
          <a:bodyPr/>
          <a:lstStyle/>
          <a:p>
            <a:endParaRPr kumimoji="1" lang="ja-JP" altLang="en-US"/>
          </a:p>
        </p:txBody>
      </p:sp>
      <p:sp>
        <p:nvSpPr>
          <p:cNvPr id="9" name="スライド番号プレースホルダ 8"/>
          <p:cNvSpPr>
            <a:spLocks noGrp="1"/>
          </p:cNvSpPr>
          <p:nvPr>
            <p:ph type="sldNum" sz="quarter" idx="12"/>
          </p:nvPr>
        </p:nvSpPr>
        <p:spPr/>
        <p:txBody>
          <a:bodyPr/>
          <a:lstStyle/>
          <a:p>
            <a:fld id="{0A4D7C8B-752E-4A68-8D62-22DADB007538}" type="slidenum">
              <a:rPr kumimoji="1" lang="ja-JP" altLang="en-US" smtClean="0"/>
              <a:t>‹#›</a:t>
            </a:fld>
            <a:endParaRPr kumimoji="1" lang="ja-JP"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 タイトルの書式設定</a:t>
            </a:r>
          </a:p>
        </p:txBody>
      </p:sp>
      <p:sp>
        <p:nvSpPr>
          <p:cNvPr id="3" name="日付プレースホルダ 2"/>
          <p:cNvSpPr>
            <a:spLocks noGrp="1"/>
          </p:cNvSpPr>
          <p:nvPr>
            <p:ph type="dt" sz="half" idx="10"/>
          </p:nvPr>
        </p:nvSpPr>
        <p:spPr/>
        <p:txBody>
          <a:bodyPr/>
          <a:lstStyle/>
          <a:p>
            <a:fld id="{CE59E0CC-B163-4755-A415-C646239A226E}" type="datetime1">
              <a:rPr kumimoji="1" lang="ja-JP" altLang="en-US" smtClean="0"/>
              <a:t>2026/9/15</a:t>
            </a:fld>
            <a:endParaRPr kumimoji="1" lang="ja-JP" altLang="en-US"/>
          </a:p>
        </p:txBody>
      </p:sp>
      <p:sp>
        <p:nvSpPr>
          <p:cNvPr id="4" name="フッター プレースホルダ 3"/>
          <p:cNvSpPr>
            <a:spLocks noGrp="1"/>
          </p:cNvSpPr>
          <p:nvPr>
            <p:ph type="ftr" sz="quarter" idx="11"/>
          </p:nvPr>
        </p:nvSpPr>
        <p:spPr/>
        <p:txBody>
          <a:bodyPr/>
          <a:lstStyle/>
          <a:p>
            <a:endParaRPr kumimoji="1" lang="ja-JP" altLang="en-US"/>
          </a:p>
        </p:txBody>
      </p:sp>
      <p:sp>
        <p:nvSpPr>
          <p:cNvPr id="5" name="スライド番号プレースホルダ 4"/>
          <p:cNvSpPr>
            <a:spLocks noGrp="1"/>
          </p:cNvSpPr>
          <p:nvPr>
            <p:ph type="sldNum" sz="quarter" idx="12"/>
          </p:nvPr>
        </p:nvSpPr>
        <p:spPr/>
        <p:txBody>
          <a:bodyPr/>
          <a:lstStyle/>
          <a:p>
            <a:fld id="{0A4D7C8B-752E-4A68-8D62-22DADB007538}" type="slidenum">
              <a:rPr kumimoji="1" lang="ja-JP" altLang="en-US" smtClean="0"/>
              <a:t>‹#›</a:t>
            </a:fld>
            <a:endParaRPr kumimoji="1" lang="ja-JP"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 1"/>
          <p:cNvSpPr>
            <a:spLocks noGrp="1"/>
          </p:cNvSpPr>
          <p:nvPr>
            <p:ph type="dt" sz="half" idx="10"/>
          </p:nvPr>
        </p:nvSpPr>
        <p:spPr/>
        <p:txBody>
          <a:bodyPr/>
          <a:lstStyle/>
          <a:p>
            <a:fld id="{73562B13-2AFF-40C2-AF80-116B0B4FC762}" type="datetime1">
              <a:rPr kumimoji="1" lang="ja-JP" altLang="en-US" smtClean="0"/>
              <a:t>2026/9/15</a:t>
            </a:fld>
            <a:endParaRPr kumimoji="1" lang="ja-JP" altLang="en-US"/>
          </a:p>
        </p:txBody>
      </p:sp>
      <p:sp>
        <p:nvSpPr>
          <p:cNvPr id="3" name="フッター プレースホルダ 2"/>
          <p:cNvSpPr>
            <a:spLocks noGrp="1"/>
          </p:cNvSpPr>
          <p:nvPr>
            <p:ph type="ftr" sz="quarter" idx="11"/>
          </p:nvPr>
        </p:nvSpPr>
        <p:spPr/>
        <p:txBody>
          <a:bodyPr/>
          <a:lstStyle/>
          <a:p>
            <a:endParaRPr kumimoji="1" lang="ja-JP" altLang="en-US"/>
          </a:p>
        </p:txBody>
      </p:sp>
      <p:sp>
        <p:nvSpPr>
          <p:cNvPr id="4" name="スライド番号プレースホルダ 3"/>
          <p:cNvSpPr>
            <a:spLocks noGrp="1"/>
          </p:cNvSpPr>
          <p:nvPr>
            <p:ph type="sldNum" sz="quarter" idx="12"/>
          </p:nvPr>
        </p:nvSpPr>
        <p:spPr/>
        <p:txBody>
          <a:bodyPr/>
          <a:lstStyle/>
          <a:p>
            <a:fld id="{0A4D7C8B-752E-4A68-8D62-22DADB007538}" type="slidenum">
              <a:rPr kumimoji="1" lang="ja-JP" altLang="en-US" smtClean="0"/>
              <a:t>‹#›</a:t>
            </a:fld>
            <a:endParaRPr kumimoji="1" lang="ja-JP" altLang="en-US"/>
          </a:p>
        </p:txBody>
      </p:sp>
      <p:sp>
        <p:nvSpPr>
          <p:cNvPr id="7" name="スライド番号プレースホルダ 1"/>
          <p:cNvSpPr txBox="1"/>
          <p:nvPr userDrawn="1"/>
        </p:nvSpPr>
        <p:spPr>
          <a:xfrm>
            <a:off x="6974904" y="6508750"/>
            <a:ext cx="2133600" cy="365125"/>
          </a:xfrm>
          <a:prstGeom prst="rect">
            <a:avLst/>
          </a:prstGeom>
        </p:spPr>
        <p:txBody>
          <a:bodyPr vert="horz" lIns="91440" tIns="45720" rIns="91440" bIns="45720" rtlCol="0" anchor="ctr"/>
          <a:lstStyle/>
          <a:p>
            <a:pPr marL="0" marR="0" lvl="0" indent="0" algn="r" defTabSz="914400" rtl="0" eaLnBrk="1" fontAlgn="auto" latinLnBrk="0" hangingPunct="1">
              <a:lnSpc>
                <a:spcPct val="100000"/>
              </a:lnSpc>
              <a:spcBef>
                <a:spcPts val="0"/>
              </a:spcBef>
              <a:spcAft>
                <a:spcPts val="0"/>
              </a:spcAft>
              <a:buClrTx/>
              <a:buSzTx/>
              <a:buFontTx/>
              <a:buNone/>
              <a:defRPr/>
            </a:pPr>
            <a:fld id="{0A4D7C8B-752E-4A68-8D62-22DADB007538}" type="slidenum">
              <a:rPr kumimoji="1" lang="ja-JP" altLang="en-US" sz="1400" b="0" i="0" u="none" strike="noStrike" kern="1200" cap="none" spc="0" normalizeH="0" baseline="0" noProof="0" smtClean="0">
                <a:ln>
                  <a:noFill/>
                </a:ln>
                <a:effectLst/>
                <a:uLnTx/>
                <a:uFillTx/>
                <a:latin typeface="メイリオ" panose="020B0604030504040204" pitchFamily="50" charset="-128"/>
                <a:ea typeface="メイリオ" panose="020B0604030504040204" pitchFamily="50" charset="-128"/>
                <a:cs typeface="メイリオ" panose="020B0604030504040204" pitchFamily="50" charset="-128"/>
              </a:rPr>
              <a:t>‹#›</a:t>
            </a:fld>
            <a:endParaRPr kumimoji="1" lang="ja-JP" altLang="en-US" sz="1400" b="0" i="0" u="none" strike="noStrike" kern="1200" cap="none" spc="0" normalizeH="0" baseline="0" noProof="0">
              <a:ln>
                <a:noFill/>
              </a:ln>
              <a:effectLst/>
              <a:uLnTx/>
              <a:uFillTx/>
              <a:latin typeface="メイリオ" panose="020B0604030504040204" pitchFamily="50" charset="-128"/>
              <a:ea typeface="メイリオ" panose="020B0604030504040204" pitchFamily="50" charset="-128"/>
              <a:cs typeface="メイリオ" panose="020B0604030504040204" pitchFamily="50" charset="-128"/>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3050"/>
            <a:ext cx="3008313" cy="1162050"/>
          </a:xfrm>
        </p:spPr>
        <p:txBody>
          <a:bodyPr anchor="b"/>
          <a:lstStyle>
            <a:lvl1pPr algn="l">
              <a:defRPr sz="2000" b="1"/>
            </a:lvl1pPr>
          </a:lstStyle>
          <a:p>
            <a:r>
              <a:rPr kumimoji="1" lang="ja-JP" altLang="en-US"/>
              <a:t>マスタ タイトルの書式設定</a:t>
            </a:r>
          </a:p>
        </p:txBody>
      </p:sp>
      <p:sp>
        <p:nvSpPr>
          <p:cNvPr id="3" name="コンテンツ プレースホル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kumimoji="1" lang="ja-JP" altLang="en-US"/>
              <a:t>マスタ テキストの書式設定</a:t>
            </a:r>
          </a:p>
        </p:txBody>
      </p:sp>
      <p:sp>
        <p:nvSpPr>
          <p:cNvPr id="5" name="日付プレースホルダ 4"/>
          <p:cNvSpPr>
            <a:spLocks noGrp="1"/>
          </p:cNvSpPr>
          <p:nvPr>
            <p:ph type="dt" sz="half" idx="10"/>
          </p:nvPr>
        </p:nvSpPr>
        <p:spPr/>
        <p:txBody>
          <a:bodyPr/>
          <a:lstStyle/>
          <a:p>
            <a:fld id="{55B1FDD3-EDE9-4452-9202-9A09A07B6170}" type="datetime1">
              <a:rPr kumimoji="1" lang="ja-JP" altLang="en-US" smtClean="0"/>
              <a:t>2026/9/15</a:t>
            </a:fld>
            <a:endParaRPr kumimoji="1" lang="ja-JP" altLang="en-US"/>
          </a:p>
        </p:txBody>
      </p:sp>
      <p:sp>
        <p:nvSpPr>
          <p:cNvPr id="6" name="フッター プレースホルダ 5"/>
          <p:cNvSpPr>
            <a:spLocks noGrp="1"/>
          </p:cNvSpPr>
          <p:nvPr>
            <p:ph type="ftr" sz="quarter" idx="11"/>
          </p:nvPr>
        </p:nvSpPr>
        <p:spPr/>
        <p:txBody>
          <a:bodyPr/>
          <a:lstStyle/>
          <a:p>
            <a:endParaRPr kumimoji="1" lang="ja-JP" altLang="en-US"/>
          </a:p>
        </p:txBody>
      </p:sp>
      <p:sp>
        <p:nvSpPr>
          <p:cNvPr id="7" name="スライド番号プレースホルダ 6"/>
          <p:cNvSpPr>
            <a:spLocks noGrp="1"/>
          </p:cNvSpPr>
          <p:nvPr>
            <p:ph type="sldNum" sz="quarter" idx="12"/>
          </p:nvPr>
        </p:nvSpPr>
        <p:spPr/>
        <p:txBody>
          <a:bodyPr/>
          <a:lstStyle/>
          <a:p>
            <a:fld id="{0A4D7C8B-752E-4A68-8D62-22DADB007538}" type="slidenum">
              <a:rPr kumimoji="1" lang="ja-JP" altLang="en-US" smtClean="0"/>
              <a:t>‹#›</a:t>
            </a:fld>
            <a:endParaRPr kumimoji="1" lang="ja-JP" altLang="en-US"/>
          </a:p>
        </p:txBody>
      </p:sp>
      <p:sp>
        <p:nvSpPr>
          <p:cNvPr id="8" name="スライド番号プレースホルダ 1"/>
          <p:cNvSpPr txBox="1"/>
          <p:nvPr userDrawn="1"/>
        </p:nvSpPr>
        <p:spPr>
          <a:xfrm>
            <a:off x="6974904" y="6508750"/>
            <a:ext cx="2133600" cy="365125"/>
          </a:xfrm>
          <a:prstGeom prst="rect">
            <a:avLst/>
          </a:prstGeom>
        </p:spPr>
        <p:txBody>
          <a:bodyPr vert="horz" lIns="91440" tIns="45720" rIns="91440" bIns="45720" rtlCol="0" anchor="ctr"/>
          <a:lstStyle/>
          <a:p>
            <a:pPr marL="0" marR="0" lvl="0" indent="0" algn="r" defTabSz="914400" rtl="0" eaLnBrk="1" fontAlgn="auto" latinLnBrk="0" hangingPunct="1">
              <a:lnSpc>
                <a:spcPct val="100000"/>
              </a:lnSpc>
              <a:spcBef>
                <a:spcPts val="0"/>
              </a:spcBef>
              <a:spcAft>
                <a:spcPts val="0"/>
              </a:spcAft>
              <a:buClrTx/>
              <a:buSzTx/>
              <a:buFontTx/>
              <a:buNone/>
              <a:defRPr/>
            </a:pPr>
            <a:fld id="{0A4D7C8B-752E-4A68-8D62-22DADB007538}" type="slidenum">
              <a:rPr kumimoji="1" lang="ja-JP" altLang="en-US" sz="1400" b="0" i="0" u="none" strike="noStrike" kern="1200" cap="none" spc="0" normalizeH="0" baseline="0" noProof="0" smtClean="0">
                <a:ln>
                  <a:noFill/>
                </a:ln>
                <a:effectLst/>
                <a:uLnTx/>
                <a:uFillTx/>
                <a:latin typeface="メイリオ" panose="020B0604030504040204" pitchFamily="50" charset="-128"/>
                <a:ea typeface="メイリオ" panose="020B0604030504040204" pitchFamily="50" charset="-128"/>
                <a:cs typeface="メイリオ" panose="020B0604030504040204" pitchFamily="50" charset="-128"/>
              </a:rPr>
              <a:t>‹#›</a:t>
            </a:fld>
            <a:endParaRPr kumimoji="1" lang="ja-JP" altLang="en-US" sz="1400" b="0" i="0" u="none" strike="noStrike" kern="1200" cap="none" spc="0" normalizeH="0" baseline="0" noProof="0">
              <a:ln>
                <a:noFill/>
              </a:ln>
              <a:effectLst/>
              <a:uLnTx/>
              <a:uFillTx/>
              <a:latin typeface="メイリオ" panose="020B0604030504040204" pitchFamily="50" charset="-128"/>
              <a:ea typeface="メイリオ" panose="020B0604030504040204" pitchFamily="50" charset="-128"/>
              <a:cs typeface="メイリオ" panose="020B0604030504040204" pitchFamily="50" charset="-128"/>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p:cNvSpPr>
            <a:spLocks noGrp="1"/>
          </p:cNvSpPr>
          <p:nvPr>
            <p:ph type="title"/>
          </p:nvPr>
        </p:nvSpPr>
        <p:spPr>
          <a:xfrm>
            <a:off x="1792288" y="4800600"/>
            <a:ext cx="5486400" cy="566738"/>
          </a:xfrm>
        </p:spPr>
        <p:txBody>
          <a:bodyPr anchor="b"/>
          <a:lstStyle>
            <a:lvl1pPr algn="l">
              <a:defRPr sz="2000" b="1"/>
            </a:lvl1pPr>
          </a:lstStyle>
          <a:p>
            <a:r>
              <a:rPr kumimoji="1" lang="ja-JP" altLang="en-US"/>
              <a:t>マスタ タイトルの書式設定</a:t>
            </a:r>
          </a:p>
        </p:txBody>
      </p:sp>
      <p:sp>
        <p:nvSpPr>
          <p:cNvPr id="3" name="図プレースホル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kumimoji="1" lang="ja-JP" altLang="en-US"/>
              <a:t>マスタ テキストの書式設定</a:t>
            </a:r>
          </a:p>
        </p:txBody>
      </p:sp>
      <p:sp>
        <p:nvSpPr>
          <p:cNvPr id="5" name="日付プレースホルダ 4"/>
          <p:cNvSpPr>
            <a:spLocks noGrp="1"/>
          </p:cNvSpPr>
          <p:nvPr>
            <p:ph type="dt" sz="half" idx="10"/>
          </p:nvPr>
        </p:nvSpPr>
        <p:spPr/>
        <p:txBody>
          <a:bodyPr/>
          <a:lstStyle/>
          <a:p>
            <a:fld id="{D1473908-6E66-407A-83D6-FA21C432522F}" type="datetime1">
              <a:rPr kumimoji="1" lang="ja-JP" altLang="en-US" smtClean="0"/>
              <a:t>2026/9/15</a:t>
            </a:fld>
            <a:endParaRPr kumimoji="1" lang="ja-JP" altLang="en-US"/>
          </a:p>
        </p:txBody>
      </p:sp>
      <p:sp>
        <p:nvSpPr>
          <p:cNvPr id="6" name="フッター プレースホルダ 5"/>
          <p:cNvSpPr>
            <a:spLocks noGrp="1"/>
          </p:cNvSpPr>
          <p:nvPr>
            <p:ph type="ftr" sz="quarter" idx="11"/>
          </p:nvPr>
        </p:nvSpPr>
        <p:spPr/>
        <p:txBody>
          <a:bodyPr/>
          <a:lstStyle/>
          <a:p>
            <a:endParaRPr kumimoji="1" lang="ja-JP" altLang="en-US"/>
          </a:p>
        </p:txBody>
      </p:sp>
      <p:sp>
        <p:nvSpPr>
          <p:cNvPr id="7" name="スライド番号プレースホルダ 6"/>
          <p:cNvSpPr>
            <a:spLocks noGrp="1"/>
          </p:cNvSpPr>
          <p:nvPr>
            <p:ph type="sldNum" sz="quarter" idx="12"/>
          </p:nvPr>
        </p:nvSpPr>
        <p:spPr/>
        <p:txBody>
          <a:bodyPr/>
          <a:lstStyle/>
          <a:p>
            <a:fld id="{0A4D7C8B-752E-4A68-8D62-22DADB007538}" type="slidenum">
              <a:rPr kumimoji="1" lang="ja-JP" altLang="en-US" smtClean="0"/>
              <a:t>‹#›</a:t>
            </a:fld>
            <a:endParaRPr kumimoji="1" lang="ja-JP" altLang="en-US"/>
          </a:p>
        </p:txBody>
      </p:sp>
      <p:sp>
        <p:nvSpPr>
          <p:cNvPr id="8" name="スライド番号プレースホルダ 1"/>
          <p:cNvSpPr txBox="1"/>
          <p:nvPr userDrawn="1"/>
        </p:nvSpPr>
        <p:spPr>
          <a:xfrm>
            <a:off x="6974904" y="6508750"/>
            <a:ext cx="2133600" cy="365125"/>
          </a:xfrm>
          <a:prstGeom prst="rect">
            <a:avLst/>
          </a:prstGeom>
        </p:spPr>
        <p:txBody>
          <a:bodyPr vert="horz" lIns="91440" tIns="45720" rIns="91440" bIns="45720" rtlCol="0" anchor="ctr"/>
          <a:lstStyle/>
          <a:p>
            <a:pPr marL="0" marR="0" lvl="0" indent="0" algn="r" defTabSz="914400" rtl="0" eaLnBrk="1" fontAlgn="auto" latinLnBrk="0" hangingPunct="1">
              <a:lnSpc>
                <a:spcPct val="100000"/>
              </a:lnSpc>
              <a:spcBef>
                <a:spcPts val="0"/>
              </a:spcBef>
              <a:spcAft>
                <a:spcPts val="0"/>
              </a:spcAft>
              <a:buClrTx/>
              <a:buSzTx/>
              <a:buFontTx/>
              <a:buNone/>
              <a:defRPr/>
            </a:pPr>
            <a:fld id="{0A4D7C8B-752E-4A68-8D62-22DADB007538}" type="slidenum">
              <a:rPr kumimoji="1" lang="ja-JP" altLang="en-US" sz="1400" b="0" i="0" u="none" strike="noStrike" kern="1200" cap="none" spc="0" normalizeH="0" baseline="0" noProof="0" smtClean="0">
                <a:ln>
                  <a:noFill/>
                </a:ln>
                <a:effectLst/>
                <a:uLnTx/>
                <a:uFillTx/>
                <a:latin typeface="メイリオ" panose="020B0604030504040204" pitchFamily="50" charset="-128"/>
                <a:ea typeface="メイリオ" panose="020B0604030504040204" pitchFamily="50" charset="-128"/>
                <a:cs typeface="メイリオ" panose="020B0604030504040204" pitchFamily="50" charset="-128"/>
              </a:rPr>
              <a:t>‹#›</a:t>
            </a:fld>
            <a:endParaRPr kumimoji="1" lang="ja-JP" altLang="en-US" sz="1400" b="0" i="0" u="none" strike="noStrike" kern="1200" cap="none" spc="0" normalizeH="0" baseline="0" noProof="0">
              <a:ln>
                <a:noFill/>
              </a:ln>
              <a:effectLst/>
              <a:uLnTx/>
              <a:uFillTx/>
              <a:latin typeface="メイリオ" panose="020B0604030504040204" pitchFamily="50" charset="-128"/>
              <a:ea typeface="メイリオ" panose="020B0604030504040204" pitchFamily="50" charset="-128"/>
              <a:cs typeface="メイリオ" panose="020B0604030504040204" pitchFamily="50" charset="-128"/>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 タイトルの書式設定</a:t>
            </a:r>
          </a:p>
        </p:txBody>
      </p:sp>
      <p:sp>
        <p:nvSpPr>
          <p:cNvPr id="3" name="縦書きテキスト プレースホルダ 2"/>
          <p:cNvSpPr>
            <a:spLocks noGrp="1"/>
          </p:cNvSpPr>
          <p:nvPr>
            <p:ph type="body" orient="vert" idx="1"/>
          </p:nvPr>
        </p:nvSpPr>
        <p:spPr/>
        <p:txBody>
          <a:bodyPr vert="eaVert"/>
          <a:lstStyle/>
          <a:p>
            <a:pPr lvl="0"/>
            <a:r>
              <a:rPr kumimoji="1" lang="ja-JP" altLang="en-US"/>
              <a:t>マスタ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 3"/>
          <p:cNvSpPr>
            <a:spLocks noGrp="1"/>
          </p:cNvSpPr>
          <p:nvPr>
            <p:ph type="dt" sz="half" idx="10"/>
          </p:nvPr>
        </p:nvSpPr>
        <p:spPr/>
        <p:txBody>
          <a:bodyPr/>
          <a:lstStyle/>
          <a:p>
            <a:fld id="{975F3E6C-B5AE-4F16-9419-CB7E68A9BD04}" type="datetime1">
              <a:rPr kumimoji="1" lang="ja-JP" altLang="en-US" smtClean="0"/>
              <a:t>2026/9/15</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0A4D7C8B-752E-4A68-8D62-22DADB007538}" type="slidenum">
              <a:rPr kumimoji="1" lang="ja-JP" altLang="en-US" smtClean="0"/>
              <a:t>‹#›</a:t>
            </a:fld>
            <a:endParaRPr kumimoji="1" lang="ja-JP" altLang="en-US"/>
          </a:p>
        </p:txBody>
      </p:sp>
      <p:sp>
        <p:nvSpPr>
          <p:cNvPr id="7" name="スライド番号プレースホルダ 1"/>
          <p:cNvSpPr txBox="1"/>
          <p:nvPr userDrawn="1"/>
        </p:nvSpPr>
        <p:spPr>
          <a:xfrm>
            <a:off x="6974904" y="6508750"/>
            <a:ext cx="2133600" cy="365125"/>
          </a:xfrm>
          <a:prstGeom prst="rect">
            <a:avLst/>
          </a:prstGeom>
        </p:spPr>
        <p:txBody>
          <a:bodyPr vert="horz" lIns="91440" tIns="45720" rIns="91440" bIns="45720" rtlCol="0" anchor="ctr"/>
          <a:lstStyle/>
          <a:p>
            <a:pPr marL="0" marR="0" lvl="0" indent="0" algn="r" defTabSz="914400" rtl="0" eaLnBrk="1" fontAlgn="auto" latinLnBrk="0" hangingPunct="1">
              <a:lnSpc>
                <a:spcPct val="100000"/>
              </a:lnSpc>
              <a:spcBef>
                <a:spcPts val="0"/>
              </a:spcBef>
              <a:spcAft>
                <a:spcPts val="0"/>
              </a:spcAft>
              <a:buClrTx/>
              <a:buSzTx/>
              <a:buFontTx/>
              <a:buNone/>
              <a:defRPr/>
            </a:pPr>
            <a:fld id="{0A4D7C8B-752E-4A68-8D62-22DADB007538}" type="slidenum">
              <a:rPr kumimoji="1" lang="ja-JP" altLang="en-US" sz="1400" b="0" i="0" u="none" strike="noStrike" kern="1200" cap="none" spc="0" normalizeH="0" baseline="0" noProof="0" smtClean="0">
                <a:ln>
                  <a:noFill/>
                </a:ln>
                <a:effectLst/>
                <a:uLnTx/>
                <a:uFillTx/>
                <a:latin typeface="メイリオ" panose="020B0604030504040204" pitchFamily="50" charset="-128"/>
                <a:ea typeface="メイリオ" panose="020B0604030504040204" pitchFamily="50" charset="-128"/>
                <a:cs typeface="メイリオ" panose="020B0604030504040204" pitchFamily="50" charset="-128"/>
              </a:rPr>
              <a:t>‹#›</a:t>
            </a:fld>
            <a:endParaRPr kumimoji="1" lang="ja-JP" altLang="en-US" sz="1400" b="0" i="0" u="none" strike="noStrike" kern="1200" cap="none" spc="0" normalizeH="0" baseline="0" noProof="0">
              <a:ln>
                <a:noFill/>
              </a:ln>
              <a:effectLst/>
              <a:uLnTx/>
              <a:uFillTx/>
              <a:latin typeface="メイリオ" panose="020B0604030504040204" pitchFamily="50" charset="-128"/>
              <a:ea typeface="メイリオ" panose="020B0604030504040204" pitchFamily="50" charset="-128"/>
              <a:cs typeface="メイリオ" panose="020B0604030504040204" pitchFamily="50" charset="-128"/>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縦書きテキスト">
    <p:spTree>
      <p:nvGrpSpPr>
        <p:cNvPr id="1" name=""/>
        <p:cNvGrpSpPr/>
        <p:nvPr/>
      </p:nvGrpSpPr>
      <p:grpSpPr>
        <a:xfrm>
          <a:off x="0" y="0"/>
          <a:ext cx="0" cy="0"/>
          <a:chOff x="0" y="0"/>
          <a:chExt cx="0" cy="0"/>
        </a:xfrm>
      </p:grpSpPr>
      <p:sp>
        <p:nvSpPr>
          <p:cNvPr id="2" name="縦書きタイトル 1"/>
          <p:cNvSpPr>
            <a:spLocks noGrp="1"/>
          </p:cNvSpPr>
          <p:nvPr>
            <p:ph type="title" orient="vert"/>
          </p:nvPr>
        </p:nvSpPr>
        <p:spPr>
          <a:xfrm>
            <a:off x="6629400" y="274638"/>
            <a:ext cx="2057400" cy="5851525"/>
          </a:xfrm>
        </p:spPr>
        <p:txBody>
          <a:bodyPr vert="eaVert"/>
          <a:lstStyle/>
          <a:p>
            <a:r>
              <a:rPr kumimoji="1" lang="ja-JP" altLang="en-US"/>
              <a:t>マスタ タイトルの書式設定</a:t>
            </a:r>
          </a:p>
        </p:txBody>
      </p:sp>
      <p:sp>
        <p:nvSpPr>
          <p:cNvPr id="3" name="縦書きテキスト プレースホルダ 2"/>
          <p:cNvSpPr>
            <a:spLocks noGrp="1"/>
          </p:cNvSpPr>
          <p:nvPr>
            <p:ph type="body" orient="vert" idx="1"/>
          </p:nvPr>
        </p:nvSpPr>
        <p:spPr>
          <a:xfrm>
            <a:off x="457200" y="274638"/>
            <a:ext cx="6019800" cy="5851525"/>
          </a:xfrm>
        </p:spPr>
        <p:txBody>
          <a:bodyPr vert="eaVert"/>
          <a:lstStyle/>
          <a:p>
            <a:pPr lvl="0"/>
            <a:r>
              <a:rPr kumimoji="1" lang="ja-JP" altLang="en-US"/>
              <a:t>マスタ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 3"/>
          <p:cNvSpPr>
            <a:spLocks noGrp="1"/>
          </p:cNvSpPr>
          <p:nvPr>
            <p:ph type="dt" sz="half" idx="10"/>
          </p:nvPr>
        </p:nvSpPr>
        <p:spPr/>
        <p:txBody>
          <a:bodyPr/>
          <a:lstStyle/>
          <a:p>
            <a:fld id="{EDBF6FC4-6E07-4B28-A644-AC6A9CA73E8B}" type="datetime1">
              <a:rPr kumimoji="1" lang="ja-JP" altLang="en-US" smtClean="0"/>
              <a:t>2026/9/15</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0A4D7C8B-752E-4A68-8D62-22DADB007538}" type="slidenum">
              <a:rPr kumimoji="1" lang="ja-JP" altLang="en-US" smtClean="0"/>
              <a:t>‹#›</a:t>
            </a:fld>
            <a:endParaRPr kumimoji="1" lang="ja-JP" altLang="en-US"/>
          </a:p>
        </p:txBody>
      </p:sp>
      <p:sp>
        <p:nvSpPr>
          <p:cNvPr id="7" name="スライド番号プレースホルダ 1"/>
          <p:cNvSpPr txBox="1"/>
          <p:nvPr userDrawn="1"/>
        </p:nvSpPr>
        <p:spPr>
          <a:xfrm>
            <a:off x="6974904" y="6508750"/>
            <a:ext cx="2133600" cy="365125"/>
          </a:xfrm>
          <a:prstGeom prst="rect">
            <a:avLst/>
          </a:prstGeom>
        </p:spPr>
        <p:txBody>
          <a:bodyPr vert="horz" lIns="91440" tIns="45720" rIns="91440" bIns="45720" rtlCol="0" anchor="ctr"/>
          <a:lstStyle/>
          <a:p>
            <a:pPr marL="0" marR="0" lvl="0" indent="0" algn="r" defTabSz="914400" rtl="0" eaLnBrk="1" fontAlgn="auto" latinLnBrk="0" hangingPunct="1">
              <a:lnSpc>
                <a:spcPct val="100000"/>
              </a:lnSpc>
              <a:spcBef>
                <a:spcPts val="0"/>
              </a:spcBef>
              <a:spcAft>
                <a:spcPts val="0"/>
              </a:spcAft>
              <a:buClrTx/>
              <a:buSzTx/>
              <a:buFontTx/>
              <a:buNone/>
              <a:defRPr/>
            </a:pPr>
            <a:fld id="{0A4D7C8B-752E-4A68-8D62-22DADB007538}" type="slidenum">
              <a:rPr kumimoji="1" lang="ja-JP" altLang="en-US" sz="1400" b="0" i="0" u="none" strike="noStrike" kern="1200" cap="none" spc="0" normalizeH="0" baseline="0" noProof="0" smtClean="0">
                <a:ln>
                  <a:noFill/>
                </a:ln>
                <a:effectLst/>
                <a:uLnTx/>
                <a:uFillTx/>
                <a:latin typeface="メイリオ" panose="020B0604030504040204" pitchFamily="50" charset="-128"/>
                <a:ea typeface="メイリオ" panose="020B0604030504040204" pitchFamily="50" charset="-128"/>
                <a:cs typeface="メイリオ" panose="020B0604030504040204" pitchFamily="50" charset="-128"/>
              </a:rPr>
              <a:t>‹#›</a:t>
            </a:fld>
            <a:endParaRPr kumimoji="1" lang="ja-JP" altLang="en-US" sz="1400" b="0" i="0" u="none" strike="noStrike" kern="1200" cap="none" spc="0" normalizeH="0" baseline="0" noProof="0">
              <a:ln>
                <a:noFill/>
              </a:ln>
              <a:effectLst/>
              <a:uLnTx/>
              <a:uFillTx/>
              <a:latin typeface="メイリオ" panose="020B0604030504040204" pitchFamily="50" charset="-128"/>
              <a:ea typeface="メイリオ" panose="020B0604030504040204" pitchFamily="50" charset="-128"/>
              <a:cs typeface="メイリオ" panose="020B0604030504040204" pitchFamily="50" charset="-128"/>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ユーザー設定レイアウト">
    <p:spTree>
      <p:nvGrpSpPr>
        <p:cNvPr id="1" name=""/>
        <p:cNvGrpSpPr/>
        <p:nvPr/>
      </p:nvGrpSpPr>
      <p:grpSpPr>
        <a:xfrm>
          <a:off x="0" y="0"/>
          <a:ext cx="0" cy="0"/>
          <a:chOff x="0" y="0"/>
          <a:chExt cx="0" cy="0"/>
        </a:xfrm>
      </p:grpSpPr>
      <p:sp>
        <p:nvSpPr>
          <p:cNvPr id="2" name="タイトル 1"/>
          <p:cNvSpPr>
            <a:spLocks noGrp="1"/>
          </p:cNvSpPr>
          <p:nvPr>
            <p:ph type="title"/>
          </p:nvPr>
        </p:nvSpPr>
        <p:spPr>
          <a:xfrm>
            <a:off x="771556" y="142852"/>
            <a:ext cx="8229600" cy="582594"/>
          </a:xfrm>
          <a:prstGeom prst="rect">
            <a:avLst/>
          </a:prstGeom>
        </p:spPr>
        <p:txBody>
          <a:bodyPr/>
          <a:lstStyle>
            <a:lvl1pPr algn="l">
              <a:defRPr/>
            </a:lvl1pPr>
          </a:lstStyle>
          <a:p>
            <a:r>
              <a:rPr lang="ja-JP" altLang="en-US"/>
              <a:t>マスタ タイトルの書式設定</a:t>
            </a:r>
          </a:p>
        </p:txBody>
      </p:sp>
      <p:sp>
        <p:nvSpPr>
          <p:cNvPr id="5" name="直線コネクタ 13"/>
          <p:cNvSpPr>
            <a:spLocks noChangeShapeType="1"/>
          </p:cNvSpPr>
          <p:nvPr userDrawn="1"/>
        </p:nvSpPr>
        <p:spPr bwMode="auto">
          <a:xfrm>
            <a:off x="141257" y="674642"/>
            <a:ext cx="8785225" cy="0"/>
          </a:xfrm>
          <a:prstGeom prst="line">
            <a:avLst/>
          </a:prstGeom>
          <a:noFill/>
          <a:ln w="12700" cap="sq">
            <a:solidFill>
              <a:schemeClr val="tx1"/>
            </a:solidFill>
            <a:bevel/>
          </a:ln>
        </p:spPr>
        <p:txBody>
          <a:bodyPr/>
          <a:lstStyle/>
          <a:p>
            <a:endParaRPr lang="ja-JP" altLang="en-US"/>
          </a:p>
        </p:txBody>
      </p:sp>
      <p:sp>
        <p:nvSpPr>
          <p:cNvPr id="6" name="スライド番号プレースホルダ 21"/>
          <p:cNvSpPr txBox="1"/>
          <p:nvPr userDrawn="1"/>
        </p:nvSpPr>
        <p:spPr bwMode="auto">
          <a:xfrm>
            <a:off x="6970713" y="6492875"/>
            <a:ext cx="2133600" cy="365125"/>
          </a:xfrm>
          <a:prstGeom prst="rect">
            <a:avLst/>
          </a:prstGeom>
          <a:noFill/>
          <a:ln w="9525">
            <a:noFill/>
            <a:miter lim="800000"/>
          </a:ln>
        </p:spPr>
        <p:txBody>
          <a:bodyPr/>
          <a:lstStyle/>
          <a:p>
            <a:pPr algn="r"/>
            <a:fld id="{142D207C-8CDE-4337-AE95-AB99F8E46A13}" type="slidenum">
              <a:rPr lang="ja-JP" altLang="en-US"/>
              <a:t>‹#›</a:t>
            </a:fld>
            <a:endParaRPr lang="ja-JP" altLang="en-US"/>
          </a:p>
        </p:txBody>
      </p:sp>
      <p:pic>
        <p:nvPicPr>
          <p:cNvPr id="7" name="Google Shape;40;p75" descr="アイコン&#10;&#10;自動的に生成された説明">
            <a:extLst>
              <a:ext uri="{FF2B5EF4-FFF2-40B4-BE49-F238E27FC236}">
                <a16:creationId xmlns:a16="http://schemas.microsoft.com/office/drawing/2014/main" id="{616C45CF-1B32-20A0-67BD-B6AC6E2E4A98}"/>
              </a:ext>
            </a:extLst>
          </p:cNvPr>
          <p:cNvPicPr preferRelativeResize="0"/>
          <p:nvPr userDrawn="1"/>
        </p:nvPicPr>
        <p:blipFill rotWithShape="1">
          <a:blip r:embed="rId2">
            <a:alphaModFix/>
          </a:blip>
          <a:srcRect/>
          <a:stretch/>
        </p:blipFill>
        <p:spPr>
          <a:xfrm>
            <a:off x="154748" y="142852"/>
            <a:ext cx="720000" cy="492272"/>
          </a:xfrm>
          <a:prstGeom prst="rect">
            <a:avLst/>
          </a:prstGeom>
          <a:noFill/>
          <a:ln>
            <a:noFill/>
          </a:ln>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ユーザー設定レイアウト">
    <p:spTree>
      <p:nvGrpSpPr>
        <p:cNvPr id="1" name=""/>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4_ユーザー設定レイアウト">
    <p:spTree>
      <p:nvGrpSpPr>
        <p:cNvPr id="1" name=""/>
        <p:cNvGrpSpPr/>
        <p:nvPr/>
      </p:nvGrpSpPr>
      <p:grpSpPr>
        <a:xfrm>
          <a:off x="0" y="0"/>
          <a:ext cx="0" cy="0"/>
          <a:chOff x="0" y="0"/>
          <a:chExt cx="0" cy="0"/>
        </a:xfrm>
      </p:grpSpPr>
      <p:sp>
        <p:nvSpPr>
          <p:cNvPr id="7" name="正方形/長方形 6"/>
          <p:cNvSpPr/>
          <p:nvPr userDrawn="1"/>
        </p:nvSpPr>
        <p:spPr>
          <a:xfrm>
            <a:off x="94035" y="729360"/>
            <a:ext cx="8820000" cy="5868000"/>
          </a:xfrm>
          <a:prstGeom prst="rect">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8986" tIns="24493" rIns="48986" bIns="24493" numCol="1" spcCol="0" rtlCol="0" fromWordArt="0" anchor="ctr" anchorCtr="0" forceAA="0" compatLnSpc="1">
            <a:noAutofit/>
          </a:bodyPr>
          <a:lstStyle/>
          <a:p>
            <a:pPr algn="ctr"/>
            <a:r>
              <a:rPr lang="en-US" altLang="ja-JP" sz="965"/>
              <a:t>※</a:t>
            </a:r>
            <a:endParaRPr lang="ja-JP" altLang="en-US" sz="965"/>
          </a:p>
        </p:txBody>
      </p:sp>
      <p:sp>
        <p:nvSpPr>
          <p:cNvPr id="8" name="正方形/長方形 7"/>
          <p:cNvSpPr/>
          <p:nvPr userDrawn="1"/>
        </p:nvSpPr>
        <p:spPr>
          <a:xfrm>
            <a:off x="2952128" y="754313"/>
            <a:ext cx="2844000" cy="333642"/>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000">
                <a:solidFill>
                  <a:schemeClr val="tx1">
                    <a:lumMod val="65000"/>
                    <a:lumOff val="35000"/>
                  </a:schemeClr>
                </a:solidFill>
                <a:uFillTx/>
                <a:latin typeface="メイリオ" panose="020B0604030504040204" pitchFamily="50" charset="-128"/>
                <a:ea typeface="メイリオ" panose="020B0604030504040204" pitchFamily="50" charset="-128"/>
              </a:rPr>
              <a:t>営業・営業事務</a:t>
            </a:r>
          </a:p>
        </p:txBody>
      </p:sp>
      <p:sp>
        <p:nvSpPr>
          <p:cNvPr id="9" name="正方形/長方形 8"/>
          <p:cNvSpPr/>
          <p:nvPr userDrawn="1"/>
        </p:nvSpPr>
        <p:spPr>
          <a:xfrm>
            <a:off x="5800448" y="754313"/>
            <a:ext cx="1044000" cy="332872"/>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000">
                <a:solidFill>
                  <a:schemeClr val="tx1">
                    <a:lumMod val="65000"/>
                    <a:lumOff val="35000"/>
                  </a:schemeClr>
                </a:solidFill>
                <a:latin typeface="メイリオ" panose="020B0604030504040204" pitchFamily="50" charset="-128"/>
                <a:ea typeface="メイリオ" panose="020B0604030504040204" pitchFamily="50" charset="-128"/>
              </a:rPr>
              <a:t>担当営業</a:t>
            </a:r>
            <a:endParaRPr kumimoji="1" lang="ja-JP" altLang="en-US" sz="1000">
              <a:solidFill>
                <a:schemeClr val="tx1">
                  <a:lumMod val="65000"/>
                  <a:lumOff val="35000"/>
                </a:schemeClr>
              </a:solidFill>
              <a:uFillTx/>
              <a:latin typeface="メイリオ" panose="020B0604030504040204" pitchFamily="50" charset="-128"/>
              <a:ea typeface="メイリオ" panose="020B0604030504040204" pitchFamily="50" charset="-128"/>
            </a:endParaRPr>
          </a:p>
        </p:txBody>
      </p:sp>
      <p:sp>
        <p:nvSpPr>
          <p:cNvPr id="10" name="正方形/長方形 9"/>
          <p:cNvSpPr/>
          <p:nvPr userDrawn="1"/>
        </p:nvSpPr>
        <p:spPr>
          <a:xfrm>
            <a:off x="6851993" y="754313"/>
            <a:ext cx="1044000" cy="332872"/>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000">
                <a:solidFill>
                  <a:schemeClr val="tx1">
                    <a:lumMod val="65000"/>
                    <a:lumOff val="35000"/>
                  </a:schemeClr>
                </a:solidFill>
                <a:uFillTx/>
                <a:latin typeface="メイリオ" panose="020B0604030504040204" pitchFamily="50" charset="-128"/>
                <a:ea typeface="メイリオ" panose="020B0604030504040204" pitchFamily="50" charset="-128"/>
              </a:rPr>
              <a:t>倉庫</a:t>
            </a:r>
          </a:p>
        </p:txBody>
      </p:sp>
      <p:sp>
        <p:nvSpPr>
          <p:cNvPr id="15" name="正方形/長方形 14"/>
          <p:cNvSpPr/>
          <p:nvPr userDrawn="1"/>
        </p:nvSpPr>
        <p:spPr>
          <a:xfrm>
            <a:off x="95220" y="754313"/>
            <a:ext cx="2844000" cy="333642"/>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000">
                <a:solidFill>
                  <a:schemeClr val="tx1">
                    <a:lumMod val="65000"/>
                    <a:lumOff val="35000"/>
                  </a:schemeClr>
                </a:solidFill>
                <a:uFillTx/>
                <a:latin typeface="メイリオ" panose="020B0604030504040204" pitchFamily="50" charset="-128"/>
                <a:ea typeface="メイリオ" panose="020B0604030504040204" pitchFamily="50" charset="-128"/>
              </a:rPr>
              <a:t>会員</a:t>
            </a:r>
          </a:p>
        </p:txBody>
      </p:sp>
      <p:sp>
        <p:nvSpPr>
          <p:cNvPr id="2" name="タイトル 1"/>
          <p:cNvSpPr>
            <a:spLocks noGrp="1"/>
          </p:cNvSpPr>
          <p:nvPr>
            <p:ph type="title"/>
          </p:nvPr>
        </p:nvSpPr>
        <p:spPr>
          <a:xfrm>
            <a:off x="763591" y="142852"/>
            <a:ext cx="8229600" cy="582594"/>
          </a:xfrm>
          <a:prstGeom prst="rect">
            <a:avLst/>
          </a:prstGeom>
        </p:spPr>
        <p:txBody>
          <a:bodyPr/>
          <a:lstStyle>
            <a:lvl1pPr algn="l">
              <a:defRPr>
                <a:uFillTx/>
              </a:defRPr>
            </a:lvl1pPr>
          </a:lstStyle>
          <a:p>
            <a:r>
              <a:rPr lang="ja-JP" altLang="en-US">
                <a:uFillTx/>
              </a:rPr>
              <a:t>マスター タイトルの書式設定</a:t>
            </a:r>
          </a:p>
        </p:txBody>
      </p:sp>
      <p:pic>
        <p:nvPicPr>
          <p:cNvPr id="3" name="Picture 3"/>
          <p:cNvPicPr>
            <a:picLocks noChangeAspect="1" noChangeArrowheads="1"/>
          </p:cNvPicPr>
          <p:nvPr/>
        </p:nvPicPr>
        <p:blipFill>
          <a:blip r:embed="rId2" cstate="print"/>
          <a:srcRect/>
          <a:stretch>
            <a:fillRect/>
          </a:stretch>
        </p:blipFill>
        <p:spPr bwMode="auto">
          <a:xfrm>
            <a:off x="142845" y="225380"/>
            <a:ext cx="579438" cy="404812"/>
          </a:xfrm>
          <a:prstGeom prst="rect">
            <a:avLst/>
          </a:prstGeom>
          <a:noFill/>
          <a:ln w="9525">
            <a:noFill/>
            <a:miter lim="800000"/>
            <a:headEnd/>
            <a:tailEnd/>
          </a:ln>
        </p:spPr>
      </p:pic>
      <p:sp>
        <p:nvSpPr>
          <p:cNvPr id="5" name="直線コネクタ 13"/>
          <p:cNvSpPr>
            <a:spLocks noChangeShapeType="1"/>
          </p:cNvSpPr>
          <p:nvPr/>
        </p:nvSpPr>
        <p:spPr bwMode="auto">
          <a:xfrm>
            <a:off x="141259" y="674642"/>
            <a:ext cx="8785225" cy="0"/>
          </a:xfrm>
          <a:prstGeom prst="line">
            <a:avLst/>
          </a:prstGeom>
          <a:noFill/>
          <a:ln w="12700" cap="sq">
            <a:solidFill>
              <a:schemeClr val="tx1"/>
            </a:solidFill>
            <a:bevel/>
          </a:ln>
        </p:spPr>
        <p:txBody>
          <a:bodyPr/>
          <a:lstStyle/>
          <a:p>
            <a:endParaRPr lang="ja-JP" altLang="en-US" sz="1350">
              <a:uFillTx/>
            </a:endParaRPr>
          </a:p>
        </p:txBody>
      </p:sp>
      <p:sp>
        <p:nvSpPr>
          <p:cNvPr id="6" name="スライド番号プレースホルダ 21"/>
          <p:cNvSpPr txBox="1"/>
          <p:nvPr/>
        </p:nvSpPr>
        <p:spPr bwMode="auto">
          <a:xfrm>
            <a:off x="6970713" y="6492878"/>
            <a:ext cx="2133600" cy="365125"/>
          </a:xfrm>
          <a:prstGeom prst="rect">
            <a:avLst/>
          </a:prstGeom>
          <a:noFill/>
          <a:ln w="9525">
            <a:noFill/>
            <a:miter lim="800000"/>
          </a:ln>
        </p:spPr>
        <p:txBody>
          <a:bodyPr/>
          <a:lstStyle/>
          <a:p>
            <a:pPr algn="r"/>
            <a:fld id="{142D207C-8CDE-4337-AE95-AB99F8E46A13}" type="slidenum">
              <a:rPr lang="ja-JP" altLang="en-US" sz="1350">
                <a:uFillTx/>
              </a:rPr>
              <a:t>‹#›</a:t>
            </a:fld>
            <a:endParaRPr lang="ja-JP" altLang="en-US" sz="1350">
              <a:uFillTx/>
            </a:endParaRPr>
          </a:p>
        </p:txBody>
      </p:sp>
      <p:cxnSp>
        <p:nvCxnSpPr>
          <p:cNvPr id="11" name="直線コネクタ 10"/>
          <p:cNvCxnSpPr/>
          <p:nvPr userDrawn="1"/>
        </p:nvCxnSpPr>
        <p:spPr>
          <a:xfrm>
            <a:off x="5804216" y="729360"/>
            <a:ext cx="1445" cy="5868000"/>
          </a:xfrm>
          <a:prstGeom prst="line">
            <a:avLst/>
          </a:prstGeom>
          <a:ln w="9525">
            <a:solidFill>
              <a:schemeClr val="tx1"/>
            </a:solidFill>
          </a:ln>
          <a:effectLst/>
        </p:spPr>
        <p:style>
          <a:lnRef idx="1">
            <a:schemeClr val="accent1"/>
          </a:lnRef>
          <a:fillRef idx="0">
            <a:schemeClr val="accent1"/>
          </a:fillRef>
          <a:effectRef idx="1">
            <a:schemeClr val="accent1"/>
          </a:effectRef>
          <a:fontRef idx="minor">
            <a:schemeClr val="tx1"/>
          </a:fontRef>
        </p:style>
      </p:cxnSp>
      <p:cxnSp>
        <p:nvCxnSpPr>
          <p:cNvPr id="12" name="直線コネクタ 11"/>
          <p:cNvCxnSpPr/>
          <p:nvPr userDrawn="1"/>
        </p:nvCxnSpPr>
        <p:spPr>
          <a:xfrm>
            <a:off x="6845242" y="729360"/>
            <a:ext cx="2439" cy="5868000"/>
          </a:xfrm>
          <a:prstGeom prst="line">
            <a:avLst/>
          </a:prstGeom>
          <a:ln w="9525">
            <a:solidFill>
              <a:schemeClr val="tx1"/>
            </a:solidFill>
          </a:ln>
          <a:effectLst/>
        </p:spPr>
        <p:style>
          <a:lnRef idx="1">
            <a:schemeClr val="accent1"/>
          </a:lnRef>
          <a:fillRef idx="0">
            <a:schemeClr val="accent1"/>
          </a:fillRef>
          <a:effectRef idx="1">
            <a:schemeClr val="accent1"/>
          </a:effectRef>
          <a:fontRef idx="minor">
            <a:schemeClr val="tx1"/>
          </a:fontRef>
        </p:style>
      </p:cxnSp>
      <p:sp>
        <p:nvSpPr>
          <p:cNvPr id="13" name="正方形/長方形 12"/>
          <p:cNvSpPr/>
          <p:nvPr userDrawn="1"/>
        </p:nvSpPr>
        <p:spPr>
          <a:xfrm>
            <a:off x="7903538" y="754313"/>
            <a:ext cx="986842" cy="332872"/>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000">
                <a:solidFill>
                  <a:schemeClr val="tx1">
                    <a:lumMod val="65000"/>
                    <a:lumOff val="35000"/>
                  </a:schemeClr>
                </a:solidFill>
                <a:latin typeface="メイリオ" panose="020B0604030504040204" pitchFamily="50" charset="-128"/>
                <a:ea typeface="メイリオ" panose="020B0604030504040204" pitchFamily="50" charset="-128"/>
              </a:rPr>
              <a:t>仕入先</a:t>
            </a:r>
            <a:endParaRPr kumimoji="1" lang="ja-JP" altLang="en-US" sz="1000">
              <a:solidFill>
                <a:schemeClr val="tx1">
                  <a:lumMod val="65000"/>
                  <a:lumOff val="35000"/>
                </a:schemeClr>
              </a:solidFill>
              <a:uFillTx/>
              <a:latin typeface="メイリオ" panose="020B0604030504040204" pitchFamily="50" charset="-128"/>
              <a:ea typeface="メイリオ" panose="020B0604030504040204" pitchFamily="50" charset="-128"/>
            </a:endParaRPr>
          </a:p>
        </p:txBody>
      </p:sp>
      <p:cxnSp>
        <p:nvCxnSpPr>
          <p:cNvPr id="14" name="直線コネクタ 13"/>
          <p:cNvCxnSpPr/>
          <p:nvPr userDrawn="1"/>
        </p:nvCxnSpPr>
        <p:spPr>
          <a:xfrm flipH="1">
            <a:off x="7902049" y="729360"/>
            <a:ext cx="1" cy="5868000"/>
          </a:xfrm>
          <a:prstGeom prst="line">
            <a:avLst/>
          </a:prstGeom>
          <a:ln w="9525">
            <a:solidFill>
              <a:schemeClr val="tx1"/>
            </a:solidFill>
          </a:ln>
          <a:effectLst/>
        </p:spPr>
        <p:style>
          <a:lnRef idx="1">
            <a:schemeClr val="accent1"/>
          </a:lnRef>
          <a:fillRef idx="0">
            <a:schemeClr val="accent1"/>
          </a:fillRef>
          <a:effectRef idx="1">
            <a:schemeClr val="accent1"/>
          </a:effectRef>
          <a:fontRef idx="minor">
            <a:schemeClr val="tx1"/>
          </a:fontRef>
        </p:style>
      </p:cxnSp>
      <p:cxnSp>
        <p:nvCxnSpPr>
          <p:cNvPr id="16" name="直線コネクタ 15"/>
          <p:cNvCxnSpPr/>
          <p:nvPr userDrawn="1"/>
        </p:nvCxnSpPr>
        <p:spPr>
          <a:xfrm>
            <a:off x="2948279" y="729360"/>
            <a:ext cx="1445" cy="5868000"/>
          </a:xfrm>
          <a:prstGeom prst="line">
            <a:avLst/>
          </a:prstGeom>
          <a:ln w="9525">
            <a:solidFill>
              <a:schemeClr val="tx1"/>
            </a:solidFill>
          </a:ln>
          <a:effectLst/>
        </p:spPr>
        <p:style>
          <a:lnRef idx="1">
            <a:schemeClr val="accent1"/>
          </a:lnRef>
          <a:fillRef idx="0">
            <a:schemeClr val="accent1"/>
          </a:fillRef>
          <a:effectRef idx="1">
            <a:schemeClr val="accent1"/>
          </a:effectRef>
          <a:fontRef idx="minor">
            <a:schemeClr val="tx1"/>
          </a:fontRef>
        </p:style>
      </p:cxnSp>
      <p:cxnSp>
        <p:nvCxnSpPr>
          <p:cNvPr id="17" name="直線コネクタ 16"/>
          <p:cNvCxnSpPr/>
          <p:nvPr userDrawn="1"/>
        </p:nvCxnSpPr>
        <p:spPr>
          <a:xfrm>
            <a:off x="94035" y="1052736"/>
            <a:ext cx="8820000" cy="0"/>
          </a:xfrm>
          <a:prstGeom prst="line">
            <a:avLst/>
          </a:prstGeom>
          <a:ln>
            <a:solidFill>
              <a:schemeClr val="tx1">
                <a:lumMod val="50000"/>
                <a:lumOff val="50000"/>
              </a:schemeClr>
            </a:solidFill>
          </a:ln>
          <a:effectLst/>
        </p:spPr>
        <p:style>
          <a:lnRef idx="1">
            <a:schemeClr val="accent1"/>
          </a:lnRef>
          <a:fillRef idx="0">
            <a:schemeClr val="accent1"/>
          </a:fillRef>
          <a:effectRef idx="1">
            <a:schemeClr val="accent1"/>
          </a:effectRef>
          <a:fontRef idx="minor">
            <a:schemeClr val="tx1"/>
          </a:fontRef>
        </p:style>
      </p:cxnSp>
      <p:sp>
        <p:nvSpPr>
          <p:cNvPr id="21" name="角丸四角形 11"/>
          <p:cNvSpPr/>
          <p:nvPr userDrawn="1"/>
        </p:nvSpPr>
        <p:spPr>
          <a:xfrm>
            <a:off x="226605" y="2054914"/>
            <a:ext cx="820079" cy="140409"/>
          </a:xfrm>
          <a:prstGeom prst="roundRect">
            <a:avLst/>
          </a:prstGeom>
          <a:solidFill>
            <a:schemeClr val="accent6"/>
          </a:solidFill>
          <a:ln w="9525">
            <a:solidFill>
              <a:sysClr val="windowText" lastClr="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kumimoji="1" lang="en-US" altLang="ja-JP" sz="645">
                <a:solidFill>
                  <a:schemeClr val="tx1">
                    <a:lumMod val="75000"/>
                    <a:lumOff val="25000"/>
                  </a:schemeClr>
                </a:solidFill>
                <a:latin typeface="+mn-ea"/>
              </a:rPr>
              <a:t>EC-</a:t>
            </a:r>
            <a:r>
              <a:rPr kumimoji="1" lang="en-US" altLang="ja-JP" sz="645" err="1">
                <a:solidFill>
                  <a:schemeClr val="tx1">
                    <a:lumMod val="75000"/>
                    <a:lumOff val="25000"/>
                  </a:schemeClr>
                </a:solidFill>
                <a:latin typeface="+mn-ea"/>
              </a:rPr>
              <a:t>RIider</a:t>
            </a:r>
            <a:r>
              <a:rPr kumimoji="1" lang="ja-JP" altLang="en-US" sz="645">
                <a:solidFill>
                  <a:schemeClr val="tx1">
                    <a:lumMod val="75000"/>
                    <a:lumOff val="25000"/>
                  </a:schemeClr>
                </a:solidFill>
                <a:latin typeface="+mn-ea"/>
              </a:rPr>
              <a:t>機能</a:t>
            </a:r>
          </a:p>
        </p:txBody>
      </p:sp>
      <p:sp>
        <p:nvSpPr>
          <p:cNvPr id="22" name="角丸四角形 12"/>
          <p:cNvSpPr/>
          <p:nvPr userDrawn="1"/>
        </p:nvSpPr>
        <p:spPr>
          <a:xfrm>
            <a:off x="226605" y="2230543"/>
            <a:ext cx="820079" cy="140409"/>
          </a:xfrm>
          <a:prstGeom prst="roundRect">
            <a:avLst/>
          </a:prstGeom>
          <a:solidFill>
            <a:schemeClr val="accent5">
              <a:lumMod val="20000"/>
              <a:lumOff val="80000"/>
            </a:schemeClr>
          </a:solidFill>
          <a:ln w="9525">
            <a:solidFill>
              <a:sysClr val="windowText" lastClr="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kumimoji="1" lang="ja-JP" altLang="en-US" sz="645">
                <a:solidFill>
                  <a:schemeClr val="tx1">
                    <a:lumMod val="75000"/>
                    <a:lumOff val="25000"/>
                  </a:schemeClr>
                </a:solidFill>
                <a:latin typeface="+mn-ea"/>
              </a:rPr>
              <a:t>他システム機能</a:t>
            </a:r>
          </a:p>
        </p:txBody>
      </p:sp>
      <p:sp>
        <p:nvSpPr>
          <p:cNvPr id="23" name="角丸四角形 13"/>
          <p:cNvSpPr/>
          <p:nvPr userDrawn="1"/>
        </p:nvSpPr>
        <p:spPr>
          <a:xfrm>
            <a:off x="226604" y="2402231"/>
            <a:ext cx="831769" cy="145000"/>
          </a:xfrm>
          <a:prstGeom prst="roundRect">
            <a:avLst/>
          </a:prstGeom>
          <a:solidFill>
            <a:schemeClr val="tx2">
              <a:lumMod val="20000"/>
              <a:lumOff val="80000"/>
            </a:schemeClr>
          </a:solidFill>
          <a:ln w="9525">
            <a:solidFill>
              <a:sysClr val="windowText" lastClr="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kumimoji="1" lang="ja-JP" altLang="en-US" sz="645">
                <a:solidFill>
                  <a:schemeClr val="tx1">
                    <a:lumMod val="75000"/>
                    <a:lumOff val="25000"/>
                  </a:schemeClr>
                </a:solidFill>
                <a:latin typeface="+mn-ea"/>
              </a:rPr>
              <a:t>データ</a:t>
            </a:r>
          </a:p>
        </p:txBody>
      </p:sp>
      <p:sp>
        <p:nvSpPr>
          <p:cNvPr id="24" name="角丸四角形 14"/>
          <p:cNvSpPr/>
          <p:nvPr userDrawn="1"/>
        </p:nvSpPr>
        <p:spPr>
          <a:xfrm>
            <a:off x="226603" y="2573910"/>
            <a:ext cx="832926" cy="134929"/>
          </a:xfrm>
          <a:prstGeom prst="roundRect">
            <a:avLst/>
          </a:prstGeom>
          <a:solidFill>
            <a:sysClr val="window" lastClr="FFFFFF"/>
          </a:solidFill>
          <a:ln w="9525">
            <a:solidFill>
              <a:sysClr val="windowText" lastClr="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kumimoji="1" lang="ja-JP" altLang="en-US" sz="645">
                <a:solidFill>
                  <a:schemeClr val="tx1">
                    <a:lumMod val="75000"/>
                    <a:lumOff val="25000"/>
                  </a:schemeClr>
                </a:solidFill>
                <a:latin typeface="+mn-ea"/>
              </a:rPr>
              <a:t>非システム</a:t>
            </a:r>
          </a:p>
        </p:txBody>
      </p:sp>
      <p:sp>
        <p:nvSpPr>
          <p:cNvPr id="25" name="正方形/長方形 24"/>
          <p:cNvSpPr/>
          <p:nvPr userDrawn="1"/>
        </p:nvSpPr>
        <p:spPr>
          <a:xfrm>
            <a:off x="171268" y="1412776"/>
            <a:ext cx="939487" cy="272861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r>
              <a:rPr kumimoji="1" lang="ja-JP" altLang="en-US" sz="715">
                <a:solidFill>
                  <a:schemeClr val="tx1">
                    <a:lumMod val="75000"/>
                    <a:lumOff val="25000"/>
                  </a:schemeClr>
                </a:solidFill>
                <a:latin typeface="+mn-ea"/>
              </a:rPr>
              <a:t>凡例</a:t>
            </a:r>
            <a:endParaRPr kumimoji="1" lang="en-US" altLang="ja-JP" sz="715">
              <a:solidFill>
                <a:schemeClr val="tx1">
                  <a:lumMod val="75000"/>
                  <a:lumOff val="25000"/>
                </a:schemeClr>
              </a:solidFill>
              <a:latin typeface="+mn-ea"/>
            </a:endParaRPr>
          </a:p>
          <a:p>
            <a:pPr algn="l"/>
            <a:endParaRPr kumimoji="1" lang="ja-JP" altLang="en-US" sz="715">
              <a:solidFill>
                <a:schemeClr val="tx1">
                  <a:lumMod val="75000"/>
                  <a:lumOff val="25000"/>
                </a:schemeClr>
              </a:solidFill>
              <a:latin typeface="+mn-ea"/>
            </a:endParaRPr>
          </a:p>
        </p:txBody>
      </p:sp>
      <p:sp>
        <p:nvSpPr>
          <p:cNvPr id="26" name="テキスト ボックス 16"/>
          <p:cNvSpPr txBox="1"/>
          <p:nvPr userDrawn="1"/>
        </p:nvSpPr>
        <p:spPr>
          <a:xfrm>
            <a:off x="194919" y="2732096"/>
            <a:ext cx="870005" cy="276999"/>
          </a:xfrm>
          <a:prstGeom prst="rect">
            <a:avLst/>
          </a:prstGeom>
          <a:solidFill>
            <a:schemeClr val="lt1"/>
          </a:solidFill>
          <a:ln w="9525" cmpd="sng">
            <a:solidFill>
              <a:schemeClr val="lt1">
                <a:shade val="50000"/>
              </a:schemeClr>
            </a:solidFill>
          </a:ln>
        </p:spPr>
        <p:style>
          <a:lnRef idx="0">
            <a:scrgbClr r="0" g="0" b="0"/>
          </a:lnRef>
          <a:fillRef idx="0">
            <a:scrgbClr r="0" g="0" b="0"/>
          </a:fillRef>
          <a:effectRef idx="0">
            <a:scrgbClr r="0" g="0" b="0"/>
          </a:effectRef>
          <a:fontRef idx="minor">
            <a:schemeClr val="dk1"/>
          </a:fontRef>
        </p:style>
        <p:txBody>
          <a:bodyPr wrap="square" rtlCol="0" anchor="t">
            <a:spAutoFit/>
          </a:bodyP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r>
              <a:rPr kumimoji="1" lang="en-US" altLang="ja-JP" sz="600">
                <a:solidFill>
                  <a:srgbClr val="FF0000"/>
                </a:solidFill>
                <a:latin typeface="+mn-ea"/>
              </a:rPr>
              <a:t>[</a:t>
            </a:r>
            <a:r>
              <a:rPr kumimoji="1" lang="ja-JP" altLang="en-US" sz="600">
                <a:solidFill>
                  <a:srgbClr val="FF0000"/>
                </a:solidFill>
                <a:latin typeface="+mn-ea"/>
              </a:rPr>
              <a:t>新</a:t>
            </a:r>
            <a:r>
              <a:rPr kumimoji="1" lang="en-US" altLang="ja-JP" sz="600">
                <a:solidFill>
                  <a:srgbClr val="FF0000"/>
                </a:solidFill>
                <a:latin typeface="+mn-ea"/>
              </a:rPr>
              <a:t>] </a:t>
            </a:r>
            <a:r>
              <a:rPr kumimoji="1" lang="ja-JP" altLang="en-US" sz="600">
                <a:solidFill>
                  <a:srgbClr val="FF0000"/>
                </a:solidFill>
                <a:latin typeface="+mn-ea"/>
              </a:rPr>
              <a:t>新規追加機能</a:t>
            </a:r>
            <a:endParaRPr kumimoji="1" lang="en-US" altLang="ja-JP" sz="600">
              <a:solidFill>
                <a:srgbClr val="FF0000"/>
              </a:solidFill>
              <a:latin typeface="+mn-ea"/>
            </a:endParaRPr>
          </a:p>
          <a:p>
            <a:r>
              <a:rPr kumimoji="1" lang="en-US" altLang="ja-JP" sz="600">
                <a:solidFill>
                  <a:srgbClr val="FF0000"/>
                </a:solidFill>
                <a:latin typeface="+mn-ea"/>
              </a:rPr>
              <a:t>[</a:t>
            </a:r>
            <a:r>
              <a:rPr kumimoji="1" lang="ja-JP" altLang="en-US" sz="600">
                <a:solidFill>
                  <a:srgbClr val="FF0000"/>
                </a:solidFill>
                <a:latin typeface="+mn-ea"/>
              </a:rPr>
              <a:t>カ</a:t>
            </a:r>
            <a:r>
              <a:rPr kumimoji="1" lang="en-US" altLang="ja-JP" sz="600">
                <a:solidFill>
                  <a:srgbClr val="FF0000"/>
                </a:solidFill>
                <a:latin typeface="+mn-ea"/>
              </a:rPr>
              <a:t>] </a:t>
            </a:r>
            <a:r>
              <a:rPr kumimoji="1" lang="ja-JP" altLang="en-US" sz="600">
                <a:solidFill>
                  <a:srgbClr val="FF0000"/>
                </a:solidFill>
                <a:latin typeface="+mn-ea"/>
              </a:rPr>
              <a:t>カスタマイズ機能</a:t>
            </a:r>
          </a:p>
        </p:txBody>
      </p:sp>
      <p:cxnSp>
        <p:nvCxnSpPr>
          <p:cNvPr id="27" name="カギ線コネクタ 33"/>
          <p:cNvCxnSpPr/>
          <p:nvPr userDrawn="1"/>
        </p:nvCxnSpPr>
        <p:spPr>
          <a:xfrm flipV="1">
            <a:off x="233175" y="3747743"/>
            <a:ext cx="260699" cy="3256"/>
          </a:xfrm>
          <a:prstGeom prst="straightConnector1">
            <a:avLst/>
          </a:prstGeom>
          <a:ln w="9525">
            <a:solidFill>
              <a:srgbClr val="000000"/>
            </a:solidFill>
            <a:prstDash val="solid"/>
            <a:headEnd type="none"/>
            <a:tailEnd type="arrow"/>
          </a:ln>
        </p:spPr>
        <p:style>
          <a:lnRef idx="1">
            <a:schemeClr val="accent1"/>
          </a:lnRef>
          <a:fillRef idx="0">
            <a:schemeClr val="accent1"/>
          </a:fillRef>
          <a:effectRef idx="0">
            <a:schemeClr val="accent1"/>
          </a:effectRef>
          <a:fontRef idx="minor">
            <a:schemeClr val="tx1"/>
          </a:fontRef>
        </p:style>
      </p:cxnSp>
      <p:sp>
        <p:nvSpPr>
          <p:cNvPr id="28" name="テキスト ボックス 18"/>
          <p:cNvSpPr txBox="1"/>
          <p:nvPr userDrawn="1"/>
        </p:nvSpPr>
        <p:spPr>
          <a:xfrm>
            <a:off x="540498" y="3662132"/>
            <a:ext cx="633437" cy="189651"/>
          </a:xfrm>
          <a:prstGeom prst="rect">
            <a:avLst/>
          </a:prstGeom>
          <a:noFill/>
        </p:spPr>
        <p:style>
          <a:lnRef idx="0">
            <a:scrgbClr r="0" g="0" b="0"/>
          </a:lnRef>
          <a:fillRef idx="0">
            <a:scrgbClr r="0" g="0" b="0"/>
          </a:fillRef>
          <a:effectRef idx="0">
            <a:scrgbClr r="0" g="0" b="0"/>
          </a:effectRef>
          <a:fontRef idx="minor">
            <a:schemeClr val="tx1"/>
          </a:fontRef>
        </p:style>
        <p:txBody>
          <a:bodyPr wrap="none" rtlCol="0" anchor="t">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r>
              <a:rPr kumimoji="1" lang="ja-JP" altLang="en-US" sz="570">
                <a:solidFill>
                  <a:schemeClr val="tx1">
                    <a:lumMod val="75000"/>
                    <a:lumOff val="25000"/>
                  </a:schemeClr>
                </a:solidFill>
                <a:latin typeface="+mn-ea"/>
              </a:rPr>
              <a:t>業務の流れ</a:t>
            </a:r>
          </a:p>
        </p:txBody>
      </p:sp>
      <p:cxnSp>
        <p:nvCxnSpPr>
          <p:cNvPr id="29" name="カギ線コネクタ 33"/>
          <p:cNvCxnSpPr/>
          <p:nvPr userDrawn="1"/>
        </p:nvCxnSpPr>
        <p:spPr>
          <a:xfrm flipV="1">
            <a:off x="233175" y="3957468"/>
            <a:ext cx="260699" cy="2300"/>
          </a:xfrm>
          <a:prstGeom prst="straightConnector1">
            <a:avLst/>
          </a:prstGeom>
          <a:ln w="9525">
            <a:solidFill>
              <a:srgbClr val="000000"/>
            </a:solidFill>
            <a:prstDash val="dash"/>
            <a:headEnd type="none"/>
            <a:tailEnd type="arrow"/>
          </a:ln>
        </p:spPr>
        <p:style>
          <a:lnRef idx="1">
            <a:schemeClr val="accent1"/>
          </a:lnRef>
          <a:fillRef idx="0">
            <a:schemeClr val="accent1"/>
          </a:fillRef>
          <a:effectRef idx="0">
            <a:schemeClr val="accent1"/>
          </a:effectRef>
          <a:fontRef idx="minor">
            <a:schemeClr val="tx1"/>
          </a:fontRef>
        </p:style>
      </p:cxnSp>
      <p:sp>
        <p:nvSpPr>
          <p:cNvPr id="30" name="テキスト ボックス 20"/>
          <p:cNvSpPr txBox="1"/>
          <p:nvPr userDrawn="1"/>
        </p:nvSpPr>
        <p:spPr>
          <a:xfrm>
            <a:off x="517263" y="3846590"/>
            <a:ext cx="755037" cy="180094"/>
          </a:xfrm>
          <a:prstGeom prst="rect">
            <a:avLst/>
          </a:prstGeom>
          <a:noFill/>
        </p:spPr>
        <p:style>
          <a:lnRef idx="0">
            <a:scrgbClr r="0" g="0" b="0"/>
          </a:lnRef>
          <a:fillRef idx="0">
            <a:scrgbClr r="0" g="0" b="0"/>
          </a:fillRef>
          <a:effectRef idx="0">
            <a:scrgbClr r="0" g="0" b="0"/>
          </a:effectRef>
          <a:fontRef idx="minor">
            <a:schemeClr val="tx1"/>
          </a:fontRef>
        </p:style>
        <p:txBody>
          <a:bodyPr wrap="none" rtlCol="0" anchor="t">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r>
              <a:rPr kumimoji="1" lang="ja-JP" altLang="en-US" sz="570">
                <a:solidFill>
                  <a:schemeClr val="tx1">
                    <a:lumMod val="75000"/>
                    <a:lumOff val="25000"/>
                  </a:schemeClr>
                </a:solidFill>
                <a:latin typeface="+mn-ea"/>
              </a:rPr>
              <a:t>画面・</a:t>
            </a:r>
            <a:endParaRPr kumimoji="1" lang="en-US" altLang="ja-JP" sz="570">
              <a:solidFill>
                <a:schemeClr val="tx1">
                  <a:lumMod val="75000"/>
                  <a:lumOff val="25000"/>
                </a:schemeClr>
              </a:solidFill>
              <a:latin typeface="+mn-ea"/>
            </a:endParaRPr>
          </a:p>
          <a:p>
            <a:r>
              <a:rPr kumimoji="1" lang="ja-JP" altLang="en-US" sz="570">
                <a:solidFill>
                  <a:schemeClr val="tx1">
                    <a:lumMod val="75000"/>
                    <a:lumOff val="25000"/>
                  </a:schemeClr>
                </a:solidFill>
                <a:latin typeface="+mn-ea"/>
              </a:rPr>
              <a:t>データアクセス</a:t>
            </a:r>
          </a:p>
        </p:txBody>
      </p:sp>
      <p:sp>
        <p:nvSpPr>
          <p:cNvPr id="31" name="円/楕円 21"/>
          <p:cNvSpPr/>
          <p:nvPr userDrawn="1"/>
        </p:nvSpPr>
        <p:spPr>
          <a:xfrm>
            <a:off x="356802" y="1635796"/>
            <a:ext cx="102857" cy="102857"/>
          </a:xfrm>
          <a:prstGeom prst="ellipse">
            <a:avLst/>
          </a:prstGeom>
          <a:solidFill>
            <a:srgbClr val="000000"/>
          </a:solidFill>
          <a:ln w="9525"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endParaRPr kumimoji="1" lang="ja-JP" altLang="en-US" sz="715">
              <a:solidFill>
                <a:schemeClr val="tx1">
                  <a:lumMod val="75000"/>
                  <a:lumOff val="25000"/>
                </a:schemeClr>
              </a:solidFill>
              <a:latin typeface="+mn-ea"/>
            </a:endParaRPr>
          </a:p>
        </p:txBody>
      </p:sp>
      <p:sp>
        <p:nvSpPr>
          <p:cNvPr id="32" name="テキスト ボックス 22"/>
          <p:cNvSpPr txBox="1"/>
          <p:nvPr userDrawn="1"/>
        </p:nvSpPr>
        <p:spPr>
          <a:xfrm>
            <a:off x="494136" y="1605960"/>
            <a:ext cx="633437" cy="189651"/>
          </a:xfrm>
          <a:prstGeom prst="rect">
            <a:avLst/>
          </a:prstGeom>
          <a:noFill/>
        </p:spPr>
        <p:style>
          <a:lnRef idx="0">
            <a:scrgbClr r="0" g="0" b="0"/>
          </a:lnRef>
          <a:fillRef idx="0">
            <a:scrgbClr r="0" g="0" b="0"/>
          </a:fillRef>
          <a:effectRef idx="0">
            <a:scrgbClr r="0" g="0" b="0"/>
          </a:effectRef>
          <a:fontRef idx="minor">
            <a:schemeClr val="tx1"/>
          </a:fontRef>
        </p:style>
        <p:txBody>
          <a:bodyPr wrap="none" rtlCol="0" anchor="t">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r>
              <a:rPr kumimoji="1" lang="ja-JP" altLang="en-US" sz="570">
                <a:solidFill>
                  <a:schemeClr val="tx1">
                    <a:lumMod val="75000"/>
                    <a:lumOff val="25000"/>
                  </a:schemeClr>
                </a:solidFill>
                <a:latin typeface="+mn-ea"/>
              </a:rPr>
              <a:t>業務開始点</a:t>
            </a:r>
          </a:p>
        </p:txBody>
      </p:sp>
      <p:sp>
        <p:nvSpPr>
          <p:cNvPr id="33" name="ドーナツ 23"/>
          <p:cNvSpPr/>
          <p:nvPr userDrawn="1"/>
        </p:nvSpPr>
        <p:spPr>
          <a:xfrm>
            <a:off x="357606" y="1781809"/>
            <a:ext cx="102857" cy="102857"/>
          </a:xfrm>
          <a:prstGeom prst="donut">
            <a:avLst/>
          </a:prstGeom>
          <a:solidFill>
            <a:srgbClr val="FFFFFF"/>
          </a:solidFill>
          <a:ln w="9525"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endParaRPr kumimoji="1" lang="ja-JP" altLang="en-US" sz="715">
              <a:solidFill>
                <a:schemeClr val="tx1">
                  <a:lumMod val="75000"/>
                  <a:lumOff val="25000"/>
                </a:schemeClr>
              </a:solidFill>
              <a:latin typeface="+mn-ea"/>
            </a:endParaRPr>
          </a:p>
        </p:txBody>
      </p:sp>
      <p:sp>
        <p:nvSpPr>
          <p:cNvPr id="34" name="テキスト ボックス 24"/>
          <p:cNvSpPr txBox="1"/>
          <p:nvPr userDrawn="1"/>
        </p:nvSpPr>
        <p:spPr>
          <a:xfrm>
            <a:off x="494136" y="1749486"/>
            <a:ext cx="633437" cy="182847"/>
          </a:xfrm>
          <a:prstGeom prst="rect">
            <a:avLst/>
          </a:prstGeom>
          <a:noFill/>
        </p:spPr>
        <p:style>
          <a:lnRef idx="0">
            <a:scrgbClr r="0" g="0" b="0"/>
          </a:lnRef>
          <a:fillRef idx="0">
            <a:scrgbClr r="0" g="0" b="0"/>
          </a:fillRef>
          <a:effectRef idx="0">
            <a:scrgbClr r="0" g="0" b="0"/>
          </a:effectRef>
          <a:fontRef idx="minor">
            <a:schemeClr val="tx1"/>
          </a:fontRef>
        </p:style>
        <p:txBody>
          <a:bodyPr wrap="none" rtlCol="0" anchor="t">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r>
              <a:rPr kumimoji="1" lang="ja-JP" altLang="en-US" sz="570">
                <a:solidFill>
                  <a:schemeClr val="tx1">
                    <a:lumMod val="75000"/>
                    <a:lumOff val="25000"/>
                  </a:schemeClr>
                </a:solidFill>
                <a:latin typeface="+mn-ea"/>
              </a:rPr>
              <a:t>業務終了点</a:t>
            </a:r>
          </a:p>
        </p:txBody>
      </p:sp>
      <p:grpSp>
        <p:nvGrpSpPr>
          <p:cNvPr id="35" name="グループ化 34"/>
          <p:cNvGrpSpPr/>
          <p:nvPr userDrawn="1"/>
        </p:nvGrpSpPr>
        <p:grpSpPr>
          <a:xfrm>
            <a:off x="178846" y="3409587"/>
            <a:ext cx="460242" cy="199416"/>
            <a:chOff x="82539" y="5336043"/>
            <a:chExt cx="1114424" cy="459100"/>
          </a:xfrm>
        </p:grpSpPr>
        <p:sp>
          <p:nvSpPr>
            <p:cNvPr id="36" name="フローチャート : 書類 26"/>
            <p:cNvSpPr/>
            <p:nvPr/>
          </p:nvSpPr>
          <p:spPr>
            <a:xfrm>
              <a:off x="273038" y="5383668"/>
              <a:ext cx="762000" cy="400050"/>
            </a:xfrm>
            <a:prstGeom prst="flowChartDocument">
              <a:avLst/>
            </a:prstGeom>
            <a:solidFill>
              <a:sysClr val="window" lastClr="FFFFFF"/>
            </a:solidFill>
            <a:ln w="9525">
              <a:solidFill>
                <a:sysClr val="windowText" lastClr="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endParaRPr kumimoji="1" lang="ja-JP" altLang="en-US" sz="750">
                <a:solidFill>
                  <a:schemeClr val="tx1">
                    <a:lumMod val="75000"/>
                    <a:lumOff val="25000"/>
                  </a:schemeClr>
                </a:solidFill>
                <a:latin typeface="+mn-ea"/>
              </a:endParaRPr>
            </a:p>
          </p:txBody>
        </p:sp>
        <p:sp>
          <p:nvSpPr>
            <p:cNvPr id="37" name="テキスト ボックス 27"/>
            <p:cNvSpPr txBox="1"/>
            <p:nvPr/>
          </p:nvSpPr>
          <p:spPr>
            <a:xfrm>
              <a:off x="82539" y="5336043"/>
              <a:ext cx="1114424" cy="459100"/>
            </a:xfrm>
            <a:prstGeom prst="rect">
              <a:avLst/>
            </a:prstGeom>
            <a:noFill/>
          </p:spPr>
          <p:style>
            <a:lnRef idx="0">
              <a:scrgbClr r="0" g="0" b="0"/>
            </a:lnRef>
            <a:fillRef idx="0">
              <a:scrgbClr r="0" g="0" b="0"/>
            </a:fillRef>
            <a:effectRef idx="0">
              <a:scrgbClr r="0" g="0" b="0"/>
            </a:effectRef>
            <a:fontRef idx="minor">
              <a:schemeClr val="tx1"/>
            </a:fontRef>
          </p:style>
          <p:txBody>
            <a:bodyPr wrap="square" rtlCol="0" anchor="ctr">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algn="ctr"/>
              <a:r>
                <a:rPr kumimoji="1" lang="ja-JP" altLang="en-US" sz="570">
                  <a:solidFill>
                    <a:schemeClr val="tx1">
                      <a:lumMod val="75000"/>
                      <a:lumOff val="25000"/>
                    </a:schemeClr>
                  </a:solidFill>
                  <a:latin typeface="+mn-ea"/>
                </a:rPr>
                <a:t>ファイル</a:t>
              </a:r>
            </a:p>
          </p:txBody>
        </p:sp>
      </p:grpSp>
      <p:pic>
        <p:nvPicPr>
          <p:cNvPr id="38" name="図 37"/>
          <p:cNvPicPr>
            <a:picLocks noChangeAspect="1"/>
          </p:cNvPicPr>
          <p:nvPr userDrawn="1"/>
        </p:nvPicPr>
        <p:blipFill>
          <a:blip r:embed="rId3" cstate="print"/>
          <a:stretch>
            <a:fillRect/>
          </a:stretch>
        </p:blipFill>
        <p:spPr>
          <a:xfrm>
            <a:off x="720432" y="3091380"/>
            <a:ext cx="258536" cy="166631"/>
          </a:xfrm>
          <a:prstGeom prst="rect">
            <a:avLst/>
          </a:prstGeom>
        </p:spPr>
      </p:pic>
      <p:sp>
        <p:nvSpPr>
          <p:cNvPr id="39" name="テキスト ボックス 29"/>
          <p:cNvSpPr txBox="1"/>
          <p:nvPr userDrawn="1"/>
        </p:nvSpPr>
        <p:spPr>
          <a:xfrm>
            <a:off x="702326" y="3245245"/>
            <a:ext cx="383754" cy="189165"/>
          </a:xfrm>
          <a:prstGeom prst="rect">
            <a:avLst/>
          </a:prstGeom>
          <a:noFill/>
        </p:spPr>
        <p:style>
          <a:lnRef idx="0">
            <a:scrgbClr r="0" g="0" b="0"/>
          </a:lnRef>
          <a:fillRef idx="0">
            <a:scrgbClr r="0" g="0" b="0"/>
          </a:fillRef>
          <a:effectRef idx="0">
            <a:scrgbClr r="0" g="0" b="0"/>
          </a:effectRef>
          <a:fontRef idx="minor">
            <a:schemeClr val="tx1"/>
          </a:fontRef>
        </p:style>
        <p:txBody>
          <a:bodyPr wrap="none" rtlCol="0" anchor="t">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r>
              <a:rPr kumimoji="1" lang="ja-JP" altLang="en-US" sz="570">
                <a:solidFill>
                  <a:schemeClr val="tx1">
                    <a:lumMod val="75000"/>
                    <a:lumOff val="25000"/>
                  </a:schemeClr>
                </a:solidFill>
                <a:latin typeface="+mn-ea"/>
              </a:rPr>
              <a:t>メール</a:t>
            </a:r>
          </a:p>
        </p:txBody>
      </p:sp>
      <p:sp>
        <p:nvSpPr>
          <p:cNvPr id="40" name="フローチャート : 磁気ディスク 36"/>
          <p:cNvSpPr/>
          <p:nvPr userDrawn="1"/>
        </p:nvSpPr>
        <p:spPr>
          <a:xfrm>
            <a:off x="237222" y="3104312"/>
            <a:ext cx="335672" cy="219725"/>
          </a:xfrm>
          <a:prstGeom prst="flowChartMagneticDisk">
            <a:avLst/>
          </a:prstGeom>
          <a:solidFill>
            <a:sysClr val="window" lastClr="FFFFFF"/>
          </a:solidFill>
          <a:ln w="9525">
            <a:solidFill>
              <a:sysClr val="windowText" lastClr="0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kumimoji="1" lang="ja-JP" altLang="en-US" sz="570">
                <a:solidFill>
                  <a:schemeClr val="tx1">
                    <a:lumMod val="75000"/>
                    <a:lumOff val="25000"/>
                  </a:schemeClr>
                </a:solidFill>
                <a:latin typeface="+mn-ea"/>
              </a:rPr>
              <a:t>データ</a:t>
            </a: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_ユーザー設定レイアウト">
    <p:spTree>
      <p:nvGrpSpPr>
        <p:cNvPr id="1" name=""/>
        <p:cNvGrpSpPr/>
        <p:nvPr/>
      </p:nvGrpSpPr>
      <p:grpSpPr>
        <a:xfrm>
          <a:off x="0" y="0"/>
          <a:ext cx="0" cy="0"/>
          <a:chOff x="0" y="0"/>
          <a:chExt cx="0" cy="0"/>
        </a:xfrm>
      </p:grpSpPr>
      <p:sp>
        <p:nvSpPr>
          <p:cNvPr id="7" name="正方形/長方形 6"/>
          <p:cNvSpPr/>
          <p:nvPr userDrawn="1"/>
        </p:nvSpPr>
        <p:spPr>
          <a:xfrm>
            <a:off x="94035" y="729360"/>
            <a:ext cx="8820000" cy="5868000"/>
          </a:xfrm>
          <a:prstGeom prst="rect">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8986" tIns="24493" rIns="48986" bIns="24493" numCol="1" spcCol="0" rtlCol="0" fromWordArt="0" anchor="ctr" anchorCtr="0" forceAA="0" compatLnSpc="1">
            <a:noAutofit/>
          </a:bodyPr>
          <a:lstStyle/>
          <a:p>
            <a:pPr algn="ctr"/>
            <a:r>
              <a:rPr lang="en-US" altLang="ja-JP" sz="965"/>
              <a:t>※</a:t>
            </a:r>
            <a:endParaRPr lang="ja-JP" altLang="en-US" sz="965"/>
          </a:p>
        </p:txBody>
      </p:sp>
      <p:sp>
        <p:nvSpPr>
          <p:cNvPr id="8" name="正方形/長方形 7"/>
          <p:cNvSpPr/>
          <p:nvPr userDrawn="1"/>
        </p:nvSpPr>
        <p:spPr>
          <a:xfrm>
            <a:off x="2952128" y="754313"/>
            <a:ext cx="2844000" cy="333642"/>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000">
                <a:solidFill>
                  <a:schemeClr val="tx1">
                    <a:lumMod val="65000"/>
                    <a:lumOff val="35000"/>
                  </a:schemeClr>
                </a:solidFill>
                <a:uFillTx/>
                <a:latin typeface="メイリオ" panose="020B0604030504040204" pitchFamily="50" charset="-128"/>
                <a:ea typeface="メイリオ" panose="020B0604030504040204" pitchFamily="50" charset="-128"/>
              </a:rPr>
              <a:t>営業・営業事務</a:t>
            </a:r>
          </a:p>
        </p:txBody>
      </p:sp>
      <p:sp>
        <p:nvSpPr>
          <p:cNvPr id="9" name="正方形/長方形 8"/>
          <p:cNvSpPr/>
          <p:nvPr userDrawn="1"/>
        </p:nvSpPr>
        <p:spPr>
          <a:xfrm>
            <a:off x="5800448" y="754313"/>
            <a:ext cx="1044000" cy="332872"/>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000">
                <a:solidFill>
                  <a:schemeClr val="tx1">
                    <a:lumMod val="65000"/>
                    <a:lumOff val="35000"/>
                  </a:schemeClr>
                </a:solidFill>
                <a:latin typeface="メイリオ" panose="020B0604030504040204" pitchFamily="50" charset="-128"/>
                <a:ea typeface="メイリオ" panose="020B0604030504040204" pitchFamily="50" charset="-128"/>
              </a:rPr>
              <a:t>担当営業</a:t>
            </a:r>
            <a:endParaRPr kumimoji="1" lang="ja-JP" altLang="en-US" sz="1000">
              <a:solidFill>
                <a:schemeClr val="tx1">
                  <a:lumMod val="65000"/>
                  <a:lumOff val="35000"/>
                </a:schemeClr>
              </a:solidFill>
              <a:uFillTx/>
              <a:latin typeface="メイリオ" panose="020B0604030504040204" pitchFamily="50" charset="-128"/>
              <a:ea typeface="メイリオ" panose="020B0604030504040204" pitchFamily="50" charset="-128"/>
            </a:endParaRPr>
          </a:p>
        </p:txBody>
      </p:sp>
      <p:sp>
        <p:nvSpPr>
          <p:cNvPr id="10" name="正方形/長方形 9"/>
          <p:cNvSpPr/>
          <p:nvPr userDrawn="1"/>
        </p:nvSpPr>
        <p:spPr>
          <a:xfrm>
            <a:off x="6851993" y="754313"/>
            <a:ext cx="1044000" cy="332872"/>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000">
                <a:solidFill>
                  <a:schemeClr val="tx1">
                    <a:lumMod val="65000"/>
                    <a:lumOff val="35000"/>
                  </a:schemeClr>
                </a:solidFill>
                <a:uFillTx/>
                <a:latin typeface="メイリオ" panose="020B0604030504040204" pitchFamily="50" charset="-128"/>
                <a:ea typeface="メイリオ" panose="020B0604030504040204" pitchFamily="50" charset="-128"/>
              </a:rPr>
              <a:t>倉庫</a:t>
            </a:r>
          </a:p>
        </p:txBody>
      </p:sp>
      <p:sp>
        <p:nvSpPr>
          <p:cNvPr id="15" name="正方形/長方形 14"/>
          <p:cNvSpPr/>
          <p:nvPr userDrawn="1"/>
        </p:nvSpPr>
        <p:spPr>
          <a:xfrm>
            <a:off x="95220" y="754313"/>
            <a:ext cx="2844000" cy="333642"/>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000">
                <a:solidFill>
                  <a:schemeClr val="tx1">
                    <a:lumMod val="65000"/>
                    <a:lumOff val="35000"/>
                  </a:schemeClr>
                </a:solidFill>
                <a:uFillTx/>
                <a:latin typeface="メイリオ" panose="020B0604030504040204" pitchFamily="50" charset="-128"/>
                <a:ea typeface="メイリオ" panose="020B0604030504040204" pitchFamily="50" charset="-128"/>
              </a:rPr>
              <a:t>会員</a:t>
            </a:r>
          </a:p>
        </p:txBody>
      </p:sp>
      <p:sp>
        <p:nvSpPr>
          <p:cNvPr id="2" name="タイトル 1"/>
          <p:cNvSpPr>
            <a:spLocks noGrp="1"/>
          </p:cNvSpPr>
          <p:nvPr>
            <p:ph type="title"/>
          </p:nvPr>
        </p:nvSpPr>
        <p:spPr>
          <a:xfrm>
            <a:off x="763591" y="142852"/>
            <a:ext cx="8229600" cy="582594"/>
          </a:xfrm>
          <a:prstGeom prst="rect">
            <a:avLst/>
          </a:prstGeom>
        </p:spPr>
        <p:txBody>
          <a:bodyPr/>
          <a:lstStyle>
            <a:lvl1pPr algn="l">
              <a:defRPr>
                <a:uFillTx/>
              </a:defRPr>
            </a:lvl1pPr>
          </a:lstStyle>
          <a:p>
            <a:r>
              <a:rPr lang="ja-JP" altLang="en-US">
                <a:uFillTx/>
              </a:rPr>
              <a:t>マスター タイトルの書式設定</a:t>
            </a:r>
          </a:p>
        </p:txBody>
      </p:sp>
      <p:pic>
        <p:nvPicPr>
          <p:cNvPr id="3" name="Picture 3"/>
          <p:cNvPicPr>
            <a:picLocks noChangeAspect="1" noChangeArrowheads="1"/>
          </p:cNvPicPr>
          <p:nvPr/>
        </p:nvPicPr>
        <p:blipFill>
          <a:blip r:embed="rId2" cstate="print"/>
          <a:srcRect/>
          <a:stretch>
            <a:fillRect/>
          </a:stretch>
        </p:blipFill>
        <p:spPr bwMode="auto">
          <a:xfrm>
            <a:off x="142845" y="225380"/>
            <a:ext cx="579438" cy="404812"/>
          </a:xfrm>
          <a:prstGeom prst="rect">
            <a:avLst/>
          </a:prstGeom>
          <a:noFill/>
          <a:ln w="9525">
            <a:noFill/>
            <a:miter lim="800000"/>
            <a:headEnd/>
            <a:tailEnd/>
          </a:ln>
        </p:spPr>
      </p:pic>
      <p:sp>
        <p:nvSpPr>
          <p:cNvPr id="5" name="直線コネクタ 13"/>
          <p:cNvSpPr>
            <a:spLocks noChangeShapeType="1"/>
          </p:cNvSpPr>
          <p:nvPr/>
        </p:nvSpPr>
        <p:spPr bwMode="auto">
          <a:xfrm>
            <a:off x="141259" y="674642"/>
            <a:ext cx="8785225" cy="0"/>
          </a:xfrm>
          <a:prstGeom prst="line">
            <a:avLst/>
          </a:prstGeom>
          <a:noFill/>
          <a:ln w="12700" cap="sq">
            <a:solidFill>
              <a:schemeClr val="tx1"/>
            </a:solidFill>
            <a:bevel/>
          </a:ln>
        </p:spPr>
        <p:txBody>
          <a:bodyPr/>
          <a:lstStyle/>
          <a:p>
            <a:endParaRPr lang="ja-JP" altLang="en-US" sz="1350">
              <a:uFillTx/>
            </a:endParaRPr>
          </a:p>
        </p:txBody>
      </p:sp>
      <p:sp>
        <p:nvSpPr>
          <p:cNvPr id="6" name="スライド番号プレースホルダ 21"/>
          <p:cNvSpPr txBox="1"/>
          <p:nvPr/>
        </p:nvSpPr>
        <p:spPr bwMode="auto">
          <a:xfrm>
            <a:off x="6970713" y="6492878"/>
            <a:ext cx="2133600" cy="365125"/>
          </a:xfrm>
          <a:prstGeom prst="rect">
            <a:avLst/>
          </a:prstGeom>
          <a:noFill/>
          <a:ln w="9525">
            <a:noFill/>
            <a:miter lim="800000"/>
          </a:ln>
        </p:spPr>
        <p:txBody>
          <a:bodyPr/>
          <a:lstStyle/>
          <a:p>
            <a:pPr algn="r"/>
            <a:fld id="{142D207C-8CDE-4337-AE95-AB99F8E46A13}" type="slidenum">
              <a:rPr lang="ja-JP" altLang="en-US" sz="1350">
                <a:uFillTx/>
              </a:rPr>
              <a:t>‹#›</a:t>
            </a:fld>
            <a:endParaRPr lang="ja-JP" altLang="en-US" sz="1350">
              <a:uFillTx/>
            </a:endParaRPr>
          </a:p>
        </p:txBody>
      </p:sp>
      <p:cxnSp>
        <p:nvCxnSpPr>
          <p:cNvPr id="11" name="直線コネクタ 10"/>
          <p:cNvCxnSpPr/>
          <p:nvPr userDrawn="1"/>
        </p:nvCxnSpPr>
        <p:spPr>
          <a:xfrm>
            <a:off x="5804216" y="729360"/>
            <a:ext cx="1445" cy="5868000"/>
          </a:xfrm>
          <a:prstGeom prst="line">
            <a:avLst/>
          </a:prstGeom>
          <a:ln w="9525">
            <a:solidFill>
              <a:schemeClr val="tx1"/>
            </a:solidFill>
          </a:ln>
          <a:effectLst/>
        </p:spPr>
        <p:style>
          <a:lnRef idx="1">
            <a:schemeClr val="accent1"/>
          </a:lnRef>
          <a:fillRef idx="0">
            <a:schemeClr val="accent1"/>
          </a:fillRef>
          <a:effectRef idx="1">
            <a:schemeClr val="accent1"/>
          </a:effectRef>
          <a:fontRef idx="minor">
            <a:schemeClr val="tx1"/>
          </a:fontRef>
        </p:style>
      </p:cxnSp>
      <p:cxnSp>
        <p:nvCxnSpPr>
          <p:cNvPr id="12" name="直線コネクタ 11"/>
          <p:cNvCxnSpPr/>
          <p:nvPr userDrawn="1"/>
        </p:nvCxnSpPr>
        <p:spPr>
          <a:xfrm>
            <a:off x="6845242" y="729360"/>
            <a:ext cx="2439" cy="5868000"/>
          </a:xfrm>
          <a:prstGeom prst="line">
            <a:avLst/>
          </a:prstGeom>
          <a:ln w="9525">
            <a:solidFill>
              <a:schemeClr val="tx1"/>
            </a:solidFill>
          </a:ln>
          <a:effectLst/>
        </p:spPr>
        <p:style>
          <a:lnRef idx="1">
            <a:schemeClr val="accent1"/>
          </a:lnRef>
          <a:fillRef idx="0">
            <a:schemeClr val="accent1"/>
          </a:fillRef>
          <a:effectRef idx="1">
            <a:schemeClr val="accent1"/>
          </a:effectRef>
          <a:fontRef idx="minor">
            <a:schemeClr val="tx1"/>
          </a:fontRef>
        </p:style>
      </p:cxnSp>
      <p:sp>
        <p:nvSpPr>
          <p:cNvPr id="13" name="正方形/長方形 12"/>
          <p:cNvSpPr/>
          <p:nvPr userDrawn="1"/>
        </p:nvSpPr>
        <p:spPr>
          <a:xfrm>
            <a:off x="7903538" y="754313"/>
            <a:ext cx="986842" cy="332872"/>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000">
                <a:solidFill>
                  <a:schemeClr val="tx1">
                    <a:lumMod val="65000"/>
                    <a:lumOff val="35000"/>
                  </a:schemeClr>
                </a:solidFill>
                <a:latin typeface="メイリオ" panose="020B0604030504040204" pitchFamily="50" charset="-128"/>
                <a:ea typeface="メイリオ" panose="020B0604030504040204" pitchFamily="50" charset="-128"/>
              </a:rPr>
              <a:t>仕入先</a:t>
            </a:r>
            <a:endParaRPr kumimoji="1" lang="ja-JP" altLang="en-US" sz="1000">
              <a:solidFill>
                <a:schemeClr val="tx1">
                  <a:lumMod val="65000"/>
                  <a:lumOff val="35000"/>
                </a:schemeClr>
              </a:solidFill>
              <a:uFillTx/>
              <a:latin typeface="メイリオ" panose="020B0604030504040204" pitchFamily="50" charset="-128"/>
              <a:ea typeface="メイリオ" panose="020B0604030504040204" pitchFamily="50" charset="-128"/>
            </a:endParaRPr>
          </a:p>
        </p:txBody>
      </p:sp>
      <p:cxnSp>
        <p:nvCxnSpPr>
          <p:cNvPr id="14" name="直線コネクタ 13"/>
          <p:cNvCxnSpPr/>
          <p:nvPr userDrawn="1"/>
        </p:nvCxnSpPr>
        <p:spPr>
          <a:xfrm flipH="1">
            <a:off x="7902049" y="729360"/>
            <a:ext cx="1" cy="5868000"/>
          </a:xfrm>
          <a:prstGeom prst="line">
            <a:avLst/>
          </a:prstGeom>
          <a:ln w="9525">
            <a:solidFill>
              <a:schemeClr val="tx1"/>
            </a:solidFill>
          </a:ln>
          <a:effectLst/>
        </p:spPr>
        <p:style>
          <a:lnRef idx="1">
            <a:schemeClr val="accent1"/>
          </a:lnRef>
          <a:fillRef idx="0">
            <a:schemeClr val="accent1"/>
          </a:fillRef>
          <a:effectRef idx="1">
            <a:schemeClr val="accent1"/>
          </a:effectRef>
          <a:fontRef idx="minor">
            <a:schemeClr val="tx1"/>
          </a:fontRef>
        </p:style>
      </p:cxnSp>
      <p:cxnSp>
        <p:nvCxnSpPr>
          <p:cNvPr id="16" name="直線コネクタ 15"/>
          <p:cNvCxnSpPr/>
          <p:nvPr userDrawn="1"/>
        </p:nvCxnSpPr>
        <p:spPr>
          <a:xfrm>
            <a:off x="2948279" y="729360"/>
            <a:ext cx="1445" cy="5868000"/>
          </a:xfrm>
          <a:prstGeom prst="line">
            <a:avLst/>
          </a:prstGeom>
          <a:ln w="9525">
            <a:solidFill>
              <a:schemeClr val="tx1"/>
            </a:solidFill>
          </a:ln>
          <a:effectLst/>
        </p:spPr>
        <p:style>
          <a:lnRef idx="1">
            <a:schemeClr val="accent1"/>
          </a:lnRef>
          <a:fillRef idx="0">
            <a:schemeClr val="accent1"/>
          </a:fillRef>
          <a:effectRef idx="1">
            <a:schemeClr val="accent1"/>
          </a:effectRef>
          <a:fontRef idx="minor">
            <a:schemeClr val="tx1"/>
          </a:fontRef>
        </p:style>
      </p:cxnSp>
      <p:cxnSp>
        <p:nvCxnSpPr>
          <p:cNvPr id="17" name="直線コネクタ 16"/>
          <p:cNvCxnSpPr/>
          <p:nvPr userDrawn="1"/>
        </p:nvCxnSpPr>
        <p:spPr>
          <a:xfrm>
            <a:off x="94035" y="1052736"/>
            <a:ext cx="8820000" cy="0"/>
          </a:xfrm>
          <a:prstGeom prst="line">
            <a:avLst/>
          </a:prstGeom>
          <a:ln>
            <a:solidFill>
              <a:schemeClr val="tx1">
                <a:lumMod val="50000"/>
                <a:lumOff val="50000"/>
              </a:schemeClr>
            </a:solidFill>
          </a:ln>
          <a:effectLst/>
        </p:spPr>
        <p:style>
          <a:lnRef idx="1">
            <a:schemeClr val="accent1"/>
          </a:lnRef>
          <a:fillRef idx="0">
            <a:schemeClr val="accent1"/>
          </a:fillRef>
          <a:effectRef idx="1">
            <a:schemeClr val="accent1"/>
          </a:effectRef>
          <a:fontRef idx="minor">
            <a:schemeClr val="tx1"/>
          </a:fontRef>
        </p:style>
      </p:cxnSp>
      <p:sp>
        <p:nvSpPr>
          <p:cNvPr id="21" name="角丸四角形 11"/>
          <p:cNvSpPr/>
          <p:nvPr userDrawn="1"/>
        </p:nvSpPr>
        <p:spPr>
          <a:xfrm>
            <a:off x="7999004" y="4431178"/>
            <a:ext cx="820079" cy="140409"/>
          </a:xfrm>
          <a:prstGeom prst="roundRect">
            <a:avLst/>
          </a:prstGeom>
          <a:solidFill>
            <a:schemeClr val="accent6"/>
          </a:solidFill>
          <a:ln w="9525">
            <a:solidFill>
              <a:sysClr val="windowText" lastClr="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kumimoji="1" lang="en-US" altLang="ja-JP" sz="645">
                <a:solidFill>
                  <a:schemeClr val="tx1">
                    <a:lumMod val="75000"/>
                    <a:lumOff val="25000"/>
                  </a:schemeClr>
                </a:solidFill>
                <a:latin typeface="+mn-ea"/>
              </a:rPr>
              <a:t>EC-</a:t>
            </a:r>
            <a:r>
              <a:rPr kumimoji="1" lang="en-US" altLang="ja-JP" sz="645" err="1">
                <a:solidFill>
                  <a:schemeClr val="tx1">
                    <a:lumMod val="75000"/>
                    <a:lumOff val="25000"/>
                  </a:schemeClr>
                </a:solidFill>
                <a:latin typeface="+mn-ea"/>
              </a:rPr>
              <a:t>RIider</a:t>
            </a:r>
            <a:r>
              <a:rPr kumimoji="1" lang="ja-JP" altLang="en-US" sz="645">
                <a:solidFill>
                  <a:schemeClr val="tx1">
                    <a:lumMod val="75000"/>
                    <a:lumOff val="25000"/>
                  </a:schemeClr>
                </a:solidFill>
                <a:latin typeface="+mn-ea"/>
              </a:rPr>
              <a:t>機能</a:t>
            </a:r>
          </a:p>
        </p:txBody>
      </p:sp>
      <p:sp>
        <p:nvSpPr>
          <p:cNvPr id="22" name="角丸四角形 12"/>
          <p:cNvSpPr/>
          <p:nvPr userDrawn="1"/>
        </p:nvSpPr>
        <p:spPr>
          <a:xfrm>
            <a:off x="7999004" y="4606807"/>
            <a:ext cx="820079" cy="140409"/>
          </a:xfrm>
          <a:prstGeom prst="roundRect">
            <a:avLst/>
          </a:prstGeom>
          <a:solidFill>
            <a:schemeClr val="accent5">
              <a:lumMod val="20000"/>
              <a:lumOff val="80000"/>
            </a:schemeClr>
          </a:solidFill>
          <a:ln w="9525">
            <a:solidFill>
              <a:sysClr val="windowText" lastClr="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kumimoji="1" lang="ja-JP" altLang="en-US" sz="645">
                <a:solidFill>
                  <a:schemeClr val="tx1">
                    <a:lumMod val="75000"/>
                    <a:lumOff val="25000"/>
                  </a:schemeClr>
                </a:solidFill>
                <a:latin typeface="+mn-ea"/>
              </a:rPr>
              <a:t>他システム機能</a:t>
            </a:r>
          </a:p>
        </p:txBody>
      </p:sp>
      <p:sp>
        <p:nvSpPr>
          <p:cNvPr id="23" name="角丸四角形 13"/>
          <p:cNvSpPr/>
          <p:nvPr userDrawn="1"/>
        </p:nvSpPr>
        <p:spPr>
          <a:xfrm>
            <a:off x="7999003" y="4778495"/>
            <a:ext cx="831769" cy="145000"/>
          </a:xfrm>
          <a:prstGeom prst="roundRect">
            <a:avLst/>
          </a:prstGeom>
          <a:solidFill>
            <a:schemeClr val="tx2">
              <a:lumMod val="20000"/>
              <a:lumOff val="80000"/>
            </a:schemeClr>
          </a:solidFill>
          <a:ln w="9525">
            <a:solidFill>
              <a:sysClr val="windowText" lastClr="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kumimoji="1" lang="ja-JP" altLang="en-US" sz="645">
                <a:solidFill>
                  <a:schemeClr val="tx1">
                    <a:lumMod val="75000"/>
                    <a:lumOff val="25000"/>
                  </a:schemeClr>
                </a:solidFill>
                <a:latin typeface="+mn-ea"/>
              </a:rPr>
              <a:t>データ</a:t>
            </a:r>
          </a:p>
        </p:txBody>
      </p:sp>
      <p:sp>
        <p:nvSpPr>
          <p:cNvPr id="24" name="角丸四角形 14"/>
          <p:cNvSpPr/>
          <p:nvPr userDrawn="1"/>
        </p:nvSpPr>
        <p:spPr>
          <a:xfrm>
            <a:off x="7999002" y="4950174"/>
            <a:ext cx="832926" cy="134929"/>
          </a:xfrm>
          <a:prstGeom prst="roundRect">
            <a:avLst/>
          </a:prstGeom>
          <a:solidFill>
            <a:sysClr val="window" lastClr="FFFFFF"/>
          </a:solidFill>
          <a:ln w="9525">
            <a:solidFill>
              <a:sysClr val="windowText" lastClr="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kumimoji="1" lang="ja-JP" altLang="en-US" sz="645">
                <a:solidFill>
                  <a:schemeClr val="tx1">
                    <a:lumMod val="75000"/>
                    <a:lumOff val="25000"/>
                  </a:schemeClr>
                </a:solidFill>
                <a:latin typeface="+mn-ea"/>
              </a:rPr>
              <a:t>非システム</a:t>
            </a:r>
          </a:p>
        </p:txBody>
      </p:sp>
      <p:sp>
        <p:nvSpPr>
          <p:cNvPr id="25" name="正方形/長方形 24"/>
          <p:cNvSpPr/>
          <p:nvPr userDrawn="1"/>
        </p:nvSpPr>
        <p:spPr>
          <a:xfrm>
            <a:off x="7943667" y="3789040"/>
            <a:ext cx="939487" cy="272861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r>
              <a:rPr kumimoji="1" lang="ja-JP" altLang="en-US" sz="715">
                <a:solidFill>
                  <a:schemeClr val="tx1">
                    <a:lumMod val="75000"/>
                    <a:lumOff val="25000"/>
                  </a:schemeClr>
                </a:solidFill>
                <a:latin typeface="+mn-ea"/>
              </a:rPr>
              <a:t>凡例</a:t>
            </a:r>
            <a:endParaRPr kumimoji="1" lang="en-US" altLang="ja-JP" sz="715">
              <a:solidFill>
                <a:schemeClr val="tx1">
                  <a:lumMod val="75000"/>
                  <a:lumOff val="25000"/>
                </a:schemeClr>
              </a:solidFill>
              <a:latin typeface="+mn-ea"/>
            </a:endParaRPr>
          </a:p>
          <a:p>
            <a:pPr algn="l"/>
            <a:endParaRPr kumimoji="1" lang="ja-JP" altLang="en-US" sz="715">
              <a:solidFill>
                <a:schemeClr val="tx1">
                  <a:lumMod val="75000"/>
                  <a:lumOff val="25000"/>
                </a:schemeClr>
              </a:solidFill>
              <a:latin typeface="+mn-ea"/>
            </a:endParaRPr>
          </a:p>
        </p:txBody>
      </p:sp>
      <p:sp>
        <p:nvSpPr>
          <p:cNvPr id="26" name="テキスト ボックス 16"/>
          <p:cNvSpPr txBox="1"/>
          <p:nvPr userDrawn="1"/>
        </p:nvSpPr>
        <p:spPr>
          <a:xfrm>
            <a:off x="7967318" y="5108360"/>
            <a:ext cx="870005" cy="276999"/>
          </a:xfrm>
          <a:prstGeom prst="rect">
            <a:avLst/>
          </a:prstGeom>
          <a:solidFill>
            <a:schemeClr val="lt1"/>
          </a:solidFill>
          <a:ln w="9525" cmpd="sng">
            <a:solidFill>
              <a:schemeClr val="lt1">
                <a:shade val="50000"/>
              </a:schemeClr>
            </a:solidFill>
          </a:ln>
        </p:spPr>
        <p:style>
          <a:lnRef idx="0">
            <a:scrgbClr r="0" g="0" b="0"/>
          </a:lnRef>
          <a:fillRef idx="0">
            <a:scrgbClr r="0" g="0" b="0"/>
          </a:fillRef>
          <a:effectRef idx="0">
            <a:scrgbClr r="0" g="0" b="0"/>
          </a:effectRef>
          <a:fontRef idx="minor">
            <a:schemeClr val="dk1"/>
          </a:fontRef>
        </p:style>
        <p:txBody>
          <a:bodyPr wrap="square" rtlCol="0" anchor="t">
            <a:spAutoFit/>
          </a:bodyP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r>
              <a:rPr kumimoji="1" lang="en-US" altLang="ja-JP" sz="600">
                <a:solidFill>
                  <a:srgbClr val="FF0000"/>
                </a:solidFill>
                <a:latin typeface="+mn-ea"/>
              </a:rPr>
              <a:t>[</a:t>
            </a:r>
            <a:r>
              <a:rPr kumimoji="1" lang="ja-JP" altLang="en-US" sz="600">
                <a:solidFill>
                  <a:srgbClr val="FF0000"/>
                </a:solidFill>
                <a:latin typeface="+mn-ea"/>
              </a:rPr>
              <a:t>新</a:t>
            </a:r>
            <a:r>
              <a:rPr kumimoji="1" lang="en-US" altLang="ja-JP" sz="600">
                <a:solidFill>
                  <a:srgbClr val="FF0000"/>
                </a:solidFill>
                <a:latin typeface="+mn-ea"/>
              </a:rPr>
              <a:t>] </a:t>
            </a:r>
            <a:r>
              <a:rPr kumimoji="1" lang="ja-JP" altLang="en-US" sz="600">
                <a:solidFill>
                  <a:srgbClr val="FF0000"/>
                </a:solidFill>
                <a:latin typeface="+mn-ea"/>
              </a:rPr>
              <a:t>新規追加機能</a:t>
            </a:r>
            <a:endParaRPr kumimoji="1" lang="en-US" altLang="ja-JP" sz="600">
              <a:solidFill>
                <a:srgbClr val="FF0000"/>
              </a:solidFill>
              <a:latin typeface="+mn-ea"/>
            </a:endParaRPr>
          </a:p>
          <a:p>
            <a:r>
              <a:rPr kumimoji="1" lang="en-US" altLang="ja-JP" sz="600">
                <a:solidFill>
                  <a:srgbClr val="FF0000"/>
                </a:solidFill>
                <a:latin typeface="+mn-ea"/>
              </a:rPr>
              <a:t>[</a:t>
            </a:r>
            <a:r>
              <a:rPr kumimoji="1" lang="ja-JP" altLang="en-US" sz="600">
                <a:solidFill>
                  <a:srgbClr val="FF0000"/>
                </a:solidFill>
                <a:latin typeface="+mn-ea"/>
              </a:rPr>
              <a:t>カ</a:t>
            </a:r>
            <a:r>
              <a:rPr kumimoji="1" lang="en-US" altLang="ja-JP" sz="600">
                <a:solidFill>
                  <a:srgbClr val="FF0000"/>
                </a:solidFill>
                <a:latin typeface="+mn-ea"/>
              </a:rPr>
              <a:t>] </a:t>
            </a:r>
            <a:r>
              <a:rPr kumimoji="1" lang="ja-JP" altLang="en-US" sz="600">
                <a:solidFill>
                  <a:srgbClr val="FF0000"/>
                </a:solidFill>
                <a:latin typeface="+mn-ea"/>
              </a:rPr>
              <a:t>カスタマイズ機能</a:t>
            </a:r>
          </a:p>
        </p:txBody>
      </p:sp>
      <p:cxnSp>
        <p:nvCxnSpPr>
          <p:cNvPr id="27" name="カギ線コネクタ 33"/>
          <p:cNvCxnSpPr/>
          <p:nvPr userDrawn="1"/>
        </p:nvCxnSpPr>
        <p:spPr>
          <a:xfrm flipV="1">
            <a:off x="8005574" y="6124007"/>
            <a:ext cx="260699" cy="3256"/>
          </a:xfrm>
          <a:prstGeom prst="straightConnector1">
            <a:avLst/>
          </a:prstGeom>
          <a:ln w="9525">
            <a:solidFill>
              <a:srgbClr val="000000"/>
            </a:solidFill>
            <a:prstDash val="solid"/>
            <a:headEnd type="none"/>
            <a:tailEnd type="arrow"/>
          </a:ln>
        </p:spPr>
        <p:style>
          <a:lnRef idx="1">
            <a:schemeClr val="accent1"/>
          </a:lnRef>
          <a:fillRef idx="0">
            <a:schemeClr val="accent1"/>
          </a:fillRef>
          <a:effectRef idx="0">
            <a:schemeClr val="accent1"/>
          </a:effectRef>
          <a:fontRef idx="minor">
            <a:schemeClr val="tx1"/>
          </a:fontRef>
        </p:style>
      </p:cxnSp>
      <p:sp>
        <p:nvSpPr>
          <p:cNvPr id="28" name="テキスト ボックス 18"/>
          <p:cNvSpPr txBox="1"/>
          <p:nvPr userDrawn="1"/>
        </p:nvSpPr>
        <p:spPr>
          <a:xfrm>
            <a:off x="8312897" y="6038396"/>
            <a:ext cx="633437" cy="189651"/>
          </a:xfrm>
          <a:prstGeom prst="rect">
            <a:avLst/>
          </a:prstGeom>
          <a:noFill/>
        </p:spPr>
        <p:style>
          <a:lnRef idx="0">
            <a:scrgbClr r="0" g="0" b="0"/>
          </a:lnRef>
          <a:fillRef idx="0">
            <a:scrgbClr r="0" g="0" b="0"/>
          </a:fillRef>
          <a:effectRef idx="0">
            <a:scrgbClr r="0" g="0" b="0"/>
          </a:effectRef>
          <a:fontRef idx="minor">
            <a:schemeClr val="tx1"/>
          </a:fontRef>
        </p:style>
        <p:txBody>
          <a:bodyPr wrap="none" rtlCol="0" anchor="t">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r>
              <a:rPr kumimoji="1" lang="ja-JP" altLang="en-US" sz="570">
                <a:solidFill>
                  <a:schemeClr val="tx1">
                    <a:lumMod val="75000"/>
                    <a:lumOff val="25000"/>
                  </a:schemeClr>
                </a:solidFill>
                <a:latin typeface="+mn-ea"/>
              </a:rPr>
              <a:t>業務の流れ</a:t>
            </a:r>
          </a:p>
        </p:txBody>
      </p:sp>
      <p:cxnSp>
        <p:nvCxnSpPr>
          <p:cNvPr id="29" name="カギ線コネクタ 33"/>
          <p:cNvCxnSpPr/>
          <p:nvPr userDrawn="1"/>
        </p:nvCxnSpPr>
        <p:spPr>
          <a:xfrm flipV="1">
            <a:off x="8005574" y="6333732"/>
            <a:ext cx="260699" cy="2300"/>
          </a:xfrm>
          <a:prstGeom prst="straightConnector1">
            <a:avLst/>
          </a:prstGeom>
          <a:ln w="9525">
            <a:solidFill>
              <a:srgbClr val="000000"/>
            </a:solidFill>
            <a:prstDash val="dash"/>
            <a:headEnd type="none"/>
            <a:tailEnd type="arrow"/>
          </a:ln>
        </p:spPr>
        <p:style>
          <a:lnRef idx="1">
            <a:schemeClr val="accent1"/>
          </a:lnRef>
          <a:fillRef idx="0">
            <a:schemeClr val="accent1"/>
          </a:fillRef>
          <a:effectRef idx="0">
            <a:schemeClr val="accent1"/>
          </a:effectRef>
          <a:fontRef idx="minor">
            <a:schemeClr val="tx1"/>
          </a:fontRef>
        </p:style>
      </p:cxnSp>
      <p:sp>
        <p:nvSpPr>
          <p:cNvPr id="30" name="テキスト ボックス 20"/>
          <p:cNvSpPr txBox="1"/>
          <p:nvPr userDrawn="1"/>
        </p:nvSpPr>
        <p:spPr>
          <a:xfrm>
            <a:off x="8289662" y="6222854"/>
            <a:ext cx="755037" cy="180094"/>
          </a:xfrm>
          <a:prstGeom prst="rect">
            <a:avLst/>
          </a:prstGeom>
          <a:noFill/>
        </p:spPr>
        <p:style>
          <a:lnRef idx="0">
            <a:scrgbClr r="0" g="0" b="0"/>
          </a:lnRef>
          <a:fillRef idx="0">
            <a:scrgbClr r="0" g="0" b="0"/>
          </a:fillRef>
          <a:effectRef idx="0">
            <a:scrgbClr r="0" g="0" b="0"/>
          </a:effectRef>
          <a:fontRef idx="minor">
            <a:schemeClr val="tx1"/>
          </a:fontRef>
        </p:style>
        <p:txBody>
          <a:bodyPr wrap="none" rtlCol="0" anchor="t">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r>
              <a:rPr kumimoji="1" lang="ja-JP" altLang="en-US" sz="570">
                <a:solidFill>
                  <a:schemeClr val="tx1">
                    <a:lumMod val="75000"/>
                    <a:lumOff val="25000"/>
                  </a:schemeClr>
                </a:solidFill>
                <a:latin typeface="+mn-ea"/>
              </a:rPr>
              <a:t>画面・</a:t>
            </a:r>
            <a:endParaRPr kumimoji="1" lang="en-US" altLang="ja-JP" sz="570">
              <a:solidFill>
                <a:schemeClr val="tx1">
                  <a:lumMod val="75000"/>
                  <a:lumOff val="25000"/>
                </a:schemeClr>
              </a:solidFill>
              <a:latin typeface="+mn-ea"/>
            </a:endParaRPr>
          </a:p>
          <a:p>
            <a:r>
              <a:rPr kumimoji="1" lang="ja-JP" altLang="en-US" sz="570">
                <a:solidFill>
                  <a:schemeClr val="tx1">
                    <a:lumMod val="75000"/>
                    <a:lumOff val="25000"/>
                  </a:schemeClr>
                </a:solidFill>
                <a:latin typeface="+mn-ea"/>
              </a:rPr>
              <a:t>データアクセス</a:t>
            </a:r>
          </a:p>
        </p:txBody>
      </p:sp>
      <p:sp>
        <p:nvSpPr>
          <p:cNvPr id="31" name="円/楕円 21"/>
          <p:cNvSpPr/>
          <p:nvPr userDrawn="1"/>
        </p:nvSpPr>
        <p:spPr>
          <a:xfrm>
            <a:off x="8129201" y="4012060"/>
            <a:ext cx="102857" cy="102857"/>
          </a:xfrm>
          <a:prstGeom prst="ellipse">
            <a:avLst/>
          </a:prstGeom>
          <a:solidFill>
            <a:srgbClr val="000000"/>
          </a:solidFill>
          <a:ln w="9525"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endParaRPr kumimoji="1" lang="ja-JP" altLang="en-US" sz="715">
              <a:solidFill>
                <a:schemeClr val="tx1">
                  <a:lumMod val="75000"/>
                  <a:lumOff val="25000"/>
                </a:schemeClr>
              </a:solidFill>
              <a:latin typeface="+mn-ea"/>
            </a:endParaRPr>
          </a:p>
        </p:txBody>
      </p:sp>
      <p:sp>
        <p:nvSpPr>
          <p:cNvPr id="32" name="テキスト ボックス 22"/>
          <p:cNvSpPr txBox="1"/>
          <p:nvPr userDrawn="1"/>
        </p:nvSpPr>
        <p:spPr>
          <a:xfrm>
            <a:off x="8266535" y="3982224"/>
            <a:ext cx="633437" cy="189651"/>
          </a:xfrm>
          <a:prstGeom prst="rect">
            <a:avLst/>
          </a:prstGeom>
          <a:noFill/>
        </p:spPr>
        <p:style>
          <a:lnRef idx="0">
            <a:scrgbClr r="0" g="0" b="0"/>
          </a:lnRef>
          <a:fillRef idx="0">
            <a:scrgbClr r="0" g="0" b="0"/>
          </a:fillRef>
          <a:effectRef idx="0">
            <a:scrgbClr r="0" g="0" b="0"/>
          </a:effectRef>
          <a:fontRef idx="minor">
            <a:schemeClr val="tx1"/>
          </a:fontRef>
        </p:style>
        <p:txBody>
          <a:bodyPr wrap="none" rtlCol="0" anchor="t">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r>
              <a:rPr kumimoji="1" lang="ja-JP" altLang="en-US" sz="570">
                <a:solidFill>
                  <a:schemeClr val="tx1">
                    <a:lumMod val="75000"/>
                    <a:lumOff val="25000"/>
                  </a:schemeClr>
                </a:solidFill>
                <a:latin typeface="+mn-ea"/>
              </a:rPr>
              <a:t>業務開始点</a:t>
            </a:r>
          </a:p>
        </p:txBody>
      </p:sp>
      <p:sp>
        <p:nvSpPr>
          <p:cNvPr id="33" name="ドーナツ 23"/>
          <p:cNvSpPr/>
          <p:nvPr userDrawn="1"/>
        </p:nvSpPr>
        <p:spPr>
          <a:xfrm>
            <a:off x="8130005" y="4158073"/>
            <a:ext cx="102857" cy="102857"/>
          </a:xfrm>
          <a:prstGeom prst="donut">
            <a:avLst/>
          </a:prstGeom>
          <a:solidFill>
            <a:srgbClr val="FFFFFF"/>
          </a:solidFill>
          <a:ln w="9525"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endParaRPr kumimoji="1" lang="ja-JP" altLang="en-US" sz="715">
              <a:solidFill>
                <a:schemeClr val="tx1">
                  <a:lumMod val="75000"/>
                  <a:lumOff val="25000"/>
                </a:schemeClr>
              </a:solidFill>
              <a:latin typeface="+mn-ea"/>
            </a:endParaRPr>
          </a:p>
        </p:txBody>
      </p:sp>
      <p:sp>
        <p:nvSpPr>
          <p:cNvPr id="34" name="テキスト ボックス 24"/>
          <p:cNvSpPr txBox="1"/>
          <p:nvPr userDrawn="1"/>
        </p:nvSpPr>
        <p:spPr>
          <a:xfrm>
            <a:off x="8266535" y="4125750"/>
            <a:ext cx="633437" cy="182847"/>
          </a:xfrm>
          <a:prstGeom prst="rect">
            <a:avLst/>
          </a:prstGeom>
          <a:noFill/>
        </p:spPr>
        <p:style>
          <a:lnRef idx="0">
            <a:scrgbClr r="0" g="0" b="0"/>
          </a:lnRef>
          <a:fillRef idx="0">
            <a:scrgbClr r="0" g="0" b="0"/>
          </a:fillRef>
          <a:effectRef idx="0">
            <a:scrgbClr r="0" g="0" b="0"/>
          </a:effectRef>
          <a:fontRef idx="minor">
            <a:schemeClr val="tx1"/>
          </a:fontRef>
        </p:style>
        <p:txBody>
          <a:bodyPr wrap="none" rtlCol="0" anchor="t">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r>
              <a:rPr kumimoji="1" lang="ja-JP" altLang="en-US" sz="570">
                <a:solidFill>
                  <a:schemeClr val="tx1">
                    <a:lumMod val="75000"/>
                    <a:lumOff val="25000"/>
                  </a:schemeClr>
                </a:solidFill>
                <a:latin typeface="+mn-ea"/>
              </a:rPr>
              <a:t>業務終了点</a:t>
            </a:r>
          </a:p>
        </p:txBody>
      </p:sp>
      <p:grpSp>
        <p:nvGrpSpPr>
          <p:cNvPr id="35" name="グループ化 34"/>
          <p:cNvGrpSpPr/>
          <p:nvPr userDrawn="1"/>
        </p:nvGrpSpPr>
        <p:grpSpPr>
          <a:xfrm>
            <a:off x="7951245" y="5785851"/>
            <a:ext cx="460242" cy="199416"/>
            <a:chOff x="82539" y="5336043"/>
            <a:chExt cx="1114424" cy="459100"/>
          </a:xfrm>
        </p:grpSpPr>
        <p:sp>
          <p:nvSpPr>
            <p:cNvPr id="36" name="フローチャート : 書類 26"/>
            <p:cNvSpPr/>
            <p:nvPr/>
          </p:nvSpPr>
          <p:spPr>
            <a:xfrm>
              <a:off x="273038" y="5383668"/>
              <a:ext cx="762000" cy="400050"/>
            </a:xfrm>
            <a:prstGeom prst="flowChartDocument">
              <a:avLst/>
            </a:prstGeom>
            <a:solidFill>
              <a:sysClr val="window" lastClr="FFFFFF"/>
            </a:solidFill>
            <a:ln w="9525">
              <a:solidFill>
                <a:sysClr val="windowText" lastClr="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endParaRPr kumimoji="1" lang="ja-JP" altLang="en-US" sz="750">
                <a:solidFill>
                  <a:schemeClr val="tx1">
                    <a:lumMod val="75000"/>
                    <a:lumOff val="25000"/>
                  </a:schemeClr>
                </a:solidFill>
                <a:latin typeface="+mn-ea"/>
              </a:endParaRPr>
            </a:p>
          </p:txBody>
        </p:sp>
        <p:sp>
          <p:nvSpPr>
            <p:cNvPr id="37" name="テキスト ボックス 27"/>
            <p:cNvSpPr txBox="1"/>
            <p:nvPr/>
          </p:nvSpPr>
          <p:spPr>
            <a:xfrm>
              <a:off x="82539" y="5336043"/>
              <a:ext cx="1114424" cy="459100"/>
            </a:xfrm>
            <a:prstGeom prst="rect">
              <a:avLst/>
            </a:prstGeom>
            <a:noFill/>
          </p:spPr>
          <p:style>
            <a:lnRef idx="0">
              <a:scrgbClr r="0" g="0" b="0"/>
            </a:lnRef>
            <a:fillRef idx="0">
              <a:scrgbClr r="0" g="0" b="0"/>
            </a:fillRef>
            <a:effectRef idx="0">
              <a:scrgbClr r="0" g="0" b="0"/>
            </a:effectRef>
            <a:fontRef idx="minor">
              <a:schemeClr val="tx1"/>
            </a:fontRef>
          </p:style>
          <p:txBody>
            <a:bodyPr wrap="square" rtlCol="0" anchor="ctr">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algn="ctr"/>
              <a:r>
                <a:rPr kumimoji="1" lang="ja-JP" altLang="en-US" sz="570">
                  <a:solidFill>
                    <a:schemeClr val="tx1">
                      <a:lumMod val="75000"/>
                      <a:lumOff val="25000"/>
                    </a:schemeClr>
                  </a:solidFill>
                  <a:latin typeface="+mn-ea"/>
                </a:rPr>
                <a:t>ファイル</a:t>
              </a:r>
            </a:p>
          </p:txBody>
        </p:sp>
      </p:grpSp>
      <p:pic>
        <p:nvPicPr>
          <p:cNvPr id="38" name="図 37"/>
          <p:cNvPicPr>
            <a:picLocks noChangeAspect="1"/>
          </p:cNvPicPr>
          <p:nvPr userDrawn="1"/>
        </p:nvPicPr>
        <p:blipFill>
          <a:blip r:embed="rId3" cstate="print"/>
          <a:stretch>
            <a:fillRect/>
          </a:stretch>
        </p:blipFill>
        <p:spPr>
          <a:xfrm>
            <a:off x="8492831" y="5467644"/>
            <a:ext cx="258536" cy="166631"/>
          </a:xfrm>
          <a:prstGeom prst="rect">
            <a:avLst/>
          </a:prstGeom>
        </p:spPr>
      </p:pic>
      <p:sp>
        <p:nvSpPr>
          <p:cNvPr id="39" name="テキスト ボックス 29"/>
          <p:cNvSpPr txBox="1"/>
          <p:nvPr userDrawn="1"/>
        </p:nvSpPr>
        <p:spPr>
          <a:xfrm>
            <a:off x="8474725" y="5621509"/>
            <a:ext cx="383754" cy="189165"/>
          </a:xfrm>
          <a:prstGeom prst="rect">
            <a:avLst/>
          </a:prstGeom>
          <a:noFill/>
        </p:spPr>
        <p:style>
          <a:lnRef idx="0">
            <a:scrgbClr r="0" g="0" b="0"/>
          </a:lnRef>
          <a:fillRef idx="0">
            <a:scrgbClr r="0" g="0" b="0"/>
          </a:fillRef>
          <a:effectRef idx="0">
            <a:scrgbClr r="0" g="0" b="0"/>
          </a:effectRef>
          <a:fontRef idx="minor">
            <a:schemeClr val="tx1"/>
          </a:fontRef>
        </p:style>
        <p:txBody>
          <a:bodyPr wrap="none" rtlCol="0" anchor="t">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r>
              <a:rPr kumimoji="1" lang="ja-JP" altLang="en-US" sz="570">
                <a:solidFill>
                  <a:schemeClr val="tx1">
                    <a:lumMod val="75000"/>
                    <a:lumOff val="25000"/>
                  </a:schemeClr>
                </a:solidFill>
                <a:latin typeface="+mn-ea"/>
              </a:rPr>
              <a:t>メール</a:t>
            </a:r>
          </a:p>
        </p:txBody>
      </p:sp>
      <p:sp>
        <p:nvSpPr>
          <p:cNvPr id="40" name="フローチャート : 磁気ディスク 36"/>
          <p:cNvSpPr/>
          <p:nvPr userDrawn="1"/>
        </p:nvSpPr>
        <p:spPr>
          <a:xfrm>
            <a:off x="8009621" y="5480576"/>
            <a:ext cx="335672" cy="219725"/>
          </a:xfrm>
          <a:prstGeom prst="flowChartMagneticDisk">
            <a:avLst/>
          </a:prstGeom>
          <a:solidFill>
            <a:sysClr val="window" lastClr="FFFFFF"/>
          </a:solidFill>
          <a:ln w="9525">
            <a:solidFill>
              <a:sysClr val="windowText" lastClr="0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kumimoji="1" lang="ja-JP" altLang="en-US" sz="570">
                <a:solidFill>
                  <a:schemeClr val="tx1">
                    <a:lumMod val="75000"/>
                    <a:lumOff val="25000"/>
                  </a:schemeClr>
                </a:solidFill>
                <a:latin typeface="+mn-ea"/>
              </a:rPr>
              <a:t>データ</a:t>
            </a: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5_ユーザー設定レイアウト">
    <p:spTree>
      <p:nvGrpSpPr>
        <p:cNvPr id="1" name=""/>
        <p:cNvGrpSpPr/>
        <p:nvPr/>
      </p:nvGrpSpPr>
      <p:grpSpPr>
        <a:xfrm>
          <a:off x="0" y="0"/>
          <a:ext cx="0" cy="0"/>
          <a:chOff x="0" y="0"/>
          <a:chExt cx="0" cy="0"/>
        </a:xfrm>
      </p:grpSpPr>
      <p:sp>
        <p:nvSpPr>
          <p:cNvPr id="7" name="正方形/長方形 6"/>
          <p:cNvSpPr/>
          <p:nvPr userDrawn="1"/>
        </p:nvSpPr>
        <p:spPr>
          <a:xfrm>
            <a:off x="94035" y="729360"/>
            <a:ext cx="8820000" cy="5868000"/>
          </a:xfrm>
          <a:prstGeom prst="rect">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8986" tIns="24493" rIns="48986" bIns="24493" numCol="1" spcCol="0" rtlCol="0" fromWordArt="0" anchor="ctr" anchorCtr="0" forceAA="0" compatLnSpc="1">
            <a:noAutofit/>
          </a:bodyPr>
          <a:lstStyle/>
          <a:p>
            <a:pPr algn="ctr"/>
            <a:r>
              <a:rPr lang="en-US" altLang="ja-JP" sz="965"/>
              <a:t>※</a:t>
            </a:r>
            <a:endParaRPr lang="ja-JP" altLang="en-US" sz="965"/>
          </a:p>
        </p:txBody>
      </p:sp>
      <p:sp>
        <p:nvSpPr>
          <p:cNvPr id="8" name="正方形/長方形 7"/>
          <p:cNvSpPr/>
          <p:nvPr userDrawn="1"/>
        </p:nvSpPr>
        <p:spPr>
          <a:xfrm>
            <a:off x="3904148" y="740518"/>
            <a:ext cx="1874959" cy="333642"/>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000">
                <a:solidFill>
                  <a:schemeClr val="tx1">
                    <a:lumMod val="65000"/>
                    <a:lumOff val="35000"/>
                  </a:schemeClr>
                </a:solidFill>
                <a:uFillTx/>
                <a:latin typeface="メイリオ" panose="020B0604030504040204" pitchFamily="50" charset="-128"/>
                <a:ea typeface="メイリオ" panose="020B0604030504040204" pitchFamily="50" charset="-128"/>
              </a:rPr>
              <a:t>DTC</a:t>
            </a:r>
            <a:r>
              <a:rPr kumimoji="1" lang="ja-JP" altLang="en-US" sz="1000">
                <a:solidFill>
                  <a:schemeClr val="tx1">
                    <a:lumMod val="65000"/>
                    <a:lumOff val="35000"/>
                  </a:schemeClr>
                </a:solidFill>
                <a:uFillTx/>
                <a:latin typeface="メイリオ" panose="020B0604030504040204" pitchFamily="50" charset="-128"/>
                <a:ea typeface="メイリオ" panose="020B0604030504040204" pitchFamily="50" charset="-128"/>
              </a:rPr>
              <a:t>販売部 </a:t>
            </a:r>
            <a:r>
              <a:rPr kumimoji="1" lang="en-US" altLang="ja-JP" sz="1000">
                <a:solidFill>
                  <a:schemeClr val="tx1">
                    <a:lumMod val="65000"/>
                    <a:lumOff val="35000"/>
                  </a:schemeClr>
                </a:solidFill>
                <a:uFillTx/>
                <a:latin typeface="メイリオ" panose="020B0604030504040204" pitchFamily="50" charset="-128"/>
                <a:ea typeface="メイリオ" panose="020B0604030504040204" pitchFamily="50" charset="-128"/>
              </a:rPr>
              <a:t>EC</a:t>
            </a:r>
            <a:r>
              <a:rPr kumimoji="1" lang="ja-JP" altLang="en-US" sz="1000">
                <a:solidFill>
                  <a:schemeClr val="tx1">
                    <a:lumMod val="65000"/>
                    <a:lumOff val="35000"/>
                  </a:schemeClr>
                </a:solidFill>
                <a:uFillTx/>
                <a:latin typeface="メイリオ" panose="020B0604030504040204" pitchFamily="50" charset="-128"/>
                <a:ea typeface="メイリオ" panose="020B0604030504040204" pitchFamily="50" charset="-128"/>
              </a:rPr>
              <a:t>販売課</a:t>
            </a:r>
          </a:p>
        </p:txBody>
      </p:sp>
      <p:sp>
        <p:nvSpPr>
          <p:cNvPr id="9" name="正方形/長方形 8"/>
          <p:cNvSpPr/>
          <p:nvPr userDrawn="1"/>
        </p:nvSpPr>
        <p:spPr>
          <a:xfrm>
            <a:off x="5800448" y="740903"/>
            <a:ext cx="1044000" cy="332872"/>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000">
                <a:solidFill>
                  <a:schemeClr val="tx1">
                    <a:lumMod val="65000"/>
                    <a:lumOff val="35000"/>
                  </a:schemeClr>
                </a:solidFill>
                <a:latin typeface="メイリオ" panose="020B0604030504040204" pitchFamily="50" charset="-128"/>
                <a:ea typeface="メイリオ" panose="020B0604030504040204" pitchFamily="50" charset="-128"/>
              </a:rPr>
              <a:t>販売部</a:t>
            </a:r>
            <a:endParaRPr kumimoji="1" lang="ja-JP" altLang="en-US" sz="1000">
              <a:solidFill>
                <a:schemeClr val="tx1">
                  <a:lumMod val="65000"/>
                  <a:lumOff val="35000"/>
                </a:schemeClr>
              </a:solidFill>
              <a:uFillTx/>
              <a:latin typeface="メイリオ" panose="020B0604030504040204" pitchFamily="50" charset="-128"/>
              <a:ea typeface="メイリオ" panose="020B0604030504040204" pitchFamily="50" charset="-128"/>
            </a:endParaRPr>
          </a:p>
        </p:txBody>
      </p:sp>
      <p:sp>
        <p:nvSpPr>
          <p:cNvPr id="10" name="正方形/長方形 9"/>
          <p:cNvSpPr/>
          <p:nvPr userDrawn="1"/>
        </p:nvSpPr>
        <p:spPr>
          <a:xfrm>
            <a:off x="6851993" y="740903"/>
            <a:ext cx="1044000" cy="332872"/>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000">
                <a:solidFill>
                  <a:schemeClr val="tx1">
                    <a:lumMod val="65000"/>
                    <a:lumOff val="35000"/>
                  </a:schemeClr>
                </a:solidFill>
                <a:uFillTx/>
                <a:latin typeface="メイリオ" panose="020B0604030504040204" pitchFamily="50" charset="-128"/>
                <a:ea typeface="メイリオ" panose="020B0604030504040204" pitchFamily="50" charset="-128"/>
              </a:rPr>
              <a:t>倉庫</a:t>
            </a:r>
          </a:p>
        </p:txBody>
      </p:sp>
      <p:sp>
        <p:nvSpPr>
          <p:cNvPr id="15" name="正方形/長方形 14"/>
          <p:cNvSpPr/>
          <p:nvPr userDrawn="1"/>
        </p:nvSpPr>
        <p:spPr>
          <a:xfrm>
            <a:off x="95220" y="740518"/>
            <a:ext cx="1874959" cy="333642"/>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000">
                <a:solidFill>
                  <a:schemeClr val="tx1">
                    <a:lumMod val="65000"/>
                    <a:lumOff val="35000"/>
                  </a:schemeClr>
                </a:solidFill>
                <a:uFillTx/>
                <a:latin typeface="メイリオ" panose="020B0604030504040204" pitchFamily="50" charset="-128"/>
                <a:ea typeface="メイリオ" panose="020B0604030504040204" pitchFamily="50" charset="-128"/>
              </a:rPr>
              <a:t>ユーザー</a:t>
            </a:r>
          </a:p>
        </p:txBody>
      </p:sp>
      <p:sp>
        <p:nvSpPr>
          <p:cNvPr id="2" name="タイトル 1"/>
          <p:cNvSpPr>
            <a:spLocks noGrp="1"/>
          </p:cNvSpPr>
          <p:nvPr>
            <p:ph type="title"/>
          </p:nvPr>
        </p:nvSpPr>
        <p:spPr>
          <a:xfrm>
            <a:off x="763591" y="142852"/>
            <a:ext cx="8229600" cy="582594"/>
          </a:xfrm>
          <a:prstGeom prst="rect">
            <a:avLst/>
          </a:prstGeom>
        </p:spPr>
        <p:txBody>
          <a:bodyPr/>
          <a:lstStyle>
            <a:lvl1pPr algn="l">
              <a:defRPr>
                <a:uFillTx/>
              </a:defRPr>
            </a:lvl1pPr>
          </a:lstStyle>
          <a:p>
            <a:r>
              <a:rPr lang="ja-JP" altLang="en-US">
                <a:uFillTx/>
              </a:rPr>
              <a:t>マスター タイトルの書式設定</a:t>
            </a:r>
          </a:p>
        </p:txBody>
      </p:sp>
      <p:pic>
        <p:nvPicPr>
          <p:cNvPr id="3" name="Picture 3"/>
          <p:cNvPicPr>
            <a:picLocks noChangeAspect="1" noChangeArrowheads="1"/>
          </p:cNvPicPr>
          <p:nvPr userDrawn="1"/>
        </p:nvPicPr>
        <p:blipFill>
          <a:blip r:embed="rId2" cstate="print"/>
          <a:srcRect/>
          <a:stretch>
            <a:fillRect/>
          </a:stretch>
        </p:blipFill>
        <p:spPr bwMode="auto">
          <a:xfrm>
            <a:off x="142845" y="225380"/>
            <a:ext cx="579438" cy="404812"/>
          </a:xfrm>
          <a:prstGeom prst="rect">
            <a:avLst/>
          </a:prstGeom>
          <a:noFill/>
          <a:ln w="9525">
            <a:noFill/>
            <a:miter lim="800000"/>
            <a:headEnd/>
            <a:tailEnd/>
          </a:ln>
        </p:spPr>
      </p:pic>
      <p:sp>
        <p:nvSpPr>
          <p:cNvPr id="5" name="直線コネクタ 13"/>
          <p:cNvSpPr>
            <a:spLocks noChangeShapeType="1"/>
          </p:cNvSpPr>
          <p:nvPr userDrawn="1"/>
        </p:nvSpPr>
        <p:spPr bwMode="auto">
          <a:xfrm>
            <a:off x="141259" y="674642"/>
            <a:ext cx="8785225" cy="0"/>
          </a:xfrm>
          <a:prstGeom prst="line">
            <a:avLst/>
          </a:prstGeom>
          <a:noFill/>
          <a:ln w="12700" cap="sq">
            <a:solidFill>
              <a:schemeClr val="tx1"/>
            </a:solidFill>
            <a:bevel/>
          </a:ln>
        </p:spPr>
        <p:txBody>
          <a:bodyPr/>
          <a:lstStyle/>
          <a:p>
            <a:endParaRPr lang="ja-JP" altLang="en-US" sz="1350">
              <a:uFillTx/>
            </a:endParaRPr>
          </a:p>
        </p:txBody>
      </p:sp>
      <p:sp>
        <p:nvSpPr>
          <p:cNvPr id="6" name="スライド番号プレースホルダ 21"/>
          <p:cNvSpPr txBox="1"/>
          <p:nvPr userDrawn="1"/>
        </p:nvSpPr>
        <p:spPr bwMode="auto">
          <a:xfrm>
            <a:off x="6970713" y="6492878"/>
            <a:ext cx="2133600" cy="365125"/>
          </a:xfrm>
          <a:prstGeom prst="rect">
            <a:avLst/>
          </a:prstGeom>
          <a:noFill/>
          <a:ln w="9525">
            <a:noFill/>
            <a:miter lim="800000"/>
          </a:ln>
        </p:spPr>
        <p:txBody>
          <a:bodyPr/>
          <a:lstStyle/>
          <a:p>
            <a:pPr algn="r"/>
            <a:fld id="{142D207C-8CDE-4337-AE95-AB99F8E46A13}" type="slidenum">
              <a:rPr lang="ja-JP" altLang="en-US" sz="1350">
                <a:uFillTx/>
              </a:rPr>
              <a:t>‹#›</a:t>
            </a:fld>
            <a:endParaRPr lang="ja-JP" altLang="en-US" sz="1350">
              <a:uFillTx/>
            </a:endParaRPr>
          </a:p>
        </p:txBody>
      </p:sp>
      <p:cxnSp>
        <p:nvCxnSpPr>
          <p:cNvPr id="11" name="直線コネクタ 10"/>
          <p:cNvCxnSpPr/>
          <p:nvPr userDrawn="1"/>
        </p:nvCxnSpPr>
        <p:spPr>
          <a:xfrm>
            <a:off x="5804216" y="729360"/>
            <a:ext cx="1445" cy="5868000"/>
          </a:xfrm>
          <a:prstGeom prst="line">
            <a:avLst/>
          </a:prstGeom>
          <a:ln w="9525">
            <a:solidFill>
              <a:schemeClr val="tx1"/>
            </a:solidFill>
          </a:ln>
          <a:effectLst/>
        </p:spPr>
        <p:style>
          <a:lnRef idx="1">
            <a:schemeClr val="accent1"/>
          </a:lnRef>
          <a:fillRef idx="0">
            <a:schemeClr val="accent1"/>
          </a:fillRef>
          <a:effectRef idx="1">
            <a:schemeClr val="accent1"/>
          </a:effectRef>
          <a:fontRef idx="minor">
            <a:schemeClr val="tx1"/>
          </a:fontRef>
        </p:style>
      </p:cxnSp>
      <p:cxnSp>
        <p:nvCxnSpPr>
          <p:cNvPr id="12" name="直線コネクタ 11"/>
          <p:cNvCxnSpPr/>
          <p:nvPr userDrawn="1"/>
        </p:nvCxnSpPr>
        <p:spPr>
          <a:xfrm>
            <a:off x="6845242" y="729360"/>
            <a:ext cx="2439" cy="5868000"/>
          </a:xfrm>
          <a:prstGeom prst="line">
            <a:avLst/>
          </a:prstGeom>
          <a:ln w="9525">
            <a:solidFill>
              <a:schemeClr val="tx1"/>
            </a:solidFill>
          </a:ln>
          <a:effectLst/>
        </p:spPr>
        <p:style>
          <a:lnRef idx="1">
            <a:schemeClr val="accent1"/>
          </a:lnRef>
          <a:fillRef idx="0">
            <a:schemeClr val="accent1"/>
          </a:fillRef>
          <a:effectRef idx="1">
            <a:schemeClr val="accent1"/>
          </a:effectRef>
          <a:fontRef idx="minor">
            <a:schemeClr val="tx1"/>
          </a:fontRef>
        </p:style>
      </p:cxnSp>
      <p:sp>
        <p:nvSpPr>
          <p:cNvPr id="13" name="正方形/長方形 12"/>
          <p:cNvSpPr/>
          <p:nvPr userDrawn="1"/>
        </p:nvSpPr>
        <p:spPr>
          <a:xfrm>
            <a:off x="7903538" y="740903"/>
            <a:ext cx="986842" cy="332872"/>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000">
                <a:solidFill>
                  <a:schemeClr val="tx1">
                    <a:lumMod val="65000"/>
                    <a:lumOff val="35000"/>
                  </a:schemeClr>
                </a:solidFill>
                <a:uFillTx/>
                <a:latin typeface="メイリオ" panose="020B0604030504040204" pitchFamily="50" charset="-128"/>
                <a:ea typeface="メイリオ" panose="020B0604030504040204" pitchFamily="50" charset="-128"/>
              </a:rPr>
              <a:t>備考</a:t>
            </a:r>
          </a:p>
        </p:txBody>
      </p:sp>
      <p:cxnSp>
        <p:nvCxnSpPr>
          <p:cNvPr id="14" name="直線コネクタ 13"/>
          <p:cNvCxnSpPr/>
          <p:nvPr userDrawn="1"/>
        </p:nvCxnSpPr>
        <p:spPr>
          <a:xfrm flipH="1">
            <a:off x="7902049" y="729360"/>
            <a:ext cx="1" cy="5868000"/>
          </a:xfrm>
          <a:prstGeom prst="line">
            <a:avLst/>
          </a:prstGeom>
          <a:ln w="9525">
            <a:solidFill>
              <a:schemeClr val="tx1"/>
            </a:solidFill>
          </a:ln>
          <a:effectLst/>
        </p:spPr>
        <p:style>
          <a:lnRef idx="1">
            <a:schemeClr val="accent1"/>
          </a:lnRef>
          <a:fillRef idx="0">
            <a:schemeClr val="accent1"/>
          </a:fillRef>
          <a:effectRef idx="1">
            <a:schemeClr val="accent1"/>
          </a:effectRef>
          <a:fontRef idx="minor">
            <a:schemeClr val="tx1"/>
          </a:fontRef>
        </p:style>
      </p:cxnSp>
      <p:cxnSp>
        <p:nvCxnSpPr>
          <p:cNvPr id="16" name="直線コネクタ 15"/>
          <p:cNvCxnSpPr/>
          <p:nvPr userDrawn="1"/>
        </p:nvCxnSpPr>
        <p:spPr>
          <a:xfrm>
            <a:off x="1979712" y="729360"/>
            <a:ext cx="1445" cy="5868000"/>
          </a:xfrm>
          <a:prstGeom prst="line">
            <a:avLst/>
          </a:prstGeom>
          <a:ln w="9525">
            <a:solidFill>
              <a:schemeClr val="tx1"/>
            </a:solidFill>
          </a:ln>
          <a:effectLst/>
        </p:spPr>
        <p:style>
          <a:lnRef idx="1">
            <a:schemeClr val="accent1"/>
          </a:lnRef>
          <a:fillRef idx="0">
            <a:schemeClr val="accent1"/>
          </a:fillRef>
          <a:effectRef idx="1">
            <a:schemeClr val="accent1"/>
          </a:effectRef>
          <a:fontRef idx="minor">
            <a:schemeClr val="tx1"/>
          </a:fontRef>
        </p:style>
      </p:cxnSp>
      <p:cxnSp>
        <p:nvCxnSpPr>
          <p:cNvPr id="17" name="直線コネクタ 16"/>
          <p:cNvCxnSpPr/>
          <p:nvPr userDrawn="1"/>
        </p:nvCxnSpPr>
        <p:spPr>
          <a:xfrm>
            <a:off x="94035" y="1052736"/>
            <a:ext cx="8820000" cy="0"/>
          </a:xfrm>
          <a:prstGeom prst="line">
            <a:avLst/>
          </a:prstGeom>
          <a:ln>
            <a:solidFill>
              <a:schemeClr val="tx1">
                <a:lumMod val="50000"/>
                <a:lumOff val="50000"/>
              </a:schemeClr>
            </a:solidFill>
          </a:ln>
          <a:effectLst/>
        </p:spPr>
        <p:style>
          <a:lnRef idx="1">
            <a:schemeClr val="accent1"/>
          </a:lnRef>
          <a:fillRef idx="0">
            <a:schemeClr val="accent1"/>
          </a:fillRef>
          <a:effectRef idx="1">
            <a:schemeClr val="accent1"/>
          </a:effectRef>
          <a:fontRef idx="minor">
            <a:schemeClr val="tx1"/>
          </a:fontRef>
        </p:style>
      </p:cxnSp>
      <p:sp>
        <p:nvSpPr>
          <p:cNvPr id="42" name="正方形/長方形 41"/>
          <p:cNvSpPr/>
          <p:nvPr userDrawn="1"/>
        </p:nvSpPr>
        <p:spPr>
          <a:xfrm>
            <a:off x="1996832" y="740518"/>
            <a:ext cx="1874959" cy="333642"/>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000">
                <a:solidFill>
                  <a:schemeClr val="tx1">
                    <a:lumMod val="65000"/>
                    <a:lumOff val="35000"/>
                  </a:schemeClr>
                </a:solidFill>
                <a:uFillTx/>
                <a:latin typeface="メイリオ" panose="020B0604030504040204" pitchFamily="50" charset="-128"/>
                <a:ea typeface="メイリオ" panose="020B0604030504040204" pitchFamily="50" charset="-128"/>
              </a:rPr>
              <a:t>EC</a:t>
            </a:r>
            <a:r>
              <a:rPr kumimoji="1" lang="ja-JP" altLang="en-US" sz="1000">
                <a:solidFill>
                  <a:schemeClr val="tx1">
                    <a:lumMod val="65000"/>
                    <a:lumOff val="35000"/>
                  </a:schemeClr>
                </a:solidFill>
                <a:uFillTx/>
                <a:latin typeface="メイリオ" panose="020B0604030504040204" pitchFamily="50" charset="-128"/>
                <a:ea typeface="メイリオ" panose="020B0604030504040204" pitchFamily="50" charset="-128"/>
              </a:rPr>
              <a:t>サイト</a:t>
            </a:r>
          </a:p>
        </p:txBody>
      </p:sp>
      <p:cxnSp>
        <p:nvCxnSpPr>
          <p:cNvPr id="43" name="直線コネクタ 42"/>
          <p:cNvCxnSpPr/>
          <p:nvPr userDrawn="1"/>
        </p:nvCxnSpPr>
        <p:spPr>
          <a:xfrm>
            <a:off x="3924035" y="729360"/>
            <a:ext cx="1445" cy="5868000"/>
          </a:xfrm>
          <a:prstGeom prst="line">
            <a:avLst/>
          </a:prstGeom>
          <a:ln w="9525">
            <a:solidFill>
              <a:schemeClr val="tx1"/>
            </a:solidFill>
          </a:ln>
          <a:effectLst/>
        </p:spPr>
        <p:style>
          <a:lnRef idx="1">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サブタイトル">
  <p:cSld name="サブタイトル">
    <p:spTree>
      <p:nvGrpSpPr>
        <p:cNvPr id="1" name="Shape 32"/>
        <p:cNvGrpSpPr/>
        <p:nvPr/>
      </p:nvGrpSpPr>
      <p:grpSpPr>
        <a:xfrm>
          <a:off x="0" y="0"/>
          <a:ext cx="0" cy="0"/>
          <a:chOff x="0" y="0"/>
          <a:chExt cx="0" cy="0"/>
        </a:xfrm>
      </p:grpSpPr>
      <p:sp>
        <p:nvSpPr>
          <p:cNvPr id="33" name="Google Shape;33;p74"/>
          <p:cNvSpPr/>
          <p:nvPr/>
        </p:nvSpPr>
        <p:spPr>
          <a:xfrm>
            <a:off x="206376" y="728663"/>
            <a:ext cx="8821738" cy="585787"/>
          </a:xfrm>
          <a:prstGeom prst="rect">
            <a:avLst/>
          </a:prstGeom>
          <a:solidFill>
            <a:schemeClr val="lt1"/>
          </a:solidFill>
          <a:ln>
            <a:noFill/>
          </a:ln>
        </p:spPr>
        <p:txBody>
          <a:bodyPr spcFirstLastPara="1" wrap="square" lIns="84392" tIns="42185" rIns="84392" bIns="42185" anchor="ctr" anchorCtr="0">
            <a:noAutofit/>
          </a:bodyPr>
          <a:lstStyle/>
          <a:p>
            <a:pPr marL="0" marR="0" lvl="0" indent="0" algn="ctr" rtl="0">
              <a:spcBef>
                <a:spcPts val="0"/>
              </a:spcBef>
              <a:spcAft>
                <a:spcPts val="0"/>
              </a:spcAft>
              <a:buNone/>
            </a:pPr>
            <a:endParaRPr sz="1477" b="0" i="0" u="none" strike="noStrike" cap="none">
              <a:solidFill>
                <a:srgbClr val="2D2D87"/>
              </a:solidFill>
              <a:latin typeface="Arial"/>
              <a:ea typeface="Arial"/>
              <a:cs typeface="Arial"/>
              <a:sym typeface="Arial"/>
            </a:endParaRPr>
          </a:p>
        </p:txBody>
      </p:sp>
      <p:sp>
        <p:nvSpPr>
          <p:cNvPr id="34" name="Google Shape;34;p74"/>
          <p:cNvSpPr txBox="1">
            <a:spLocks noGrp="1"/>
          </p:cNvSpPr>
          <p:nvPr>
            <p:ph type="body" idx="1"/>
          </p:nvPr>
        </p:nvSpPr>
        <p:spPr>
          <a:xfrm>
            <a:off x="722313" y="2258872"/>
            <a:ext cx="7772400" cy="1500187"/>
          </a:xfrm>
          <a:prstGeom prst="rect">
            <a:avLst/>
          </a:prstGeom>
          <a:noFill/>
          <a:ln>
            <a:noFill/>
          </a:ln>
        </p:spPr>
        <p:txBody>
          <a:bodyPr spcFirstLastPara="1" wrap="square" lIns="91425" tIns="45700" rIns="91425" bIns="45700" anchor="b" anchorCtr="0">
            <a:noAutofit/>
          </a:bodyPr>
          <a:lstStyle>
            <a:lvl1pPr marL="422041" lvl="0" indent="-211021" algn="ctr">
              <a:spcBef>
                <a:spcPts val="738"/>
              </a:spcBef>
              <a:spcAft>
                <a:spcPts val="0"/>
              </a:spcAft>
              <a:buClr>
                <a:srgbClr val="595959"/>
              </a:buClr>
              <a:buSzPts val="4000"/>
              <a:buNone/>
              <a:defRPr sz="3692"/>
            </a:lvl1pPr>
            <a:lvl2pPr marL="844083" lvl="1" indent="-211021" algn="l">
              <a:spcBef>
                <a:spcPts val="332"/>
              </a:spcBef>
              <a:spcAft>
                <a:spcPts val="0"/>
              </a:spcAft>
              <a:buClr>
                <a:srgbClr val="595959"/>
              </a:buClr>
              <a:buSzPts val="1800"/>
              <a:buNone/>
              <a:defRPr sz="1662"/>
            </a:lvl2pPr>
            <a:lvl3pPr marL="1266124" lvl="2" indent="-211021" algn="l">
              <a:spcBef>
                <a:spcPts val="295"/>
              </a:spcBef>
              <a:spcAft>
                <a:spcPts val="0"/>
              </a:spcAft>
              <a:buClr>
                <a:srgbClr val="595959"/>
              </a:buClr>
              <a:buSzPts val="1600"/>
              <a:buNone/>
              <a:defRPr sz="1477"/>
            </a:lvl3pPr>
            <a:lvl4pPr marL="1688165" lvl="3" indent="-211021" algn="l">
              <a:spcBef>
                <a:spcPts val="258"/>
              </a:spcBef>
              <a:spcAft>
                <a:spcPts val="0"/>
              </a:spcAft>
              <a:buClr>
                <a:srgbClr val="595959"/>
              </a:buClr>
              <a:buSzPts val="1400"/>
              <a:buNone/>
              <a:defRPr sz="1292"/>
            </a:lvl4pPr>
            <a:lvl5pPr marL="2110207" lvl="4" indent="-211021" algn="l">
              <a:spcBef>
                <a:spcPts val="258"/>
              </a:spcBef>
              <a:spcAft>
                <a:spcPts val="0"/>
              </a:spcAft>
              <a:buClr>
                <a:srgbClr val="595959"/>
              </a:buClr>
              <a:buSzPts val="1400"/>
              <a:buNone/>
              <a:defRPr sz="1292"/>
            </a:lvl5pPr>
            <a:lvl6pPr marL="2532248" lvl="5" indent="-211021" algn="l">
              <a:spcBef>
                <a:spcPts val="258"/>
              </a:spcBef>
              <a:spcAft>
                <a:spcPts val="0"/>
              </a:spcAft>
              <a:buClr>
                <a:schemeClr val="dk1"/>
              </a:buClr>
              <a:buSzPts val="1400"/>
              <a:buFont typeface="Arial"/>
              <a:buNone/>
              <a:defRPr sz="1292"/>
            </a:lvl6pPr>
            <a:lvl7pPr marL="2954289" lvl="6" indent="-211021" algn="l">
              <a:spcBef>
                <a:spcPts val="258"/>
              </a:spcBef>
              <a:spcAft>
                <a:spcPts val="0"/>
              </a:spcAft>
              <a:buClr>
                <a:schemeClr val="dk1"/>
              </a:buClr>
              <a:buSzPts val="1400"/>
              <a:buFont typeface="Arial"/>
              <a:buNone/>
              <a:defRPr sz="1292"/>
            </a:lvl7pPr>
            <a:lvl8pPr marL="3376331" lvl="7" indent="-211021" algn="l">
              <a:spcBef>
                <a:spcPts val="258"/>
              </a:spcBef>
              <a:spcAft>
                <a:spcPts val="0"/>
              </a:spcAft>
              <a:buClr>
                <a:schemeClr val="dk1"/>
              </a:buClr>
              <a:buSzPts val="1400"/>
              <a:buFont typeface="Arial"/>
              <a:buNone/>
              <a:defRPr sz="1292"/>
            </a:lvl8pPr>
            <a:lvl9pPr marL="3798372" lvl="8" indent="-211021" algn="l">
              <a:spcBef>
                <a:spcPts val="258"/>
              </a:spcBef>
              <a:spcAft>
                <a:spcPts val="0"/>
              </a:spcAft>
              <a:buClr>
                <a:schemeClr val="dk1"/>
              </a:buClr>
              <a:buSzPts val="1400"/>
              <a:buFont typeface="Arial"/>
              <a:buNone/>
              <a:defRPr sz="1292"/>
            </a:lvl9pPr>
          </a:lstStyle>
          <a:p>
            <a:endParaRPr/>
          </a:p>
        </p:txBody>
      </p:sp>
      <p:sp>
        <p:nvSpPr>
          <p:cNvPr id="35" name="Google Shape;35;p74"/>
          <p:cNvSpPr txBox="1">
            <a:spLocks noGrp="1"/>
          </p:cNvSpPr>
          <p:nvPr>
            <p:ph type="body" idx="2"/>
          </p:nvPr>
        </p:nvSpPr>
        <p:spPr>
          <a:xfrm>
            <a:off x="722313" y="3789042"/>
            <a:ext cx="7772400" cy="1500187"/>
          </a:xfrm>
          <a:prstGeom prst="rect">
            <a:avLst/>
          </a:prstGeom>
          <a:noFill/>
          <a:ln>
            <a:noFill/>
          </a:ln>
        </p:spPr>
        <p:txBody>
          <a:bodyPr spcFirstLastPara="1" wrap="square" lIns="91425" tIns="45700" rIns="91425" bIns="45700" anchor="t" anchorCtr="0">
            <a:noAutofit/>
          </a:bodyPr>
          <a:lstStyle>
            <a:lvl1pPr marL="422041" lvl="0" indent="-211021" algn="ctr">
              <a:spcBef>
                <a:spcPts val="443"/>
              </a:spcBef>
              <a:spcAft>
                <a:spcPts val="0"/>
              </a:spcAft>
              <a:buClr>
                <a:srgbClr val="7F7F7F"/>
              </a:buClr>
              <a:buSzPts val="2400"/>
              <a:buNone/>
              <a:defRPr sz="2215">
                <a:solidFill>
                  <a:srgbClr val="7F7F7F"/>
                </a:solidFill>
              </a:defRPr>
            </a:lvl1pPr>
            <a:lvl2pPr marL="844083" lvl="1" indent="-211021" algn="l">
              <a:spcBef>
                <a:spcPts val="332"/>
              </a:spcBef>
              <a:spcAft>
                <a:spcPts val="0"/>
              </a:spcAft>
              <a:buClr>
                <a:srgbClr val="595959"/>
              </a:buClr>
              <a:buSzPts val="1800"/>
              <a:buNone/>
              <a:defRPr sz="1662"/>
            </a:lvl2pPr>
            <a:lvl3pPr marL="1266124" lvl="2" indent="-211021" algn="l">
              <a:spcBef>
                <a:spcPts val="295"/>
              </a:spcBef>
              <a:spcAft>
                <a:spcPts val="0"/>
              </a:spcAft>
              <a:buClr>
                <a:srgbClr val="595959"/>
              </a:buClr>
              <a:buSzPts val="1600"/>
              <a:buNone/>
              <a:defRPr sz="1477"/>
            </a:lvl3pPr>
            <a:lvl4pPr marL="1688165" lvl="3" indent="-211021" algn="l">
              <a:spcBef>
                <a:spcPts val="258"/>
              </a:spcBef>
              <a:spcAft>
                <a:spcPts val="0"/>
              </a:spcAft>
              <a:buClr>
                <a:srgbClr val="595959"/>
              </a:buClr>
              <a:buSzPts val="1400"/>
              <a:buNone/>
              <a:defRPr sz="1292"/>
            </a:lvl4pPr>
            <a:lvl5pPr marL="2110207" lvl="4" indent="-211021" algn="l">
              <a:spcBef>
                <a:spcPts val="258"/>
              </a:spcBef>
              <a:spcAft>
                <a:spcPts val="0"/>
              </a:spcAft>
              <a:buClr>
                <a:srgbClr val="595959"/>
              </a:buClr>
              <a:buSzPts val="1400"/>
              <a:buNone/>
              <a:defRPr sz="1292"/>
            </a:lvl5pPr>
            <a:lvl6pPr marL="2532248" lvl="5" indent="-211021" algn="l">
              <a:spcBef>
                <a:spcPts val="258"/>
              </a:spcBef>
              <a:spcAft>
                <a:spcPts val="0"/>
              </a:spcAft>
              <a:buClr>
                <a:schemeClr val="dk1"/>
              </a:buClr>
              <a:buSzPts val="1400"/>
              <a:buFont typeface="Arial"/>
              <a:buNone/>
              <a:defRPr sz="1292"/>
            </a:lvl6pPr>
            <a:lvl7pPr marL="2954289" lvl="6" indent="-211021" algn="l">
              <a:spcBef>
                <a:spcPts val="258"/>
              </a:spcBef>
              <a:spcAft>
                <a:spcPts val="0"/>
              </a:spcAft>
              <a:buClr>
                <a:schemeClr val="dk1"/>
              </a:buClr>
              <a:buSzPts val="1400"/>
              <a:buFont typeface="Arial"/>
              <a:buNone/>
              <a:defRPr sz="1292"/>
            </a:lvl7pPr>
            <a:lvl8pPr marL="3376331" lvl="7" indent="-211021" algn="l">
              <a:spcBef>
                <a:spcPts val="258"/>
              </a:spcBef>
              <a:spcAft>
                <a:spcPts val="0"/>
              </a:spcAft>
              <a:buClr>
                <a:schemeClr val="dk1"/>
              </a:buClr>
              <a:buSzPts val="1400"/>
              <a:buFont typeface="Arial"/>
              <a:buNone/>
              <a:defRPr sz="1292"/>
            </a:lvl8pPr>
            <a:lvl9pPr marL="3798372" lvl="8" indent="-211021" algn="l">
              <a:spcBef>
                <a:spcPts val="258"/>
              </a:spcBef>
              <a:spcAft>
                <a:spcPts val="0"/>
              </a:spcAft>
              <a:buClr>
                <a:schemeClr val="dk1"/>
              </a:buClr>
              <a:buSzPts val="1400"/>
              <a:buFont typeface="Arial"/>
              <a:buNone/>
              <a:defRPr sz="1292"/>
            </a:lvl9pPr>
          </a:lstStyle>
          <a:p>
            <a:endParaRPr/>
          </a:p>
        </p:txBody>
      </p:sp>
      <p:sp>
        <p:nvSpPr>
          <p:cNvPr id="36" name="Google Shape;36;p74"/>
          <p:cNvSpPr txBox="1">
            <a:spLocks noGrp="1"/>
          </p:cNvSpPr>
          <p:nvPr>
            <p:ph type="sldNum" idx="12"/>
          </p:nvPr>
        </p:nvSpPr>
        <p:spPr>
          <a:xfrm>
            <a:off x="7230757" y="6417793"/>
            <a:ext cx="1578177"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108" b="0" i="0" u="none" strike="noStrike" cap="none">
                <a:solidFill>
                  <a:srgbClr val="595959"/>
                </a:solidFill>
                <a:latin typeface="Meiryo"/>
                <a:ea typeface="Meiryo"/>
                <a:cs typeface="Meiryo"/>
                <a:sym typeface="Meiryo"/>
              </a:defRPr>
            </a:lvl1pPr>
            <a:lvl2pPr marL="0" lvl="1" indent="0" algn="r">
              <a:spcBef>
                <a:spcPts val="0"/>
              </a:spcBef>
              <a:buNone/>
              <a:defRPr sz="1108" b="0" i="0" u="none" strike="noStrike" cap="none">
                <a:solidFill>
                  <a:srgbClr val="595959"/>
                </a:solidFill>
                <a:latin typeface="Meiryo"/>
                <a:ea typeface="Meiryo"/>
                <a:cs typeface="Meiryo"/>
                <a:sym typeface="Meiryo"/>
              </a:defRPr>
            </a:lvl2pPr>
            <a:lvl3pPr marL="0" lvl="2" indent="0" algn="r">
              <a:spcBef>
                <a:spcPts val="0"/>
              </a:spcBef>
              <a:buNone/>
              <a:defRPr sz="1108" b="0" i="0" u="none" strike="noStrike" cap="none">
                <a:solidFill>
                  <a:srgbClr val="595959"/>
                </a:solidFill>
                <a:latin typeface="Meiryo"/>
                <a:ea typeface="Meiryo"/>
                <a:cs typeface="Meiryo"/>
                <a:sym typeface="Meiryo"/>
              </a:defRPr>
            </a:lvl3pPr>
            <a:lvl4pPr marL="0" lvl="3" indent="0" algn="r">
              <a:spcBef>
                <a:spcPts val="0"/>
              </a:spcBef>
              <a:buNone/>
              <a:defRPr sz="1108" b="0" i="0" u="none" strike="noStrike" cap="none">
                <a:solidFill>
                  <a:srgbClr val="595959"/>
                </a:solidFill>
                <a:latin typeface="Meiryo"/>
                <a:ea typeface="Meiryo"/>
                <a:cs typeface="Meiryo"/>
                <a:sym typeface="Meiryo"/>
              </a:defRPr>
            </a:lvl4pPr>
            <a:lvl5pPr marL="0" lvl="4" indent="0" algn="r">
              <a:spcBef>
                <a:spcPts val="0"/>
              </a:spcBef>
              <a:buNone/>
              <a:defRPr sz="1108" b="0" i="0" u="none" strike="noStrike" cap="none">
                <a:solidFill>
                  <a:srgbClr val="595959"/>
                </a:solidFill>
                <a:latin typeface="Meiryo"/>
                <a:ea typeface="Meiryo"/>
                <a:cs typeface="Meiryo"/>
                <a:sym typeface="Meiryo"/>
              </a:defRPr>
            </a:lvl5pPr>
            <a:lvl6pPr marL="0" lvl="5" indent="0" algn="r">
              <a:spcBef>
                <a:spcPts val="0"/>
              </a:spcBef>
              <a:buNone/>
              <a:defRPr sz="1108" b="0" i="0" u="none" strike="noStrike" cap="none">
                <a:solidFill>
                  <a:srgbClr val="595959"/>
                </a:solidFill>
                <a:latin typeface="Meiryo"/>
                <a:ea typeface="Meiryo"/>
                <a:cs typeface="Meiryo"/>
                <a:sym typeface="Meiryo"/>
              </a:defRPr>
            </a:lvl6pPr>
            <a:lvl7pPr marL="0" lvl="6" indent="0" algn="r">
              <a:spcBef>
                <a:spcPts val="0"/>
              </a:spcBef>
              <a:buNone/>
              <a:defRPr sz="1108" b="0" i="0" u="none" strike="noStrike" cap="none">
                <a:solidFill>
                  <a:srgbClr val="595959"/>
                </a:solidFill>
                <a:latin typeface="Meiryo"/>
                <a:ea typeface="Meiryo"/>
                <a:cs typeface="Meiryo"/>
                <a:sym typeface="Meiryo"/>
              </a:defRPr>
            </a:lvl7pPr>
            <a:lvl8pPr marL="0" lvl="7" indent="0" algn="r">
              <a:spcBef>
                <a:spcPts val="0"/>
              </a:spcBef>
              <a:buNone/>
              <a:defRPr sz="1108" b="0" i="0" u="none" strike="noStrike" cap="none">
                <a:solidFill>
                  <a:srgbClr val="595959"/>
                </a:solidFill>
                <a:latin typeface="Meiryo"/>
                <a:ea typeface="Meiryo"/>
                <a:cs typeface="Meiryo"/>
                <a:sym typeface="Meiryo"/>
              </a:defRPr>
            </a:lvl8pPr>
            <a:lvl9pPr marL="0" lvl="8" indent="0" algn="r">
              <a:spcBef>
                <a:spcPts val="0"/>
              </a:spcBef>
              <a:buNone/>
              <a:defRPr sz="1108" b="0" i="0" u="none" strike="noStrike" cap="none">
                <a:solidFill>
                  <a:srgbClr val="595959"/>
                </a:solidFill>
                <a:latin typeface="Meiryo"/>
                <a:ea typeface="Meiryo"/>
                <a:cs typeface="Meiryo"/>
                <a:sym typeface="Meiryo"/>
              </a:defRPr>
            </a:lvl9pPr>
          </a:lstStyle>
          <a:p>
            <a:fld id="{00000000-1234-1234-1234-123412341234}" type="slidenum">
              <a:rPr lang="en-US" altLang="ja-JP" smtClean="0"/>
              <a:pPr/>
              <a:t>‹#›</a:t>
            </a:fld>
            <a:endParaRPr lang="ja-JP" altLang="en-US"/>
          </a:p>
        </p:txBody>
      </p:sp>
    </p:spTree>
    <p:extLst>
      <p:ext uri="{BB962C8B-B14F-4D97-AF65-F5344CB8AC3E}">
        <p14:creationId xmlns:p14="http://schemas.microsoft.com/office/powerpoint/2010/main" val="2031033790"/>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 Id="rId19"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kumimoji="1" lang="ja-JP" altLang="en-US"/>
              <a:t>マスタ タイトルの書式設定</a:t>
            </a:r>
          </a:p>
        </p:txBody>
      </p:sp>
      <p:sp>
        <p:nvSpPr>
          <p:cNvPr id="3" name="テキスト プレースホルダ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kumimoji="1" lang="ja-JP" altLang="en-US"/>
              <a:t>マスタ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6AFBB2C-C66B-4641-A283-C9B638AC71F2}" type="datetime1">
              <a:rPr kumimoji="1" lang="ja-JP" altLang="en-US" smtClean="0"/>
              <a:t>2026/9/15</a:t>
            </a:fld>
            <a:endParaRPr kumimoji="1" lang="ja-JP" altLang="en-US"/>
          </a:p>
        </p:txBody>
      </p:sp>
      <p:sp>
        <p:nvSpPr>
          <p:cNvPr id="5" name="フッター プレースホルダ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A4D7C8B-752E-4A68-8D62-22DADB007538}" type="slidenum">
              <a:rPr kumimoji="1" lang="ja-JP" altLang="en-US" smtClean="0"/>
              <a:t>‹#›</a:t>
            </a:fld>
            <a:endParaRPr kumimoji="1" lang="ja-JP" altLang="en-US"/>
          </a:p>
        </p:txBody>
      </p:sp>
      <p:pic>
        <p:nvPicPr>
          <p:cNvPr id="8" name="Picture 71" descr="\\172.30.97.141\d$\ProjectData\80_個人WORK\shingo.ichikawa\FLIGHT-Logo.gif"/>
          <p:cNvPicPr>
            <a:picLocks noChangeAspect="1" noChangeArrowheads="1"/>
          </p:cNvPicPr>
          <p:nvPr userDrawn="1"/>
        </p:nvPicPr>
        <p:blipFill>
          <a:blip r:embed="rId19" cstate="print"/>
          <a:srcRect/>
          <a:stretch>
            <a:fillRect/>
          </a:stretch>
        </p:blipFill>
        <p:spPr bwMode="auto">
          <a:xfrm>
            <a:off x="8271308" y="92076"/>
            <a:ext cx="706438" cy="568325"/>
          </a:xfrm>
          <a:prstGeom prst="rect">
            <a:avLst/>
          </a:prstGeom>
          <a:noFill/>
          <a:ln w="9525">
            <a:noFill/>
            <a:bevel/>
          </a:ln>
        </p:spPr>
      </p:pic>
      <p:sp>
        <p:nvSpPr>
          <p:cNvPr id="10" name="Text Box 6"/>
          <p:cNvSpPr>
            <a:spLocks noChangeArrowheads="1"/>
          </p:cNvSpPr>
          <p:nvPr userDrawn="1"/>
        </p:nvSpPr>
        <p:spPr bwMode="auto">
          <a:xfrm>
            <a:off x="2657154" y="6586538"/>
            <a:ext cx="4019924" cy="279180"/>
          </a:xfrm>
          <a:prstGeom prst="rect">
            <a:avLst/>
          </a:prstGeom>
          <a:noFill/>
          <a:ln w="9525">
            <a:noFill/>
            <a:bevel/>
          </a:ln>
        </p:spPr>
        <p:txBody>
          <a:bodyPr wrap="none" lIns="90000" tIns="46800" rIns="90000" bIns="46800">
            <a:spAutoFit/>
          </a:bodyPr>
          <a:lstStyle/>
          <a:p>
            <a:r>
              <a:rPr lang="en-US" altLang="ja-JP" sz="1200" dirty="0">
                <a:solidFill>
                  <a:schemeClr val="tx1">
                    <a:lumMod val="65000"/>
                    <a:lumOff val="35000"/>
                  </a:schemeClr>
                </a:solidFill>
              </a:rPr>
              <a:t>Copyright ©  2026 FLIGHT SOLUTIONS Inc. All rights reserved </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hdr="0" ftr="0" dt="0"/>
  <p:txStyles>
    <p:titleStyle>
      <a:lvl1pPr algn="ctr" defTabSz="914400" rtl="0" eaLnBrk="1" latinLnBrk="0" hangingPunct="1">
        <a:spcBef>
          <a:spcPct val="0"/>
        </a:spcBef>
        <a:buNone/>
        <a:defRPr kumimoji="1"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kumimoji="1"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kumimoji="1"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kumimoji="1"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kumimoji="1"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kumimoji="1"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kumimoji="1"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kumimoji="1"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kumimoji="1"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kumimoji="1" sz="20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image" Target="../media/image10.jpeg"/><Relationship Id="rId6" Type="http://schemas.openxmlformats.org/officeDocument/2006/relationships/image" Target="../media/image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6.xml"/><Relationship Id="rId3" Type="http://schemas.openxmlformats.org/officeDocument/2006/relationships/image" Target="../media/image11.jpg"/><Relationship Id="rId4" Type="http://schemas.openxmlformats.org/officeDocument/2006/relationships/image" Target="../media/image12.png"/><Relationship Id="rId5" Type="http://schemas.openxmlformats.org/officeDocument/2006/relationships/image" Target="../media/image13.png"/><Relationship Id="rId6" Type="http://schemas.openxmlformats.org/officeDocument/2006/relationships/image" Target="../media/image1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12"/>
          <p:cNvSpPr>
            <a:spLocks noChangeAspect="1" noChangeArrowheads="1"/>
          </p:cNvSpPr>
          <p:nvPr/>
        </p:nvSpPr>
        <p:spPr bwMode="auto">
          <a:xfrm>
            <a:off x="4562475" y="3419475"/>
            <a:ext cx="19050" cy="19050"/>
          </a:xfrm>
          <a:prstGeom prst="rect">
            <a:avLst/>
          </a:prstGeom>
          <a:noFill/>
          <a:ln w="9525">
            <a:noFill/>
            <a:bevel/>
          </a:ln>
        </p:spPr>
        <p:txBody>
          <a:bodyPr/>
          <a:lstStyle/>
          <a:p>
            <a:pPr eaLnBrk="1" hangingPunct="1"/>
            <a:endParaRPr lang="ja-JP" altLang="ja-JP">
              <a:ea typeface="ＭＳ Ｐゴシック" panose="020B0600070205080204" charset="-128"/>
            </a:endParaRPr>
          </a:p>
        </p:txBody>
      </p:sp>
      <p:sp>
        <p:nvSpPr>
          <p:cNvPr id="5" name="Rectangle 2"/>
          <p:cNvSpPr txBox="1">
            <a:spLocks noChangeArrowheads="1"/>
          </p:cNvSpPr>
          <p:nvPr/>
        </p:nvSpPr>
        <p:spPr bwMode="auto">
          <a:xfrm>
            <a:off x="553744" y="2002904"/>
            <a:ext cx="8153400" cy="1762125"/>
          </a:xfrm>
          <a:prstGeom prst="rect">
            <a:avLst/>
          </a:prstGeom>
          <a:noFill/>
          <a:ln>
            <a:miter lim="800000"/>
          </a:ln>
        </p:spPr>
        <p:txBody>
          <a:bodyPr vert="horz" lIns="91440" tIns="45720" rIns="91440" bIns="45720" rtlCol="0" anchor="ctr" anchorCtr="1">
            <a:normAutofit/>
          </a:bodyPr>
          <a:lstStyle/>
          <a:p>
            <a:pPr lvl="0" algn="ctr">
              <a:spcBef>
                <a:spcPct val="0"/>
              </a:spcBef>
              <a:defRPr/>
            </a:pPr>
            <a:r>
              <a:rPr lang="en-US" altLang="ja-JP" sz="3200" b="1" dirty="0" err="1">
                <a:latin typeface="メイリオ" panose="020B0604030504040204" pitchFamily="50" charset="-128"/>
                <a:ea typeface="メイリオ" panose="020B0604030504040204" pitchFamily="50" charset="-128"/>
                <a:cs typeface="メイリオ" panose="020B0604030504040204" pitchFamily="50" charset="-128"/>
                <a:sym typeface="メイリオ" panose="020B0604030504040204" pitchFamily="50" charset="-128"/>
              </a:rPr>
              <a:t>BtoB</a:t>
            </a:r>
            <a:r>
              <a:rPr lang="ja-JP" altLang="en-US" sz="3200" b="1" dirty="0">
                <a:latin typeface="メイリオ" panose="020B0604030504040204" pitchFamily="50" charset="-128"/>
                <a:ea typeface="メイリオ" panose="020B0604030504040204" pitchFamily="50" charset="-128"/>
                <a:cs typeface="メイリオ" panose="020B0604030504040204" pitchFamily="50" charset="-128"/>
                <a:sym typeface="メイリオ" panose="020B0604030504040204" pitchFamily="50" charset="-128"/>
              </a:rPr>
              <a:t>サイト構築</a:t>
            </a:r>
            <a:endParaRPr lang="en-US" altLang="ja-JP" sz="3200" b="1" dirty="0">
              <a:latin typeface="メイリオ" panose="020B0604030504040204" pitchFamily="50" charset="-128"/>
              <a:ea typeface="メイリオ" panose="020B0604030504040204" pitchFamily="50" charset="-128"/>
              <a:cs typeface="メイリオ" panose="020B0604030504040204" pitchFamily="50" charset="-128"/>
              <a:sym typeface="メイリオ" panose="020B0604030504040204" pitchFamily="50" charset="-128"/>
            </a:endParaRPr>
          </a:p>
          <a:p>
            <a:pPr lvl="0" algn="ctr">
              <a:spcBef>
                <a:spcPct val="0"/>
              </a:spcBef>
              <a:defRPr/>
            </a:pPr>
            <a:r>
              <a:rPr lang="ja-JP" altLang="en-US" sz="3200" b="1" dirty="0">
                <a:latin typeface="メイリオ" panose="020B0604030504040204" pitchFamily="50" charset="-128"/>
                <a:ea typeface="メイリオ" panose="020B0604030504040204" pitchFamily="50" charset="-128"/>
                <a:cs typeface="メイリオ" panose="020B0604030504040204" pitchFamily="50" charset="-128"/>
                <a:sym typeface="メイリオ" panose="020B0604030504040204" pitchFamily="50" charset="-128"/>
              </a:rPr>
              <a:t>要件定義書</a:t>
            </a:r>
            <a:endParaRPr lang="en-US" altLang="ja-JP" sz="3200" b="1" dirty="0">
              <a:latin typeface="メイリオ" panose="020B0604030504040204" pitchFamily="50" charset="-128"/>
              <a:ea typeface="メイリオ" panose="020B0604030504040204" pitchFamily="50" charset="-128"/>
              <a:cs typeface="メイリオ" panose="020B0604030504040204" pitchFamily="50" charset="-128"/>
              <a:sym typeface="メイリオ" panose="020B0604030504040204" pitchFamily="50" charset="-128"/>
            </a:endParaRPr>
          </a:p>
          <a:p>
            <a:pPr lvl="0" algn="ctr">
              <a:spcBef>
                <a:spcPct val="0"/>
              </a:spcBef>
              <a:defRPr/>
            </a:pPr>
            <a:r>
              <a:rPr lang="ja-JP" altLang="en-US" sz="3200" b="1" dirty="0">
                <a:latin typeface="メイリオ" panose="020B0604030504040204" pitchFamily="50" charset="-128"/>
                <a:ea typeface="メイリオ" panose="020B0604030504040204" pitchFamily="50" charset="-128"/>
                <a:cs typeface="メイリオ" panose="020B0604030504040204" pitchFamily="50" charset="-128"/>
                <a:sym typeface="メイリオ" panose="020B0604030504040204" pitchFamily="50" charset="-128"/>
              </a:rPr>
              <a:t>（非機能要件）</a:t>
            </a:r>
            <a:endParaRPr lang="ja-JP" altLang="en-US" sz="1200" b="1" dirty="0">
              <a:latin typeface="メイリオ" panose="020B0604030504040204" pitchFamily="50" charset="-128"/>
              <a:ea typeface="メイリオ" panose="020B0604030504040204" pitchFamily="50" charset="-128"/>
              <a:cs typeface="メイリオ" panose="020B0604030504040204" pitchFamily="50" charset="-128"/>
              <a:sym typeface="メイリオ" panose="020B0604030504040204" pitchFamily="50" charset="-128"/>
            </a:endParaRPr>
          </a:p>
        </p:txBody>
      </p:sp>
      <p:sp>
        <p:nvSpPr>
          <p:cNvPr id="8" name="正方形/長方形 7"/>
          <p:cNvSpPr/>
          <p:nvPr/>
        </p:nvSpPr>
        <p:spPr>
          <a:xfrm>
            <a:off x="2691451" y="5359438"/>
            <a:ext cx="3877985" cy="1035668"/>
          </a:xfrm>
          <a:prstGeom prst="rect">
            <a:avLst/>
          </a:prstGeom>
        </p:spPr>
        <p:txBody>
          <a:bodyPr wrap="none">
            <a:spAutoFit/>
          </a:bodyPr>
          <a:lstStyle/>
          <a:p>
            <a:pPr lvl="0" algn="ctr">
              <a:lnSpc>
                <a:spcPct val="120000"/>
              </a:lnSpc>
              <a:spcBef>
                <a:spcPct val="20000"/>
              </a:spcBef>
              <a:defRPr/>
            </a:pPr>
            <a:r>
              <a:rPr lang="en-US" altLang="ja-JP" dirty="0">
                <a:latin typeface="メイリオ" panose="020B0604030504040204" pitchFamily="50" charset="-128"/>
                <a:ea typeface="メイリオ" panose="020B0604030504040204" pitchFamily="50" charset="-128"/>
                <a:cs typeface="メイリオ" panose="020B0604030504040204" pitchFamily="50" charset="-128"/>
                <a:sym typeface="メイリオ" panose="020B0604030504040204" pitchFamily="50" charset="-128"/>
              </a:rPr>
              <a:t>2026</a:t>
            </a:r>
            <a:r>
              <a:rPr lang="ja-JP" altLang="en-US" dirty="0">
                <a:latin typeface="メイリオ" panose="020B0604030504040204" pitchFamily="50" charset="-128"/>
                <a:ea typeface="メイリオ" panose="020B0604030504040204" pitchFamily="50" charset="-128"/>
                <a:cs typeface="メイリオ" panose="020B0604030504040204" pitchFamily="50" charset="-128"/>
                <a:sym typeface="メイリオ" panose="020B0604030504040204" pitchFamily="50" charset="-128"/>
              </a:rPr>
              <a:t>年</a:t>
            </a:r>
            <a:r>
              <a:rPr lang="en-US" altLang="ja-JP" dirty="0">
                <a:latin typeface="メイリオ" panose="020B0604030504040204" pitchFamily="50" charset="-128"/>
                <a:ea typeface="メイリオ" panose="020B0604030504040204" pitchFamily="50" charset="-128"/>
                <a:cs typeface="メイリオ" panose="020B0604030504040204" pitchFamily="50" charset="-128"/>
                <a:sym typeface="メイリオ" panose="020B0604030504040204" pitchFamily="50" charset="-128"/>
              </a:rPr>
              <a:t>9</a:t>
            </a:r>
            <a:r>
              <a:rPr lang="ja-JP" altLang="en-US" dirty="0">
                <a:latin typeface="メイリオ" panose="020B0604030504040204" pitchFamily="50" charset="-128"/>
                <a:ea typeface="メイリオ" panose="020B0604030504040204" pitchFamily="50" charset="-128"/>
                <a:cs typeface="メイリオ" panose="020B0604030504040204" pitchFamily="50" charset="-128"/>
                <a:sym typeface="メイリオ" panose="020B0604030504040204" pitchFamily="50" charset="-128"/>
              </a:rPr>
              <a:t>月</a:t>
            </a:r>
            <a:r>
              <a:rPr lang="en-US" altLang="ja-JP" dirty="0">
                <a:latin typeface="メイリオ" panose="020B0604030504040204" pitchFamily="50" charset="-128"/>
                <a:ea typeface="メイリオ" panose="020B0604030504040204" pitchFamily="50" charset="-128"/>
                <a:cs typeface="メイリオ" panose="020B0604030504040204" pitchFamily="50" charset="-128"/>
                <a:sym typeface="メイリオ" panose="020B0604030504040204" pitchFamily="50" charset="-128"/>
              </a:rPr>
              <a:t>17</a:t>
            </a:r>
            <a:r>
              <a:rPr lang="ja-JP" altLang="en-US" dirty="0">
                <a:latin typeface="メイリオ" panose="020B0604030504040204" pitchFamily="50" charset="-128"/>
                <a:ea typeface="メイリオ" panose="020B0604030504040204" pitchFamily="50" charset="-128"/>
                <a:cs typeface="メイリオ" panose="020B0604030504040204" pitchFamily="50" charset="-128"/>
                <a:sym typeface="メイリオ" panose="020B0604030504040204" pitchFamily="50" charset="-128"/>
              </a:rPr>
              <a:t>日</a:t>
            </a:r>
            <a:endParaRPr lang="en-US" altLang="ja-JP" dirty="0">
              <a:latin typeface="メイリオ" panose="020B0604030504040204" pitchFamily="50" charset="-128"/>
              <a:ea typeface="メイリオ" panose="020B0604030504040204" pitchFamily="50" charset="-128"/>
              <a:cs typeface="メイリオ" panose="020B0604030504040204" pitchFamily="50" charset="-128"/>
              <a:sym typeface="メイリオ" panose="020B0604030504040204" pitchFamily="50" charset="-128"/>
            </a:endParaRPr>
          </a:p>
          <a:p>
            <a:pPr lvl="0" algn="ctr">
              <a:lnSpc>
                <a:spcPct val="120000"/>
              </a:lnSpc>
              <a:spcBef>
                <a:spcPct val="20000"/>
              </a:spcBef>
              <a:defRPr/>
            </a:pPr>
            <a:endParaRPr lang="en-US" altLang="ja-JP" sz="1100" dirty="0">
              <a:latin typeface="メイリオ" panose="020B0604030504040204" pitchFamily="50" charset="-128"/>
              <a:ea typeface="メイリオ" panose="020B0604030504040204" pitchFamily="50" charset="-128"/>
              <a:cs typeface="メイリオ" panose="020B0604030504040204" pitchFamily="50" charset="-128"/>
              <a:sym typeface="メイリオ" panose="020B0604030504040204" pitchFamily="50" charset="-128"/>
            </a:endParaRPr>
          </a:p>
          <a:p>
            <a:pPr lvl="0" algn="ctr">
              <a:lnSpc>
                <a:spcPct val="120000"/>
              </a:lnSpc>
              <a:spcBef>
                <a:spcPct val="20000"/>
              </a:spcBef>
              <a:defRPr/>
            </a:pPr>
            <a:r>
              <a:rPr lang="ja-JP" altLang="en-US" dirty="0">
                <a:latin typeface="メイリオ" panose="020B0604030504040204" pitchFamily="50" charset="-128"/>
                <a:ea typeface="メイリオ" panose="020B0604030504040204" pitchFamily="50" charset="-128"/>
                <a:cs typeface="メイリオ" panose="020B0604030504040204" pitchFamily="50" charset="-128"/>
                <a:sym typeface="メイリオ" panose="020B0604030504040204" pitchFamily="50" charset="-128"/>
              </a:rPr>
              <a:t>株式会社フライトソリューションズ</a:t>
            </a:r>
          </a:p>
        </p:txBody>
      </p:sp>
      <p:sp>
        <p:nvSpPr>
          <p:cNvPr id="3" name="Rectangle 4">
            <a:extLst>
              <a:ext uri="{FF2B5EF4-FFF2-40B4-BE49-F238E27FC236}">
                <a16:creationId xmlns:a16="http://schemas.microsoft.com/office/drawing/2014/main" id="{FD4063C3-E069-F046-9341-AC1C7CF83B0B}"/>
              </a:ext>
            </a:extLst>
          </p:cNvPr>
          <p:cNvSpPr>
            <a:spLocks noChangeArrowheads="1"/>
          </p:cNvSpPr>
          <p:nvPr/>
        </p:nvSpPr>
        <p:spPr bwMode="auto">
          <a:xfrm>
            <a:off x="334495" y="503993"/>
            <a:ext cx="6624638" cy="936625"/>
          </a:xfrm>
          <a:prstGeom prst="rect">
            <a:avLst/>
          </a:prstGeom>
          <a:noFill/>
          <a:ln w="9525">
            <a:noFill/>
            <a:bevel/>
          </a:ln>
        </p:spPr>
        <p:txBody>
          <a:bodyPr anchor="ctr"/>
          <a:lstStyle/>
          <a:p>
            <a:pPr eaLnBrk="1" hangingPunct="1"/>
            <a:r>
              <a:rPr lang="ja-JP" altLang="en-US" sz="2400" u="sng" dirty="0">
                <a:solidFill>
                  <a:srgbClr val="000000"/>
                </a:solidFill>
                <a:latin typeface="メイリオ" panose="020B0604030504040204" pitchFamily="50" charset="-128"/>
                <a:ea typeface="メイリオ" panose="020B0604030504040204" pitchFamily="50" charset="-128"/>
                <a:cs typeface="メイリオ" panose="020B0604030504040204" pitchFamily="50" charset="-128"/>
                <a:sym typeface="メイリオ" panose="020B0604030504040204" pitchFamily="50" charset="-128"/>
              </a:rPr>
              <a:t>ローリングスジャパン合同会社 御中</a:t>
            </a:r>
            <a:endParaRPr lang="en-US" altLang="ja-JP" sz="2400" u="sng" dirty="0">
              <a:solidFill>
                <a:srgbClr val="000000"/>
              </a:solidFill>
              <a:latin typeface="メイリオ" panose="020B0604030504040204" pitchFamily="50" charset="-128"/>
              <a:ea typeface="メイリオ" panose="020B0604030504040204" pitchFamily="50" charset="-128"/>
              <a:cs typeface="メイリオ" panose="020B0604030504040204" pitchFamily="50" charset="-128"/>
              <a:sym typeface="メイリオ" panose="020B0604030504040204" pitchFamily="50" charset="-128"/>
            </a:endParaRPr>
          </a:p>
        </p:txBody>
      </p:sp>
      <p:sp>
        <p:nvSpPr>
          <p:cNvPr id="9" name="正方形/長方形 8">
            <a:extLst>
              <a:ext uri="{FF2B5EF4-FFF2-40B4-BE49-F238E27FC236}">
                <a16:creationId xmlns:a16="http://schemas.microsoft.com/office/drawing/2014/main" id="{C8558805-BD6F-0D70-6AC8-B51EB03C8EB1}"/>
              </a:ext>
            </a:extLst>
          </p:cNvPr>
          <p:cNvSpPr/>
          <p:nvPr/>
        </p:nvSpPr>
        <p:spPr>
          <a:xfrm>
            <a:off x="1998955" y="4427820"/>
            <a:ext cx="5262979" cy="369332"/>
          </a:xfrm>
          <a:prstGeom prst="rect">
            <a:avLst/>
          </a:prstGeom>
        </p:spPr>
        <p:txBody>
          <a:bodyPr wrap="none">
            <a:spAutoFit/>
          </a:bodyPr>
          <a:lstStyle/>
          <a:p>
            <a:r>
              <a:rPr lang="ja-JP" altLang="en-US" dirty="0">
                <a:solidFill>
                  <a:srgbClr val="000000"/>
                </a:solidFill>
                <a:ea typeface="メイリオ" panose="020B0604030504040204" pitchFamily="50" charset="-128"/>
              </a:rPr>
              <a:t>確かな提案力とノウハウで貴社のビジネスを支援</a:t>
            </a:r>
            <a:r>
              <a:rPr lang="ja-JP" altLang="en-US" dirty="0">
                <a:latin typeface="メイリオ" panose="020B0604030504040204" pitchFamily="50" charset="-128"/>
                <a:ea typeface="メイリオ" panose="020B0604030504040204" pitchFamily="50" charset="-128"/>
              </a:rPr>
              <a:t>​</a:t>
            </a:r>
            <a:endParaRPr lang="ja-JP" alt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28"/>
          <p:cNvSpPr txBox="1">
            <a:spLocks noChangeArrowheads="1"/>
          </p:cNvSpPr>
          <p:nvPr/>
        </p:nvSpPr>
        <p:spPr bwMode="auto">
          <a:xfrm>
            <a:off x="179512" y="764704"/>
            <a:ext cx="8372475" cy="307777"/>
          </a:xfrm>
          <a:prstGeom prst="rect">
            <a:avLst/>
          </a:prstGeom>
          <a:noFill/>
          <a:ln w="9525">
            <a:noFill/>
            <a:miter lim="800000"/>
          </a:ln>
        </p:spPr>
        <p:txBody>
          <a:bodyPr>
            <a:spAutoFit/>
          </a:bodyPr>
          <a:lstStyle/>
          <a:p>
            <a:pPr algn="l">
              <a:spcBef>
                <a:spcPts val="300"/>
              </a:spcBef>
            </a:pPr>
            <a:r>
              <a:rPr lang="en-US" altLang="ja-JP" sz="1400" dirty="0">
                <a:uFillTx/>
                <a:latin typeface="メイリオ" pitchFamily="50" charset="-128"/>
                <a:ea typeface="メイリオ" pitchFamily="50" charset="-128"/>
                <a:cs typeface="メイリオ" pitchFamily="50" charset="-128"/>
              </a:rPr>
              <a:t>EC-Rider B2B</a:t>
            </a:r>
            <a:r>
              <a:rPr lang="ja-JP" altLang="en-US" sz="1400" dirty="0">
                <a:uFillTx/>
                <a:latin typeface="メイリオ" pitchFamily="50" charset="-128"/>
                <a:ea typeface="メイリオ" pitchFamily="50" charset="-128"/>
                <a:cs typeface="メイリオ" pitchFamily="50" charset="-128"/>
              </a:rPr>
              <a:t> </a:t>
            </a:r>
            <a:r>
              <a:rPr lang="en-US" altLang="ja-JP" sz="1400" dirty="0">
                <a:uFillTx/>
                <a:latin typeface="メイリオ" pitchFamily="50" charset="-128"/>
                <a:ea typeface="メイリオ" pitchFamily="50" charset="-128"/>
                <a:cs typeface="メイリオ" pitchFamily="50" charset="-128"/>
              </a:rPr>
              <a:t>ASP</a:t>
            </a:r>
            <a:r>
              <a:rPr lang="ja-JP" altLang="en-US" sz="1400" dirty="0">
                <a:uFillTx/>
                <a:latin typeface="メイリオ" pitchFamily="50" charset="-128"/>
                <a:ea typeface="メイリオ" pitchFamily="50" charset="-128"/>
                <a:cs typeface="メイリオ" pitchFamily="50" charset="-128"/>
              </a:rPr>
              <a:t>のサービスレベルは以下のとおりです。</a:t>
            </a:r>
          </a:p>
        </p:txBody>
      </p:sp>
      <p:sp>
        <p:nvSpPr>
          <p:cNvPr id="5" name="テキスト ボックス 28"/>
          <p:cNvSpPr txBox="1">
            <a:spLocks noChangeArrowheads="1"/>
          </p:cNvSpPr>
          <p:nvPr/>
        </p:nvSpPr>
        <p:spPr bwMode="auto">
          <a:xfrm>
            <a:off x="233129" y="5624319"/>
            <a:ext cx="8647960" cy="430887"/>
          </a:xfrm>
          <a:prstGeom prst="rect">
            <a:avLst/>
          </a:prstGeom>
          <a:noFill/>
          <a:ln w="9525">
            <a:noFill/>
            <a:miter lim="800000"/>
          </a:ln>
        </p:spPr>
        <p:txBody>
          <a:bodyPr wrap="square">
            <a:spAutoFit/>
          </a:bodyPr>
          <a:lstStyle/>
          <a:p>
            <a:pPr marL="804863" indent="-804863" algn="l">
              <a:spcBef>
                <a:spcPts val="300"/>
              </a:spcBef>
            </a:pPr>
            <a:r>
              <a:rPr lang="en-US" altLang="ja-JP" sz="1100" dirty="0">
                <a:uFillTx/>
                <a:latin typeface="メイリオ" pitchFamily="50" charset="-128"/>
                <a:ea typeface="メイリオ" pitchFamily="50" charset="-128"/>
                <a:cs typeface="メイリオ" pitchFamily="50" charset="-128"/>
              </a:rPr>
              <a:t>※1.</a:t>
            </a:r>
            <a:r>
              <a:rPr lang="ja-JP" altLang="en-US" sz="1100" dirty="0">
                <a:uFillTx/>
                <a:latin typeface="メイリオ" pitchFamily="50" charset="-128"/>
                <a:ea typeface="メイリオ" pitchFamily="50" charset="-128"/>
                <a:cs typeface="メイリオ" pitchFamily="50" charset="-128"/>
              </a:rPr>
              <a:t>緊急時：本サービスが利用する</a:t>
            </a:r>
            <a:r>
              <a:rPr lang="en-US" altLang="ja-JP" sz="1100" dirty="0">
                <a:uFillTx/>
                <a:latin typeface="メイリオ" pitchFamily="50" charset="-128"/>
                <a:ea typeface="メイリオ" pitchFamily="50" charset="-128"/>
                <a:cs typeface="メイリオ" pitchFamily="50" charset="-128"/>
              </a:rPr>
              <a:t>OS</a:t>
            </a:r>
            <a:r>
              <a:rPr lang="ja-JP" altLang="en-US" sz="1100" dirty="0" err="1">
                <a:uFillTx/>
                <a:latin typeface="メイリオ" pitchFamily="50" charset="-128"/>
                <a:ea typeface="メイリオ" pitchFamily="50" charset="-128"/>
                <a:cs typeface="メイリオ" pitchFamily="50" charset="-128"/>
              </a:rPr>
              <a:t>、</a:t>
            </a:r>
            <a:r>
              <a:rPr lang="ja-JP" altLang="en-US" sz="1100" dirty="0">
                <a:uFillTx/>
                <a:latin typeface="メイリオ" pitchFamily="50" charset="-128"/>
                <a:ea typeface="メイリオ" pitchFamily="50" charset="-128"/>
                <a:cs typeface="メイリオ" pitchFamily="50" charset="-128"/>
              </a:rPr>
              <a:t>データベース等の脆弱性への対応、ウィルス等の外部要因による損害を未然に防ぐための予期しない作業の発生時</a:t>
            </a:r>
            <a:endParaRPr lang="en-US" altLang="ja-JP" sz="1100" dirty="0">
              <a:uFillTx/>
              <a:latin typeface="メイリオ" pitchFamily="50" charset="-128"/>
              <a:ea typeface="メイリオ" pitchFamily="50" charset="-128"/>
              <a:cs typeface="メイリオ" pitchFamily="50" charset="-128"/>
            </a:endParaRPr>
          </a:p>
        </p:txBody>
      </p:sp>
      <p:sp>
        <p:nvSpPr>
          <p:cNvPr id="7" name="タイトル 1">
            <a:extLst>
              <a:ext uri="{FF2B5EF4-FFF2-40B4-BE49-F238E27FC236}">
                <a16:creationId xmlns:a16="http://schemas.microsoft.com/office/drawing/2014/main" id="{902C11D5-1FC3-45D3-B574-B06029C96C0A}"/>
              </a:ext>
            </a:extLst>
          </p:cNvPr>
          <p:cNvSpPr txBox="1">
            <a:spLocks noChangeArrowheads="1"/>
          </p:cNvSpPr>
          <p:nvPr/>
        </p:nvSpPr>
        <p:spPr bwMode="auto">
          <a:xfrm>
            <a:off x="763588" y="231304"/>
            <a:ext cx="6537325" cy="533400"/>
          </a:xfrm>
          <a:prstGeom prst="rect">
            <a:avLst/>
          </a:prstGeom>
          <a:noFill/>
          <a:ln>
            <a:miter lim="800000"/>
            <a:headEnd/>
            <a:tailEnd/>
          </a:ln>
        </p:spPr>
        <p:txBody>
          <a:bodyPr vert="horz" lIns="91440" tIns="45720" rIns="91440" bIns="45720" rtlCol="0" anchor="ctr">
            <a:normAutofit/>
          </a:bodyPr>
          <a:lstStyle>
            <a:lvl1pPr algn="l" defTabSz="914400" rtl="0" eaLnBrk="1" latinLnBrk="0" hangingPunct="1">
              <a:spcBef>
                <a:spcPct val="0"/>
              </a:spcBef>
              <a:buNone/>
              <a:defRPr kumimoji="1" sz="3200" b="1" kern="1200">
                <a:solidFill>
                  <a:schemeClr val="tx1"/>
                </a:solidFill>
                <a:latin typeface="メイリオ" pitchFamily="50" charset="-128"/>
                <a:ea typeface="メイリオ" pitchFamily="50" charset="-128"/>
                <a:cs typeface="メイリオ" pitchFamily="50" charset="-128"/>
              </a:defRPr>
            </a:lvl1pPr>
          </a:lstStyle>
          <a:p>
            <a:pPr>
              <a:lnSpc>
                <a:spcPct val="75000"/>
              </a:lnSpc>
            </a:pPr>
            <a:r>
              <a:rPr lang="ja-JP" altLang="en-US" sz="2800" b="0" dirty="0"/>
              <a:t>1.SLA（1/2）</a:t>
            </a:r>
          </a:p>
        </p:txBody>
      </p:sp>
      <p:graphicFrame>
        <p:nvGraphicFramePr>
          <p:cNvPr id="2" name="表 1">
            <a:extLst>
              <a:ext uri="{FF2B5EF4-FFF2-40B4-BE49-F238E27FC236}">
                <a16:creationId xmlns:a16="http://schemas.microsoft.com/office/drawing/2014/main" id="{AA0685DF-7FCE-0D6C-93DD-5F85C458F389}"/>
              </a:ext>
            </a:extLst>
          </p:cNvPr>
          <p:cNvGraphicFramePr>
            <a:graphicFrameLocks noGrp="1"/>
          </p:cNvGraphicFramePr>
          <p:nvPr>
            <p:extLst>
              <p:ext uri="{D42A27DB-BD31-4B8C-83A1-F6EECF244321}">
                <p14:modId xmlns:p14="http://schemas.microsoft.com/office/powerpoint/2010/main" val="3807545430"/>
              </p:ext>
            </p:extLst>
          </p:nvPr>
        </p:nvGraphicFramePr>
        <p:xfrm>
          <a:off x="258296" y="1072481"/>
          <a:ext cx="8622793" cy="4459505"/>
        </p:xfrm>
        <a:graphic>
          <a:graphicData uri="http://schemas.openxmlformats.org/drawingml/2006/table">
            <a:tbl>
              <a:tblPr firstRow="1" bandRow="1">
                <a:tableStyleId>{5C22544A-7EE6-4342-B048-85BDC9FD1C3A}</a:tableStyleId>
              </a:tblPr>
              <a:tblGrid>
                <a:gridCol w="356617">
                  <a:extLst>
                    <a:ext uri="{9D8B030D-6E8A-4147-A177-3AD203B41FA5}">
                      <a16:colId xmlns:a16="http://schemas.microsoft.com/office/drawing/2014/main" val="20000"/>
                    </a:ext>
                  </a:extLst>
                </a:gridCol>
                <a:gridCol w="2304288">
                  <a:extLst>
                    <a:ext uri="{9D8B030D-6E8A-4147-A177-3AD203B41FA5}">
                      <a16:colId xmlns:a16="http://schemas.microsoft.com/office/drawing/2014/main" val="20001"/>
                    </a:ext>
                  </a:extLst>
                </a:gridCol>
                <a:gridCol w="4481856">
                  <a:extLst>
                    <a:ext uri="{9D8B030D-6E8A-4147-A177-3AD203B41FA5}">
                      <a16:colId xmlns:a16="http://schemas.microsoft.com/office/drawing/2014/main" val="20002"/>
                    </a:ext>
                  </a:extLst>
                </a:gridCol>
                <a:gridCol w="1480032">
                  <a:extLst>
                    <a:ext uri="{9D8B030D-6E8A-4147-A177-3AD203B41FA5}">
                      <a16:colId xmlns:a16="http://schemas.microsoft.com/office/drawing/2014/main" val="20003"/>
                    </a:ext>
                  </a:extLst>
                </a:gridCol>
              </a:tblGrid>
              <a:tr h="264642">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200" b="1" i="0" u="none" strike="noStrike" cap="none" normalizeH="0" baseline="0">
                        <a:ln>
                          <a:noFill/>
                        </a:ln>
                        <a:solidFill>
                          <a:schemeClr val="bg1"/>
                        </a:solidFill>
                        <a:effectLst/>
                        <a:latin typeface="メイリオ" pitchFamily="50" charset="-128"/>
                        <a:ea typeface="メイリオ" pitchFamily="50" charset="-128"/>
                        <a:cs typeface="メイリオ" pitchFamily="50" charset="-128"/>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200">
                          <a:latin typeface="メイリオ" panose="020B0604030504040204" pitchFamily="50" charset="-128"/>
                          <a:ea typeface="メイリオ" panose="020B0604030504040204" pitchFamily="50" charset="-128"/>
                        </a:rPr>
                        <a:t>項目</a:t>
                      </a:r>
                      <a:endParaRPr kumimoji="1" lang="ja-JP" altLang="en-US" sz="1200">
                        <a:latin typeface="メイリオ" pitchFamily="50" charset="-128"/>
                        <a:ea typeface="メイリオ" pitchFamily="50" charset="-128"/>
                        <a:cs typeface="メイリオ" pitchFamily="50" charset="-128"/>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200">
                          <a:latin typeface="メイリオ" panose="020B0604030504040204" pitchFamily="50" charset="-128"/>
                          <a:ea typeface="メイリオ" panose="020B0604030504040204" pitchFamily="50" charset="-128"/>
                        </a:rPr>
                        <a:t>内容</a:t>
                      </a:r>
                      <a:endParaRPr kumimoji="1" lang="ja-JP" altLang="en-US" sz="1200">
                        <a:latin typeface="メイリオ" pitchFamily="50" charset="-128"/>
                        <a:ea typeface="メイリオ" pitchFamily="50" charset="-128"/>
                        <a:cs typeface="メイリオ" pitchFamily="50" charset="-128"/>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200" dirty="0">
                          <a:latin typeface="メイリオ" panose="020B0604030504040204" pitchFamily="50" charset="-128"/>
                          <a:ea typeface="メイリオ" panose="020B0604030504040204" pitchFamily="50" charset="-128"/>
                        </a:rPr>
                        <a:t>備考</a:t>
                      </a:r>
                      <a:endParaRPr kumimoji="1" lang="ja-JP" altLang="en-US" sz="1200" dirty="0">
                        <a:latin typeface="メイリオ" pitchFamily="50" charset="-128"/>
                        <a:ea typeface="メイリオ" pitchFamily="50" charset="-128"/>
                        <a:cs typeface="メイリオ" pitchFamily="50" charset="-128"/>
                      </a:endParaRPr>
                    </a:p>
                  </a:txBody>
                  <a:tcPr anchor="ctr"/>
                </a:tc>
                <a:extLst>
                  <a:ext uri="{0D108BD9-81ED-4DB2-BD59-A6C34878D82A}">
                    <a16:rowId xmlns:a16="http://schemas.microsoft.com/office/drawing/2014/main" val="10000"/>
                  </a:ext>
                </a:extLst>
              </a:tr>
              <a:tr h="235101">
                <a:tc rowSpan="5">
                  <a:txBody>
                    <a:bodyPr/>
                    <a:lstStyle>
                      <a:lvl1pPr algn="l" eaLnBrk="0" fontAlgn="base" hangingPunct="0">
                        <a:spcBef>
                          <a:spcPct val="20000"/>
                        </a:spcBef>
                        <a:defRPr kumimoji="1">
                          <a:solidFill>
                            <a:srgbClr val="404040"/>
                          </a:solidFill>
                          <a:latin typeface="メイリオ" pitchFamily="50" charset="-128"/>
                          <a:ea typeface="メイリオ" pitchFamily="50" charset="-128"/>
                          <a:cs typeface="メイリオ" pitchFamily="50" charset="-128"/>
                        </a:defRPr>
                      </a:lvl1pPr>
                      <a:lvl2pPr marL="742950" indent="-285750" algn="l" eaLnBrk="0" fontAlgn="base" hangingPunct="0">
                        <a:spcBef>
                          <a:spcPct val="20000"/>
                        </a:spcBef>
                        <a:buFont typeface="Wingdings" pitchFamily="2" charset="2"/>
                        <a:defRPr kumimoji="1" sz="1600">
                          <a:solidFill>
                            <a:srgbClr val="404040"/>
                          </a:solidFill>
                          <a:latin typeface="メイリオ" pitchFamily="50" charset="-128"/>
                          <a:ea typeface="メイリオ" pitchFamily="50" charset="-128"/>
                          <a:cs typeface="メイリオ" pitchFamily="50" charset="-128"/>
                        </a:defRPr>
                      </a:lvl2pPr>
                      <a:lvl3pPr marL="1143000" indent="-228600" algn="l" eaLnBrk="0" fontAlgn="base" hangingPunct="0">
                        <a:spcBef>
                          <a:spcPct val="20000"/>
                        </a:spcBef>
                        <a:buFont typeface="Wingdings" pitchFamily="2" charset="2"/>
                        <a:defRPr kumimoji="1" sz="1400">
                          <a:solidFill>
                            <a:srgbClr val="404040"/>
                          </a:solidFill>
                          <a:latin typeface="メイリオ" pitchFamily="50" charset="-128"/>
                          <a:ea typeface="メイリオ" pitchFamily="50" charset="-128"/>
                          <a:cs typeface="メイリオ" pitchFamily="50" charset="-128"/>
                        </a:defRPr>
                      </a:lvl3pPr>
                      <a:lvl4pPr marL="1600200" indent="-228600" algn="l" eaLnBrk="0" fontAlgn="base" hangingPunct="0">
                        <a:spcBef>
                          <a:spcPct val="20000"/>
                        </a:spcBef>
                        <a:buFont typeface="Wingdings" pitchFamily="2" charset="2"/>
                        <a:defRPr kumimoji="1" sz="1400">
                          <a:solidFill>
                            <a:srgbClr val="404040"/>
                          </a:solidFill>
                          <a:latin typeface="メイリオ" pitchFamily="50" charset="-128"/>
                          <a:ea typeface="メイリオ" pitchFamily="50" charset="-128"/>
                          <a:cs typeface="メイリオ" pitchFamily="50" charset="-128"/>
                        </a:defRPr>
                      </a:lvl4pPr>
                      <a:lvl5pPr marL="2057400" indent="-228600" algn="l" eaLnBrk="0" fontAlgn="base" hangingPunct="0">
                        <a:spcBef>
                          <a:spcPct val="20000"/>
                        </a:spcBef>
                        <a:defRPr kumimoji="1" sz="1400">
                          <a:solidFill>
                            <a:srgbClr val="404040"/>
                          </a:solidFill>
                          <a:latin typeface="メイリオ" pitchFamily="50" charset="-128"/>
                          <a:ea typeface="メイリオ" pitchFamily="50" charset="-128"/>
                          <a:cs typeface="メイリオ" pitchFamily="50" charset="-128"/>
                        </a:defRPr>
                      </a:lvl5pPr>
                      <a:lvl6pPr marL="2514600" indent="-228600" eaLnBrk="0" fontAlgn="base" hangingPunct="0">
                        <a:spcBef>
                          <a:spcPct val="20000"/>
                        </a:spcBef>
                        <a:spcAft>
                          <a:spcPct val="0"/>
                        </a:spcAft>
                        <a:defRPr kumimoji="1" sz="1400">
                          <a:solidFill>
                            <a:srgbClr val="404040"/>
                          </a:solidFill>
                          <a:latin typeface="メイリオ" pitchFamily="50" charset="-128"/>
                          <a:ea typeface="メイリオ" pitchFamily="50" charset="-128"/>
                          <a:cs typeface="メイリオ" pitchFamily="50" charset="-128"/>
                        </a:defRPr>
                      </a:lvl6pPr>
                      <a:lvl7pPr marL="2971800" indent="-228600" eaLnBrk="0" fontAlgn="base" hangingPunct="0">
                        <a:spcBef>
                          <a:spcPct val="20000"/>
                        </a:spcBef>
                        <a:spcAft>
                          <a:spcPct val="0"/>
                        </a:spcAft>
                        <a:defRPr kumimoji="1" sz="1400">
                          <a:solidFill>
                            <a:srgbClr val="404040"/>
                          </a:solidFill>
                          <a:latin typeface="メイリオ" pitchFamily="50" charset="-128"/>
                          <a:ea typeface="メイリオ" pitchFamily="50" charset="-128"/>
                          <a:cs typeface="メイリオ" pitchFamily="50" charset="-128"/>
                        </a:defRPr>
                      </a:lvl7pPr>
                      <a:lvl8pPr marL="3429000" indent="-228600" eaLnBrk="0" fontAlgn="base" hangingPunct="0">
                        <a:spcBef>
                          <a:spcPct val="20000"/>
                        </a:spcBef>
                        <a:spcAft>
                          <a:spcPct val="0"/>
                        </a:spcAft>
                        <a:defRPr kumimoji="1" sz="1400">
                          <a:solidFill>
                            <a:srgbClr val="404040"/>
                          </a:solidFill>
                          <a:latin typeface="メイリオ" pitchFamily="50" charset="-128"/>
                          <a:ea typeface="メイリオ" pitchFamily="50" charset="-128"/>
                          <a:cs typeface="メイリオ" pitchFamily="50" charset="-128"/>
                        </a:defRPr>
                      </a:lvl8pPr>
                      <a:lvl9pPr marL="3886200" indent="-228600" eaLnBrk="0" fontAlgn="base" hangingPunct="0">
                        <a:spcBef>
                          <a:spcPct val="20000"/>
                        </a:spcBef>
                        <a:spcAft>
                          <a:spcPct val="0"/>
                        </a:spcAft>
                        <a:defRPr kumimoji="1" sz="1400">
                          <a:solidFill>
                            <a:srgbClr val="404040"/>
                          </a:solidFill>
                          <a:latin typeface="メイリオ" pitchFamily="50" charset="-128"/>
                          <a:ea typeface="メイリオ" pitchFamily="50" charset="-128"/>
                          <a:cs typeface="メイリオ" pitchFamily="50" charset="-128"/>
                        </a:defRPr>
                      </a:lvl9pPr>
                    </a:lstStyle>
                    <a:p>
                      <a:pPr marL="0" marR="0" lvl="0" indent="0" algn="l" defTabSz="914400" rtl="0" eaLnBrk="0" fontAlgn="base" latinLnBrk="0" hangingPunct="0">
                        <a:lnSpc>
                          <a:spcPct val="100000"/>
                        </a:lnSpc>
                        <a:spcBef>
                          <a:spcPct val="20000"/>
                        </a:spcBef>
                        <a:spcAft>
                          <a:spcPct val="0"/>
                        </a:spcAft>
                        <a:buClrTx/>
                        <a:buSzTx/>
                        <a:buFontTx/>
                        <a:buNone/>
                        <a:tabLst/>
                      </a:pPr>
                      <a:r>
                        <a:rPr kumimoji="1" lang="ja-JP" altLang="en-US" sz="1000" u="none" strike="noStrike" cap="none" normalizeH="0" baseline="0" dirty="0">
                          <a:ln>
                            <a:noFill/>
                          </a:ln>
                          <a:solidFill>
                            <a:schemeClr val="tx1"/>
                          </a:solidFill>
                          <a:effectLst/>
                          <a:latin typeface="メイリオ" panose="020B0604030504040204" pitchFamily="50" charset="-128"/>
                          <a:ea typeface="メイリオ" panose="020B0604030504040204" pitchFamily="50" charset="-128"/>
                        </a:rPr>
                        <a:t>可用性</a:t>
                      </a:r>
                      <a:endParaRPr kumimoji="1" lang="ja-JP" altLang="en-US" sz="1000" b="0" i="0" u="none" strike="noStrike" cap="none" normalizeH="0" baseline="0" dirty="0">
                        <a:ln>
                          <a:noFill/>
                        </a:ln>
                        <a:solidFill>
                          <a:schemeClr val="tx1"/>
                        </a:solidFill>
                        <a:effectLst/>
                        <a:latin typeface="メイリオ" panose="020B0604030504040204" pitchFamily="50" charset="-128"/>
                        <a:ea typeface="メイリオ" panose="020B0604030504040204" pitchFamily="50" charset="-128"/>
                        <a:cs typeface="メイリオ" pitchFamily="50" charset="-128"/>
                      </a:endParaRPr>
                    </a:p>
                  </a:txBody>
                  <a:tcPr marT="45649" marB="45649" vert="wordArtVertRtl" horzOverflow="overflow"/>
                </a:tc>
                <a:tc>
                  <a:txBody>
                    <a:bodyPr/>
                    <a:lstStyle>
                      <a:lvl1pPr algn="l" eaLnBrk="0" fontAlgn="base" hangingPunct="0">
                        <a:spcBef>
                          <a:spcPct val="20000"/>
                        </a:spcBef>
                        <a:defRPr kumimoji="1">
                          <a:solidFill>
                            <a:srgbClr val="404040"/>
                          </a:solidFill>
                          <a:uFillTx/>
                          <a:latin typeface="メイリオ" pitchFamily="50" charset="-128"/>
                          <a:ea typeface="メイリオ" pitchFamily="50" charset="-128"/>
                          <a:cs typeface="メイリオ" pitchFamily="50" charset="-128"/>
                        </a:defRPr>
                      </a:lvl1pPr>
                      <a:lvl2pPr marL="742950" indent="-285750" algn="l" eaLnBrk="0" fontAlgn="base" hangingPunct="0">
                        <a:spcBef>
                          <a:spcPct val="20000"/>
                        </a:spcBef>
                        <a:buFont typeface="Wingdings" pitchFamily="2" charset="2"/>
                        <a:defRPr kumimoji="1" sz="1600">
                          <a:solidFill>
                            <a:srgbClr val="404040"/>
                          </a:solidFill>
                          <a:uFillTx/>
                          <a:latin typeface="メイリオ" pitchFamily="50" charset="-128"/>
                          <a:ea typeface="メイリオ" pitchFamily="50" charset="-128"/>
                          <a:cs typeface="メイリオ" pitchFamily="50" charset="-128"/>
                        </a:defRPr>
                      </a:lvl2pPr>
                      <a:lvl3pPr marL="1143000" indent="-228600" algn="l" eaLnBrk="0" fontAlgn="base" hangingPunct="0">
                        <a:spcBef>
                          <a:spcPct val="20000"/>
                        </a:spcBef>
                        <a:buFont typeface="Wingdings" pitchFamily="2" charset="2"/>
                        <a:defRPr kumimoji="1" sz="1400">
                          <a:solidFill>
                            <a:srgbClr val="404040"/>
                          </a:solidFill>
                          <a:uFillTx/>
                          <a:latin typeface="メイリオ" pitchFamily="50" charset="-128"/>
                          <a:ea typeface="メイリオ" pitchFamily="50" charset="-128"/>
                          <a:cs typeface="メイリオ" pitchFamily="50" charset="-128"/>
                        </a:defRPr>
                      </a:lvl3pPr>
                      <a:lvl4pPr marL="1600200" indent="-228600" algn="l" eaLnBrk="0" fontAlgn="base" hangingPunct="0">
                        <a:spcBef>
                          <a:spcPct val="20000"/>
                        </a:spcBef>
                        <a:buFont typeface="Wingdings" pitchFamily="2" charset="2"/>
                        <a:defRPr kumimoji="1" sz="1400">
                          <a:solidFill>
                            <a:srgbClr val="404040"/>
                          </a:solidFill>
                          <a:uFillTx/>
                          <a:latin typeface="メイリオ" pitchFamily="50" charset="-128"/>
                          <a:ea typeface="メイリオ" pitchFamily="50" charset="-128"/>
                          <a:cs typeface="メイリオ" pitchFamily="50" charset="-128"/>
                        </a:defRPr>
                      </a:lvl4pPr>
                      <a:lvl5pPr marL="2057400" indent="-228600" algn="l" eaLnBrk="0" fontAlgn="base" hangingPunct="0">
                        <a:spcBef>
                          <a:spcPct val="20000"/>
                        </a:spcBef>
                        <a:defRPr kumimoji="1" sz="1400">
                          <a:solidFill>
                            <a:srgbClr val="404040"/>
                          </a:solidFill>
                          <a:uFillTx/>
                          <a:latin typeface="メイリオ" pitchFamily="50" charset="-128"/>
                          <a:ea typeface="メイリオ" pitchFamily="50" charset="-128"/>
                          <a:cs typeface="メイリオ" pitchFamily="50" charset="-128"/>
                        </a:defRPr>
                      </a:lvl5pPr>
                      <a:lvl6pPr marL="2514600" indent="-228600" eaLnBrk="0" fontAlgn="base" hangingPunct="0">
                        <a:spcBef>
                          <a:spcPct val="20000"/>
                        </a:spcBef>
                        <a:spcAft>
                          <a:spcPct val="0"/>
                        </a:spcAft>
                        <a:defRPr kumimoji="1" sz="1400">
                          <a:solidFill>
                            <a:srgbClr val="404040"/>
                          </a:solidFill>
                          <a:uFillTx/>
                          <a:latin typeface="メイリオ" pitchFamily="50" charset="-128"/>
                          <a:ea typeface="メイリオ" pitchFamily="50" charset="-128"/>
                          <a:cs typeface="メイリオ" pitchFamily="50" charset="-128"/>
                        </a:defRPr>
                      </a:lvl6pPr>
                      <a:lvl7pPr marL="2971800" indent="-228600" eaLnBrk="0" fontAlgn="base" hangingPunct="0">
                        <a:spcBef>
                          <a:spcPct val="20000"/>
                        </a:spcBef>
                        <a:spcAft>
                          <a:spcPct val="0"/>
                        </a:spcAft>
                        <a:defRPr kumimoji="1" sz="1400">
                          <a:solidFill>
                            <a:srgbClr val="404040"/>
                          </a:solidFill>
                          <a:uFillTx/>
                          <a:latin typeface="メイリオ" pitchFamily="50" charset="-128"/>
                          <a:ea typeface="メイリオ" pitchFamily="50" charset="-128"/>
                          <a:cs typeface="メイリオ" pitchFamily="50" charset="-128"/>
                        </a:defRPr>
                      </a:lvl7pPr>
                      <a:lvl8pPr marL="3429000" indent="-228600" eaLnBrk="0" fontAlgn="base" hangingPunct="0">
                        <a:spcBef>
                          <a:spcPct val="20000"/>
                        </a:spcBef>
                        <a:spcAft>
                          <a:spcPct val="0"/>
                        </a:spcAft>
                        <a:defRPr kumimoji="1" sz="1400">
                          <a:solidFill>
                            <a:srgbClr val="404040"/>
                          </a:solidFill>
                          <a:uFillTx/>
                          <a:latin typeface="メイリオ" pitchFamily="50" charset="-128"/>
                          <a:ea typeface="メイリオ" pitchFamily="50" charset="-128"/>
                          <a:cs typeface="メイリオ" pitchFamily="50" charset="-128"/>
                        </a:defRPr>
                      </a:lvl8pPr>
                      <a:lvl9pPr marL="3886200" indent="-228600" eaLnBrk="0" fontAlgn="base" hangingPunct="0">
                        <a:spcBef>
                          <a:spcPct val="20000"/>
                        </a:spcBef>
                        <a:spcAft>
                          <a:spcPct val="0"/>
                        </a:spcAft>
                        <a:defRPr kumimoji="1" sz="1400">
                          <a:solidFill>
                            <a:srgbClr val="404040"/>
                          </a:solidFill>
                          <a:uFillTx/>
                          <a:latin typeface="メイリオ" pitchFamily="50" charset="-128"/>
                          <a:ea typeface="メイリオ" pitchFamily="50" charset="-128"/>
                          <a:cs typeface="メイリオ" pitchFamily="50" charset="-128"/>
                        </a:defRPr>
                      </a:lvl9pPr>
                    </a:lstStyle>
                    <a:p>
                      <a:pPr marL="0" marR="0" lvl="0" indent="0" algn="l" defTabSz="914400" rtl="0" eaLnBrk="0" fontAlgn="base" latinLnBrk="0" hangingPunct="0">
                        <a:lnSpc>
                          <a:spcPct val="100000"/>
                        </a:lnSpc>
                        <a:spcBef>
                          <a:spcPct val="20000"/>
                        </a:spcBef>
                        <a:spcAft>
                          <a:spcPct val="0"/>
                        </a:spcAft>
                        <a:buFontTx/>
                        <a:buNone/>
                      </a:pPr>
                      <a:r>
                        <a:rPr kumimoji="1" lang="ja-JP" altLang="en-US" sz="1000" u="none" strike="noStrike" cap="none" normalizeH="0" baseline="0" dirty="0">
                          <a:ln>
                            <a:noFill/>
                          </a:ln>
                          <a:solidFill>
                            <a:schemeClr val="tx1"/>
                          </a:solidFill>
                          <a:effectLst/>
                          <a:uFillTx/>
                          <a:latin typeface="メイリオ" pitchFamily="50" charset="-128"/>
                          <a:ea typeface="メイリオ" pitchFamily="50" charset="-128"/>
                          <a:cs typeface="メイリオ" pitchFamily="50" charset="-128"/>
                        </a:rPr>
                        <a:t>サービス時間</a:t>
                      </a:r>
                      <a:endParaRPr kumimoji="1" lang="en-US" altLang="ja-JP" sz="1000" b="0" i="0" u="none" strike="noStrike" cap="none" normalizeH="0" baseline="0" dirty="0">
                        <a:ln>
                          <a:noFill/>
                        </a:ln>
                        <a:solidFill>
                          <a:schemeClr val="tx1"/>
                        </a:solidFill>
                        <a:effectLst/>
                        <a:uFillTx/>
                        <a:latin typeface="メイリオ" pitchFamily="50" charset="-128"/>
                        <a:ea typeface="メイリオ" pitchFamily="50" charset="-128"/>
                        <a:cs typeface="メイリオ" pitchFamily="50" charset="-128"/>
                      </a:endParaRPr>
                    </a:p>
                  </a:txBody>
                  <a:tcPr marT="45649" marB="45649" horzOverflow="overflow"/>
                </a:tc>
                <a:tc>
                  <a:txBody>
                    <a:bodyPr/>
                    <a:lstStyle>
                      <a:lvl1pPr algn="l" eaLnBrk="0" fontAlgn="base" hangingPunct="0">
                        <a:spcBef>
                          <a:spcPct val="20000"/>
                        </a:spcBef>
                        <a:defRPr kumimoji="1">
                          <a:solidFill>
                            <a:srgbClr val="404040"/>
                          </a:solidFill>
                          <a:uFillTx/>
                          <a:latin typeface="メイリオ" pitchFamily="50" charset="-128"/>
                          <a:ea typeface="メイリオ" pitchFamily="50" charset="-128"/>
                          <a:cs typeface="メイリオ" pitchFamily="50" charset="-128"/>
                        </a:defRPr>
                      </a:lvl1pPr>
                      <a:lvl2pPr marL="742950" indent="-285750" algn="l" eaLnBrk="0" fontAlgn="base" hangingPunct="0">
                        <a:spcBef>
                          <a:spcPct val="20000"/>
                        </a:spcBef>
                        <a:buFont typeface="Wingdings" pitchFamily="2" charset="2"/>
                        <a:defRPr kumimoji="1" sz="1600">
                          <a:solidFill>
                            <a:srgbClr val="404040"/>
                          </a:solidFill>
                          <a:uFillTx/>
                          <a:latin typeface="メイリオ" pitchFamily="50" charset="-128"/>
                          <a:ea typeface="メイリオ" pitchFamily="50" charset="-128"/>
                          <a:cs typeface="メイリオ" pitchFamily="50" charset="-128"/>
                        </a:defRPr>
                      </a:lvl2pPr>
                      <a:lvl3pPr marL="1143000" indent="-228600" algn="l" eaLnBrk="0" fontAlgn="base" hangingPunct="0">
                        <a:spcBef>
                          <a:spcPct val="20000"/>
                        </a:spcBef>
                        <a:buFont typeface="Wingdings" pitchFamily="2" charset="2"/>
                        <a:defRPr kumimoji="1" sz="1400">
                          <a:solidFill>
                            <a:srgbClr val="404040"/>
                          </a:solidFill>
                          <a:uFillTx/>
                          <a:latin typeface="メイリオ" pitchFamily="50" charset="-128"/>
                          <a:ea typeface="メイリオ" pitchFamily="50" charset="-128"/>
                          <a:cs typeface="メイリオ" pitchFamily="50" charset="-128"/>
                        </a:defRPr>
                      </a:lvl3pPr>
                      <a:lvl4pPr marL="1600200" indent="-228600" algn="l" eaLnBrk="0" fontAlgn="base" hangingPunct="0">
                        <a:spcBef>
                          <a:spcPct val="20000"/>
                        </a:spcBef>
                        <a:buFont typeface="Wingdings" pitchFamily="2" charset="2"/>
                        <a:defRPr kumimoji="1" sz="1400">
                          <a:solidFill>
                            <a:srgbClr val="404040"/>
                          </a:solidFill>
                          <a:uFillTx/>
                          <a:latin typeface="メイリオ" pitchFamily="50" charset="-128"/>
                          <a:ea typeface="メイリオ" pitchFamily="50" charset="-128"/>
                          <a:cs typeface="メイリオ" pitchFamily="50" charset="-128"/>
                        </a:defRPr>
                      </a:lvl4pPr>
                      <a:lvl5pPr marL="2057400" indent="-228600" algn="l" eaLnBrk="0" fontAlgn="base" hangingPunct="0">
                        <a:spcBef>
                          <a:spcPct val="20000"/>
                        </a:spcBef>
                        <a:defRPr kumimoji="1" sz="1400">
                          <a:solidFill>
                            <a:srgbClr val="404040"/>
                          </a:solidFill>
                          <a:uFillTx/>
                          <a:latin typeface="メイリオ" pitchFamily="50" charset="-128"/>
                          <a:ea typeface="メイリオ" pitchFamily="50" charset="-128"/>
                          <a:cs typeface="メイリオ" pitchFamily="50" charset="-128"/>
                        </a:defRPr>
                      </a:lvl5pPr>
                      <a:lvl6pPr marL="2514600" indent="-228600" eaLnBrk="0" fontAlgn="base" hangingPunct="0">
                        <a:spcBef>
                          <a:spcPct val="20000"/>
                        </a:spcBef>
                        <a:spcAft>
                          <a:spcPct val="0"/>
                        </a:spcAft>
                        <a:defRPr kumimoji="1" sz="1400">
                          <a:solidFill>
                            <a:srgbClr val="404040"/>
                          </a:solidFill>
                          <a:uFillTx/>
                          <a:latin typeface="メイリオ" pitchFamily="50" charset="-128"/>
                          <a:ea typeface="メイリオ" pitchFamily="50" charset="-128"/>
                          <a:cs typeface="メイリオ" pitchFamily="50" charset="-128"/>
                        </a:defRPr>
                      </a:lvl6pPr>
                      <a:lvl7pPr marL="2971800" indent="-228600" eaLnBrk="0" fontAlgn="base" hangingPunct="0">
                        <a:spcBef>
                          <a:spcPct val="20000"/>
                        </a:spcBef>
                        <a:spcAft>
                          <a:spcPct val="0"/>
                        </a:spcAft>
                        <a:defRPr kumimoji="1" sz="1400">
                          <a:solidFill>
                            <a:srgbClr val="404040"/>
                          </a:solidFill>
                          <a:uFillTx/>
                          <a:latin typeface="メイリオ" pitchFamily="50" charset="-128"/>
                          <a:ea typeface="メイリオ" pitchFamily="50" charset="-128"/>
                          <a:cs typeface="メイリオ" pitchFamily="50" charset="-128"/>
                        </a:defRPr>
                      </a:lvl7pPr>
                      <a:lvl8pPr marL="3429000" indent="-228600" eaLnBrk="0" fontAlgn="base" hangingPunct="0">
                        <a:spcBef>
                          <a:spcPct val="20000"/>
                        </a:spcBef>
                        <a:spcAft>
                          <a:spcPct val="0"/>
                        </a:spcAft>
                        <a:defRPr kumimoji="1" sz="1400">
                          <a:solidFill>
                            <a:srgbClr val="404040"/>
                          </a:solidFill>
                          <a:uFillTx/>
                          <a:latin typeface="メイリオ" pitchFamily="50" charset="-128"/>
                          <a:ea typeface="メイリオ" pitchFamily="50" charset="-128"/>
                          <a:cs typeface="メイリオ" pitchFamily="50" charset="-128"/>
                        </a:defRPr>
                      </a:lvl8pPr>
                      <a:lvl9pPr marL="3886200" indent="-228600" eaLnBrk="0" fontAlgn="base" hangingPunct="0">
                        <a:spcBef>
                          <a:spcPct val="20000"/>
                        </a:spcBef>
                        <a:spcAft>
                          <a:spcPct val="0"/>
                        </a:spcAft>
                        <a:defRPr kumimoji="1" sz="1400">
                          <a:solidFill>
                            <a:srgbClr val="404040"/>
                          </a:solidFill>
                          <a:uFillTx/>
                          <a:latin typeface="メイリオ" pitchFamily="50" charset="-128"/>
                          <a:ea typeface="メイリオ" pitchFamily="50" charset="-128"/>
                          <a:cs typeface="メイリオ" pitchFamily="50" charset="-128"/>
                        </a:defRPr>
                      </a:lvl9pPr>
                    </a:lstStyle>
                    <a:p>
                      <a:pPr marL="0" marR="0" lvl="0" indent="0" algn="l" defTabSz="914400" rtl="0" eaLnBrk="0" fontAlgn="base" latinLnBrk="0" hangingPunct="0">
                        <a:lnSpc>
                          <a:spcPct val="100000"/>
                        </a:lnSpc>
                        <a:spcBef>
                          <a:spcPct val="20000"/>
                        </a:spcBef>
                        <a:spcAft>
                          <a:spcPct val="0"/>
                        </a:spcAft>
                        <a:buFontTx/>
                        <a:buNone/>
                      </a:pPr>
                      <a:r>
                        <a:rPr kumimoji="1" lang="en-US" altLang="ja-JP" sz="1000" u="none" strike="noStrike" cap="none" normalizeH="0" baseline="0" dirty="0">
                          <a:ln>
                            <a:noFill/>
                          </a:ln>
                          <a:solidFill>
                            <a:schemeClr val="tx1"/>
                          </a:solidFill>
                          <a:effectLst/>
                          <a:uFillTx/>
                          <a:latin typeface="メイリオ" pitchFamily="50" charset="-128"/>
                          <a:ea typeface="メイリオ" pitchFamily="50" charset="-128"/>
                          <a:cs typeface="メイリオ" pitchFamily="50" charset="-128"/>
                        </a:rPr>
                        <a:t>24</a:t>
                      </a:r>
                      <a:r>
                        <a:rPr kumimoji="1" lang="ja-JP" altLang="en-US" sz="1000" u="none" strike="noStrike" cap="none" normalizeH="0" baseline="0" dirty="0">
                          <a:ln>
                            <a:noFill/>
                          </a:ln>
                          <a:solidFill>
                            <a:schemeClr val="tx1"/>
                          </a:solidFill>
                          <a:effectLst/>
                          <a:uFillTx/>
                          <a:latin typeface="メイリオ" pitchFamily="50" charset="-128"/>
                          <a:ea typeface="メイリオ" pitchFamily="50" charset="-128"/>
                          <a:cs typeface="メイリオ" pitchFamily="50" charset="-128"/>
                        </a:rPr>
                        <a:t>時間</a:t>
                      </a:r>
                      <a:r>
                        <a:rPr kumimoji="1" lang="en-US" altLang="ja-JP" sz="1000" u="none" strike="noStrike" cap="none" normalizeH="0" baseline="0" dirty="0">
                          <a:ln>
                            <a:noFill/>
                          </a:ln>
                          <a:solidFill>
                            <a:schemeClr val="tx1"/>
                          </a:solidFill>
                          <a:effectLst/>
                          <a:uFillTx/>
                          <a:latin typeface="メイリオ" pitchFamily="50" charset="-128"/>
                          <a:ea typeface="メイリオ" pitchFamily="50" charset="-128"/>
                          <a:cs typeface="メイリオ" pitchFamily="50" charset="-128"/>
                        </a:rPr>
                        <a:t>365</a:t>
                      </a:r>
                      <a:r>
                        <a:rPr kumimoji="1" lang="ja-JP" altLang="en-US" sz="1000" u="none" strike="noStrike" cap="none" normalizeH="0" baseline="0" dirty="0">
                          <a:ln>
                            <a:noFill/>
                          </a:ln>
                          <a:solidFill>
                            <a:schemeClr val="tx1"/>
                          </a:solidFill>
                          <a:effectLst/>
                          <a:uFillTx/>
                          <a:latin typeface="メイリオ" pitchFamily="50" charset="-128"/>
                          <a:ea typeface="メイリオ" pitchFamily="50" charset="-128"/>
                          <a:cs typeface="メイリオ" pitchFamily="50" charset="-128"/>
                        </a:rPr>
                        <a:t>日（計画停止</a:t>
                      </a:r>
                      <a:r>
                        <a:rPr kumimoji="1" lang="en-US" altLang="ja-JP" sz="1000" u="none" strike="noStrike" cap="none" normalizeH="0" baseline="0" dirty="0">
                          <a:ln>
                            <a:noFill/>
                          </a:ln>
                          <a:solidFill>
                            <a:schemeClr val="tx1"/>
                          </a:solidFill>
                          <a:effectLst/>
                          <a:uFillTx/>
                          <a:latin typeface="メイリオ" pitchFamily="50" charset="-128"/>
                          <a:ea typeface="メイリオ" pitchFamily="50" charset="-128"/>
                          <a:cs typeface="メイリオ" pitchFamily="50" charset="-128"/>
                        </a:rPr>
                        <a:t>/</a:t>
                      </a:r>
                      <a:r>
                        <a:rPr kumimoji="1" lang="ja-JP" altLang="en-US" sz="1000" u="none" strike="noStrike" cap="none" normalizeH="0" baseline="0" dirty="0">
                          <a:ln>
                            <a:noFill/>
                          </a:ln>
                          <a:solidFill>
                            <a:schemeClr val="tx1"/>
                          </a:solidFill>
                          <a:effectLst/>
                          <a:uFillTx/>
                          <a:latin typeface="メイリオ" pitchFamily="50" charset="-128"/>
                          <a:ea typeface="メイリオ" pitchFamily="50" charset="-128"/>
                          <a:cs typeface="メイリオ" pitchFamily="50" charset="-128"/>
                        </a:rPr>
                        <a:t>定期保守を除く）</a:t>
                      </a:r>
                      <a:endParaRPr kumimoji="1" lang="ja-JP" altLang="en-US" sz="1000" b="0" i="0" u="none" strike="noStrike" cap="none" normalizeH="0" baseline="0" dirty="0">
                        <a:ln>
                          <a:noFill/>
                        </a:ln>
                        <a:solidFill>
                          <a:schemeClr val="tx1"/>
                        </a:solidFill>
                        <a:effectLst/>
                        <a:uFillTx/>
                        <a:latin typeface="メイリオ" pitchFamily="50" charset="-128"/>
                        <a:ea typeface="メイリオ" pitchFamily="50" charset="-128"/>
                        <a:cs typeface="メイリオ" pitchFamily="50" charset="-128"/>
                      </a:endParaRPr>
                    </a:p>
                  </a:txBody>
                  <a:tcPr marT="45649" marB="45649" horzOverflow="overflow"/>
                </a:tc>
                <a:tc>
                  <a:txBody>
                    <a:bodyPr/>
                    <a:lstStyle/>
                    <a:p>
                      <a:pPr marL="0" marR="0" lvl="0" indent="0" algn="l" defTabSz="914400" rtl="0" eaLnBrk="0" fontAlgn="base" latinLnBrk="0" hangingPunct="0">
                        <a:lnSpc>
                          <a:spcPct val="100000"/>
                        </a:lnSpc>
                        <a:spcBef>
                          <a:spcPct val="20000"/>
                        </a:spcBef>
                        <a:spcAft>
                          <a:spcPct val="0"/>
                        </a:spcAft>
                        <a:buFontTx/>
                        <a:buNone/>
                      </a:pPr>
                      <a:r>
                        <a:rPr kumimoji="1" lang="ja-JP" altLang="en-US" sz="1000" u="none" strike="noStrike" cap="none" normalizeH="0" baseline="0" dirty="0">
                          <a:ln>
                            <a:noFill/>
                          </a:ln>
                          <a:effectLst/>
                          <a:uFillTx/>
                          <a:latin typeface="メイリオ" pitchFamily="50" charset="-128"/>
                          <a:ea typeface="メイリオ" pitchFamily="50" charset="-128"/>
                          <a:cs typeface="メイリオ" pitchFamily="50" charset="-128"/>
                        </a:rPr>
                        <a:t>緊急時を除く（</a:t>
                      </a:r>
                      <a:r>
                        <a:rPr kumimoji="1" lang="en-US" altLang="ja-JP" sz="1000" u="none" strike="noStrike" cap="none" normalizeH="0" baseline="0" dirty="0">
                          <a:ln>
                            <a:noFill/>
                          </a:ln>
                          <a:effectLst/>
                          <a:uFillTx/>
                          <a:latin typeface="メイリオ" pitchFamily="50" charset="-128"/>
                          <a:ea typeface="メイリオ" pitchFamily="50" charset="-128"/>
                          <a:cs typeface="メイリオ" pitchFamily="50" charset="-128"/>
                        </a:rPr>
                        <a:t>※1</a:t>
                      </a:r>
                      <a:r>
                        <a:rPr kumimoji="1" lang="ja-JP" altLang="en-US" sz="1000" u="none" strike="noStrike" cap="none" normalizeH="0" baseline="0" dirty="0">
                          <a:ln>
                            <a:noFill/>
                          </a:ln>
                          <a:effectLst/>
                          <a:uFillTx/>
                          <a:latin typeface="メイリオ" pitchFamily="50" charset="-128"/>
                          <a:ea typeface="メイリオ" pitchFamily="50" charset="-128"/>
                          <a:cs typeface="メイリオ" pitchFamily="50" charset="-128"/>
                        </a:rPr>
                        <a:t>）</a:t>
                      </a:r>
                      <a:endParaRPr kumimoji="1" lang="ja-JP" altLang="en-US" sz="1000" b="0" i="0" u="none" strike="noStrike" cap="none" normalizeH="0" baseline="0" dirty="0">
                        <a:ln>
                          <a:noFill/>
                        </a:ln>
                        <a:solidFill>
                          <a:schemeClr val="tx1"/>
                        </a:solidFill>
                        <a:effectLst/>
                        <a:uFillTx/>
                        <a:latin typeface="メイリオ" pitchFamily="50" charset="-128"/>
                        <a:ea typeface="メイリオ" pitchFamily="50" charset="-128"/>
                        <a:cs typeface="メイリオ" pitchFamily="50" charset="-128"/>
                      </a:endParaRPr>
                    </a:p>
                  </a:txBody>
                  <a:tcPr marT="45649" marB="45649" horzOverflow="overflow"/>
                </a:tc>
                <a:extLst>
                  <a:ext uri="{0D108BD9-81ED-4DB2-BD59-A6C34878D82A}">
                    <a16:rowId xmlns:a16="http://schemas.microsoft.com/office/drawing/2014/main" val="10001"/>
                  </a:ext>
                </a:extLst>
              </a:tr>
              <a:tr h="235101">
                <a:tc vMerge="1">
                  <a:txBody>
                    <a:body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1" lang="ja-JP" altLang="en-US" sz="1000" b="0" i="0" u="none" strike="noStrike" cap="none" normalizeH="0" baseline="0">
                        <a:ln>
                          <a:noFill/>
                        </a:ln>
                        <a:solidFill>
                          <a:schemeClr val="tx1"/>
                        </a:solidFill>
                        <a:effectLst/>
                        <a:latin typeface="メイリオ" pitchFamily="50" charset="-128"/>
                        <a:ea typeface="メイリオ" pitchFamily="50" charset="-128"/>
                        <a:cs typeface="メイリオ" pitchFamily="50" charset="-128"/>
                      </a:endParaRPr>
                    </a:p>
                  </a:txBody>
                  <a:tcPr marT="45649" marB="45649" horzOverflow="overflow"/>
                </a:tc>
                <a:tc>
                  <a:txBody>
                    <a:bodyPr/>
                    <a:lstStyle/>
                    <a:p>
                      <a:pPr marL="0" marR="0" lvl="0" indent="0" algn="l" defTabSz="914400" rtl="0" eaLnBrk="0" fontAlgn="base" latinLnBrk="0" hangingPunct="0">
                        <a:lnSpc>
                          <a:spcPct val="100000"/>
                        </a:lnSpc>
                        <a:spcBef>
                          <a:spcPct val="20000"/>
                        </a:spcBef>
                        <a:spcAft>
                          <a:spcPct val="0"/>
                        </a:spcAft>
                        <a:buFontTx/>
                        <a:buNone/>
                      </a:pPr>
                      <a:r>
                        <a:rPr kumimoji="1" lang="ja-JP" altLang="en-US" sz="1000" u="none" strike="noStrike" cap="none" normalizeH="0" baseline="0" dirty="0">
                          <a:ln>
                            <a:noFill/>
                          </a:ln>
                          <a:effectLst/>
                          <a:uFillTx/>
                          <a:latin typeface="メイリオ" pitchFamily="50" charset="-128"/>
                          <a:ea typeface="メイリオ" pitchFamily="50" charset="-128"/>
                          <a:cs typeface="メイリオ" pitchFamily="50" charset="-128"/>
                        </a:rPr>
                        <a:t>計画停止予定通知</a:t>
                      </a:r>
                      <a:endParaRPr kumimoji="1" lang="en-US" altLang="ja-JP" sz="1000" b="0" i="0" u="none" strike="noStrike" cap="none" normalizeH="0" baseline="0" dirty="0">
                        <a:ln>
                          <a:noFill/>
                        </a:ln>
                        <a:solidFill>
                          <a:schemeClr val="tx1"/>
                        </a:solidFill>
                        <a:effectLst/>
                        <a:uFillTx/>
                        <a:latin typeface="メイリオ" pitchFamily="50" charset="-128"/>
                        <a:ea typeface="メイリオ" pitchFamily="50" charset="-128"/>
                        <a:cs typeface="メイリオ" pitchFamily="50" charset="-128"/>
                      </a:endParaRPr>
                    </a:p>
                  </a:txBody>
                  <a:tcPr marT="45649" marB="45649" horzOverflow="overflow"/>
                </a:tc>
                <a:tc>
                  <a:txBody>
                    <a:bodyPr/>
                    <a:lstStyle/>
                    <a:p>
                      <a:pPr marL="0" marR="0" lvl="0" indent="0" algn="l" defTabSz="914400" rtl="0" eaLnBrk="0" fontAlgn="base" latinLnBrk="0" hangingPunct="0">
                        <a:lnSpc>
                          <a:spcPct val="100000"/>
                        </a:lnSpc>
                        <a:spcBef>
                          <a:spcPct val="20000"/>
                        </a:spcBef>
                        <a:spcAft>
                          <a:spcPct val="0"/>
                        </a:spcAft>
                        <a:buFontTx/>
                        <a:buNone/>
                      </a:pPr>
                      <a:r>
                        <a:rPr kumimoji="1" lang="en-US" altLang="ja-JP" sz="1000" u="none" strike="noStrike" cap="none" normalizeH="0" baseline="0" dirty="0">
                          <a:ln>
                            <a:noFill/>
                          </a:ln>
                          <a:effectLst/>
                          <a:uFillTx/>
                          <a:latin typeface="メイリオ" pitchFamily="50" charset="-128"/>
                          <a:ea typeface="メイリオ" pitchFamily="50" charset="-128"/>
                          <a:cs typeface="メイリオ" pitchFamily="50" charset="-128"/>
                        </a:rPr>
                        <a:t>2</a:t>
                      </a:r>
                      <a:r>
                        <a:rPr kumimoji="1" lang="ja-JP" altLang="en-US" sz="1000" u="none" strike="noStrike" cap="none" normalizeH="0" baseline="0" dirty="0">
                          <a:ln>
                            <a:noFill/>
                          </a:ln>
                          <a:effectLst/>
                          <a:uFillTx/>
                          <a:latin typeface="メイリオ" pitchFamily="50" charset="-128"/>
                          <a:ea typeface="メイリオ" pitchFamily="50" charset="-128"/>
                          <a:cs typeface="メイリオ" pitchFamily="50" charset="-128"/>
                        </a:rPr>
                        <a:t>週間以上前にメールあるいはホームページで通知</a:t>
                      </a:r>
                      <a:endParaRPr kumimoji="1" lang="ja-JP" altLang="en-US" sz="1000" b="0" i="0" u="none" strike="noStrike" cap="none" normalizeH="0" baseline="0" dirty="0">
                        <a:ln>
                          <a:noFill/>
                        </a:ln>
                        <a:solidFill>
                          <a:schemeClr val="tx1"/>
                        </a:solidFill>
                        <a:effectLst/>
                        <a:uFillTx/>
                        <a:latin typeface="メイリオ" pitchFamily="50" charset="-128"/>
                        <a:ea typeface="メイリオ" pitchFamily="50" charset="-128"/>
                        <a:cs typeface="メイリオ" pitchFamily="50" charset="-128"/>
                      </a:endParaRPr>
                    </a:p>
                  </a:txBody>
                  <a:tcPr marT="45649" marB="45649" horzOverflow="overflow"/>
                </a:tc>
                <a:tc>
                  <a:txBody>
                    <a:bodyPr/>
                    <a:lstStyle/>
                    <a:p>
                      <a:pPr marL="0" marR="0" lvl="0" indent="0" algn="l" defTabSz="914400" rtl="0" eaLnBrk="0" fontAlgn="base" latinLnBrk="0" hangingPunct="0">
                        <a:lnSpc>
                          <a:spcPct val="100000"/>
                        </a:lnSpc>
                        <a:spcBef>
                          <a:spcPct val="20000"/>
                        </a:spcBef>
                        <a:spcAft>
                          <a:spcPct val="0"/>
                        </a:spcAft>
                        <a:buFontTx/>
                        <a:buNone/>
                      </a:pPr>
                      <a:endParaRPr kumimoji="1" lang="ja-JP" altLang="en-US" sz="1000" b="0" i="0" u="none" strike="noStrike" cap="none" normalizeH="0" baseline="0" dirty="0">
                        <a:ln>
                          <a:noFill/>
                        </a:ln>
                        <a:solidFill>
                          <a:schemeClr val="tx1"/>
                        </a:solidFill>
                        <a:effectLst/>
                        <a:uFillTx/>
                        <a:latin typeface="メイリオ" pitchFamily="50" charset="-128"/>
                        <a:ea typeface="メイリオ" pitchFamily="50" charset="-128"/>
                        <a:cs typeface="メイリオ" pitchFamily="50" charset="-128"/>
                      </a:endParaRPr>
                    </a:p>
                  </a:txBody>
                  <a:tcPr marT="45649" marB="45649" horzOverflow="overflow"/>
                </a:tc>
                <a:extLst>
                  <a:ext uri="{0D108BD9-81ED-4DB2-BD59-A6C34878D82A}">
                    <a16:rowId xmlns:a16="http://schemas.microsoft.com/office/drawing/2014/main" val="10002"/>
                  </a:ext>
                </a:extLst>
              </a:tr>
              <a:tr h="382124">
                <a:tc vMerge="1">
                  <a:txBody>
                    <a:body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1" lang="ja-JP" altLang="en-US" sz="1000" b="0" i="0" u="none" strike="noStrike" cap="none" normalizeH="0" baseline="0">
                        <a:ln>
                          <a:noFill/>
                        </a:ln>
                        <a:solidFill>
                          <a:schemeClr val="tx1"/>
                        </a:solidFill>
                        <a:effectLst/>
                        <a:latin typeface="メイリオ" pitchFamily="50" charset="-128"/>
                        <a:ea typeface="メイリオ" pitchFamily="50" charset="-128"/>
                        <a:cs typeface="メイリオ" pitchFamily="50" charset="-128"/>
                      </a:endParaRPr>
                    </a:p>
                  </a:txBody>
                  <a:tcPr marT="45649" marB="45649" horzOverflow="overflow"/>
                </a:tc>
                <a:tc>
                  <a:txBody>
                    <a:bodyPr/>
                    <a:lstStyle/>
                    <a:p>
                      <a:pPr marL="0" marR="0" lvl="0" indent="0" algn="l" defTabSz="914400" rtl="0" eaLnBrk="0" fontAlgn="base" latinLnBrk="0" hangingPunct="0">
                        <a:lnSpc>
                          <a:spcPct val="100000"/>
                        </a:lnSpc>
                        <a:spcBef>
                          <a:spcPct val="20000"/>
                        </a:spcBef>
                        <a:spcAft>
                          <a:spcPct val="0"/>
                        </a:spcAft>
                        <a:buFontTx/>
                        <a:buNone/>
                      </a:pPr>
                      <a:r>
                        <a:rPr kumimoji="1" lang="ja-JP" altLang="en-US" sz="1000" u="none" strike="noStrike" cap="none" normalizeH="0" baseline="0" dirty="0">
                          <a:ln>
                            <a:noFill/>
                          </a:ln>
                          <a:effectLst/>
                          <a:uFillTx/>
                          <a:latin typeface="メイリオ" pitchFamily="50" charset="-128"/>
                          <a:ea typeface="メイリオ" pitchFamily="50" charset="-128"/>
                          <a:cs typeface="メイリオ" pitchFamily="50" charset="-128"/>
                        </a:rPr>
                        <a:t>重大障害時の代替手段</a:t>
                      </a:r>
                      <a:endParaRPr kumimoji="1" lang="en-US" altLang="ja-JP" sz="1000" b="0" i="0" u="none" strike="noStrike" cap="none" normalizeH="0" baseline="0" dirty="0">
                        <a:ln>
                          <a:noFill/>
                        </a:ln>
                        <a:solidFill>
                          <a:schemeClr val="tx1"/>
                        </a:solidFill>
                        <a:effectLst/>
                        <a:uFillTx/>
                        <a:latin typeface="メイリオ" pitchFamily="50" charset="-128"/>
                        <a:ea typeface="メイリオ" pitchFamily="50" charset="-128"/>
                        <a:cs typeface="メイリオ" pitchFamily="50" charset="-128"/>
                      </a:endParaRPr>
                    </a:p>
                  </a:txBody>
                  <a:tcPr marT="45649" marB="45649" horzOverflow="overflow"/>
                </a:tc>
                <a:tc>
                  <a:txBody>
                    <a:bodyPr/>
                    <a:lstStyle/>
                    <a:p>
                      <a:pPr marL="0" marR="0" lvl="0" indent="0" algn="l" defTabSz="914400" rtl="0" eaLnBrk="0" fontAlgn="base" latinLnBrk="0" hangingPunct="0">
                        <a:lnSpc>
                          <a:spcPct val="100000"/>
                        </a:lnSpc>
                        <a:spcBef>
                          <a:spcPct val="20000"/>
                        </a:spcBef>
                        <a:spcAft>
                          <a:spcPct val="0"/>
                        </a:spcAft>
                        <a:buFontTx/>
                        <a:buNone/>
                      </a:pPr>
                      <a:r>
                        <a:rPr kumimoji="1" lang="ja-JP" altLang="en-US" sz="1000" u="none" strike="noStrike" cap="none" normalizeH="0" baseline="0" dirty="0">
                          <a:ln>
                            <a:noFill/>
                          </a:ln>
                          <a:effectLst/>
                          <a:uFillTx/>
                          <a:latin typeface="メイリオ" pitchFamily="50" charset="-128"/>
                          <a:ea typeface="メイリオ" pitchFamily="50" charset="-128"/>
                          <a:cs typeface="メイリオ" pitchFamily="50" charset="-128"/>
                        </a:rPr>
                        <a:t>直近のバックアップ取得時点の状態で別ハードウェアにて起動</a:t>
                      </a:r>
                      <a:endParaRPr kumimoji="1" lang="en-US" altLang="ja-JP" sz="1000" u="none" strike="noStrike" cap="none" normalizeH="0" baseline="0" dirty="0">
                        <a:ln>
                          <a:noFill/>
                        </a:ln>
                        <a:effectLst/>
                        <a:uFillTx/>
                        <a:latin typeface="メイリオ" pitchFamily="50" charset="-128"/>
                        <a:ea typeface="メイリオ" pitchFamily="50" charset="-128"/>
                        <a:cs typeface="メイリオ" pitchFamily="50" charset="-128"/>
                      </a:endParaRPr>
                    </a:p>
                  </a:txBody>
                  <a:tcPr marT="45649" marB="45649" horzOverflow="overflow"/>
                </a:tc>
                <a:tc>
                  <a:txBody>
                    <a:bodyPr/>
                    <a:lstStyle/>
                    <a:p>
                      <a:pPr marL="0" marR="0" lvl="0" indent="0" algn="l" defTabSz="914400" rtl="0" eaLnBrk="0" fontAlgn="base" latinLnBrk="0" hangingPunct="0">
                        <a:lnSpc>
                          <a:spcPct val="100000"/>
                        </a:lnSpc>
                        <a:spcBef>
                          <a:spcPct val="20000"/>
                        </a:spcBef>
                        <a:spcAft>
                          <a:spcPct val="0"/>
                        </a:spcAft>
                        <a:buFontTx/>
                        <a:buNone/>
                      </a:pPr>
                      <a:r>
                        <a:rPr kumimoji="1" lang="ja-JP" altLang="en-US" sz="1000" u="none" strike="noStrike" cap="none" normalizeH="0" baseline="0" dirty="0">
                          <a:ln>
                            <a:noFill/>
                          </a:ln>
                          <a:effectLst/>
                          <a:uFillTx/>
                          <a:latin typeface="メイリオ" pitchFamily="50" charset="-128"/>
                          <a:ea typeface="メイリオ" pitchFamily="50" charset="-128"/>
                          <a:cs typeface="メイリオ" pitchFamily="50" charset="-128"/>
                        </a:rPr>
                        <a:t>可能な範囲でバックアップからデータ復元</a:t>
                      </a:r>
                      <a:endParaRPr kumimoji="1" lang="ja-JP" altLang="en-US" sz="1000" b="0" i="0" u="none" strike="noStrike" cap="none" normalizeH="0" baseline="0" dirty="0">
                        <a:ln>
                          <a:noFill/>
                        </a:ln>
                        <a:solidFill>
                          <a:schemeClr val="tx1"/>
                        </a:solidFill>
                        <a:effectLst/>
                        <a:uFillTx/>
                        <a:latin typeface="メイリオ" pitchFamily="50" charset="-128"/>
                        <a:ea typeface="メイリオ" pitchFamily="50" charset="-128"/>
                        <a:cs typeface="メイリオ" pitchFamily="50" charset="-128"/>
                      </a:endParaRPr>
                    </a:p>
                    <a:p>
                      <a:pPr marL="0" marR="0" lvl="0" indent="0" algn="l" defTabSz="914400" rtl="0" eaLnBrk="0" fontAlgn="base" latinLnBrk="0" hangingPunct="0">
                        <a:lnSpc>
                          <a:spcPct val="100000"/>
                        </a:lnSpc>
                        <a:spcBef>
                          <a:spcPct val="20000"/>
                        </a:spcBef>
                        <a:spcAft>
                          <a:spcPct val="0"/>
                        </a:spcAft>
                        <a:buFontTx/>
                        <a:buNone/>
                      </a:pPr>
                      <a:r>
                        <a:rPr kumimoji="1" lang="ja-JP" altLang="en-US" sz="1000" u="none" strike="noStrike" cap="none" normalizeH="0" baseline="0" dirty="0">
                          <a:ln>
                            <a:noFill/>
                          </a:ln>
                          <a:effectLst/>
                          <a:uFillTx/>
                          <a:latin typeface="メイリオ" pitchFamily="50" charset="-128"/>
                          <a:ea typeface="メイリオ" pitchFamily="50" charset="-128"/>
                          <a:cs typeface="メイリオ" pitchFamily="50" charset="-128"/>
                        </a:rPr>
                        <a:t>日次バックアップのため最大24時間分の戻りが発生</a:t>
                      </a:r>
                      <a:endParaRPr kumimoji="1" lang="ja-JP" altLang="en-US" sz="1000" b="0" i="0" u="none" strike="noStrike" cap="none" normalizeH="0" baseline="0" dirty="0">
                        <a:ln>
                          <a:noFill/>
                        </a:ln>
                        <a:solidFill>
                          <a:schemeClr val="tx1"/>
                        </a:solidFill>
                        <a:effectLst/>
                        <a:uFillTx/>
                        <a:latin typeface="メイリオ" pitchFamily="50" charset="-128"/>
                        <a:ea typeface="メイリオ" pitchFamily="50" charset="-128"/>
                        <a:cs typeface="メイリオ" pitchFamily="50" charset="-128"/>
                      </a:endParaRPr>
                    </a:p>
                  </a:txBody>
                  <a:tcPr marT="45649" marB="45649" horzOverflow="overflow"/>
                </a:tc>
                <a:extLst>
                  <a:ext uri="{0D108BD9-81ED-4DB2-BD59-A6C34878D82A}">
                    <a16:rowId xmlns:a16="http://schemas.microsoft.com/office/drawing/2014/main" val="10003"/>
                  </a:ext>
                </a:extLst>
              </a:tr>
              <a:tr h="235101">
                <a:tc vMerge="1">
                  <a:txBody>
                    <a:body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1" lang="ja-JP" altLang="en-US" sz="1000" b="0" i="0" u="none" strike="noStrike" cap="none" normalizeH="0" baseline="0">
                        <a:ln>
                          <a:noFill/>
                        </a:ln>
                        <a:solidFill>
                          <a:schemeClr val="tx1"/>
                        </a:solidFill>
                        <a:effectLst/>
                        <a:latin typeface="メイリオ" pitchFamily="50" charset="-128"/>
                        <a:ea typeface="メイリオ" pitchFamily="50" charset="-128"/>
                        <a:cs typeface="メイリオ" pitchFamily="50" charset="-128"/>
                      </a:endParaRPr>
                    </a:p>
                  </a:txBody>
                  <a:tcPr marT="45649" marB="45649" horzOverflow="overflow"/>
                </a:tc>
                <a:tc>
                  <a:txBody>
                    <a:bodyPr/>
                    <a:lstStyle/>
                    <a:p>
                      <a:pPr marL="0" marR="0" lvl="0" indent="0" algn="l" defTabSz="914400" rtl="0" eaLnBrk="0" fontAlgn="base" latinLnBrk="0" hangingPunct="0">
                        <a:lnSpc>
                          <a:spcPct val="100000"/>
                        </a:lnSpc>
                        <a:spcBef>
                          <a:spcPct val="20000"/>
                        </a:spcBef>
                        <a:spcAft>
                          <a:spcPct val="0"/>
                        </a:spcAft>
                        <a:buFontTx/>
                        <a:buNone/>
                      </a:pPr>
                      <a:r>
                        <a:rPr kumimoji="1" lang="ja-JP" altLang="en-US" sz="1000" u="none" strike="noStrike" cap="none" normalizeH="0" baseline="0" dirty="0">
                          <a:ln>
                            <a:noFill/>
                          </a:ln>
                          <a:effectLst/>
                          <a:uFillTx/>
                          <a:latin typeface="メイリオ" pitchFamily="50" charset="-128"/>
                          <a:ea typeface="メイリオ" pitchFamily="50" charset="-128"/>
                          <a:cs typeface="メイリオ" pitchFamily="50" charset="-128"/>
                        </a:rPr>
                        <a:t>代替措置で提供するデータ形式</a:t>
                      </a:r>
                      <a:endParaRPr kumimoji="1" lang="en-US" altLang="ja-JP" sz="1000" b="0" i="0" u="none" strike="noStrike" cap="none" normalizeH="0" baseline="0" dirty="0">
                        <a:ln>
                          <a:noFill/>
                        </a:ln>
                        <a:solidFill>
                          <a:schemeClr val="tx1"/>
                        </a:solidFill>
                        <a:effectLst/>
                        <a:uFillTx/>
                        <a:latin typeface="メイリオ" pitchFamily="50" charset="-128"/>
                        <a:ea typeface="メイリオ" pitchFamily="50" charset="-128"/>
                        <a:cs typeface="メイリオ" pitchFamily="50" charset="-128"/>
                      </a:endParaRPr>
                    </a:p>
                  </a:txBody>
                  <a:tcPr marT="45649" marB="45649" horzOverflow="overflow"/>
                </a:tc>
                <a:tc>
                  <a:txBody>
                    <a:bodyPr/>
                    <a:lstStyle/>
                    <a:p>
                      <a:pPr marL="0" marR="0" lvl="0" indent="0" algn="l" defTabSz="914400" rtl="0" eaLnBrk="0" fontAlgn="base" latinLnBrk="0" hangingPunct="0">
                        <a:lnSpc>
                          <a:spcPct val="100000"/>
                        </a:lnSpc>
                        <a:spcBef>
                          <a:spcPct val="20000"/>
                        </a:spcBef>
                        <a:spcAft>
                          <a:spcPct val="0"/>
                        </a:spcAft>
                        <a:buFontTx/>
                        <a:buNone/>
                      </a:pPr>
                      <a:r>
                        <a:rPr kumimoji="1" lang="ja-JP" altLang="en-US" sz="1000" u="none" strike="noStrike" cap="none" normalizeH="0" baseline="0" dirty="0">
                          <a:ln>
                            <a:noFill/>
                          </a:ln>
                          <a:effectLst/>
                          <a:uFillTx/>
                          <a:latin typeface="メイリオ" pitchFamily="50" charset="-128"/>
                          <a:ea typeface="メイリオ" pitchFamily="50" charset="-128"/>
                          <a:cs typeface="メイリオ" pitchFamily="50" charset="-128"/>
                        </a:rPr>
                        <a:t>バックアップデータから</a:t>
                      </a:r>
                      <a:r>
                        <a:rPr kumimoji="1" lang="en-US" altLang="ja-JP" sz="1000" u="none" strike="noStrike" cap="none" normalizeH="0" baseline="0" dirty="0">
                          <a:ln>
                            <a:noFill/>
                          </a:ln>
                          <a:effectLst/>
                          <a:uFillTx/>
                          <a:latin typeface="メイリオ" pitchFamily="50" charset="-128"/>
                          <a:ea typeface="メイリオ" pitchFamily="50" charset="-128"/>
                          <a:cs typeface="メイリオ" pitchFamily="50" charset="-128"/>
                        </a:rPr>
                        <a:t>CSV</a:t>
                      </a:r>
                      <a:r>
                        <a:rPr kumimoji="1" lang="ja-JP" altLang="en-US" sz="1000" u="none" strike="noStrike" cap="none" normalizeH="0" baseline="0" dirty="0">
                          <a:ln>
                            <a:noFill/>
                          </a:ln>
                          <a:effectLst/>
                          <a:uFillTx/>
                          <a:latin typeface="メイリオ" pitchFamily="50" charset="-128"/>
                          <a:ea typeface="メイリオ" pitchFamily="50" charset="-128"/>
                          <a:cs typeface="メイリオ" pitchFamily="50" charset="-128"/>
                        </a:rPr>
                        <a:t>あるいは</a:t>
                      </a:r>
                      <a:r>
                        <a:rPr kumimoji="1" lang="en-US" altLang="ja-JP" sz="1000" u="none" strike="noStrike" cap="none" normalizeH="0" baseline="0" dirty="0">
                          <a:ln>
                            <a:noFill/>
                          </a:ln>
                          <a:effectLst/>
                          <a:uFillTx/>
                          <a:latin typeface="メイリオ" pitchFamily="50" charset="-128"/>
                          <a:ea typeface="メイリオ" pitchFamily="50" charset="-128"/>
                          <a:cs typeface="メイリオ" pitchFamily="50" charset="-128"/>
                        </a:rPr>
                        <a:t>Excel</a:t>
                      </a:r>
                      <a:r>
                        <a:rPr kumimoji="1" lang="ja-JP" altLang="en-US" sz="1000" u="none" strike="noStrike" cap="none" normalizeH="0" baseline="0" dirty="0">
                          <a:ln>
                            <a:noFill/>
                          </a:ln>
                          <a:effectLst/>
                          <a:uFillTx/>
                          <a:latin typeface="メイリオ" pitchFamily="50" charset="-128"/>
                          <a:ea typeface="メイリオ" pitchFamily="50" charset="-128"/>
                          <a:cs typeface="メイリオ" pitchFamily="50" charset="-128"/>
                        </a:rPr>
                        <a:t>ファイルで提供</a:t>
                      </a:r>
                      <a:endParaRPr kumimoji="1" lang="ja-JP" altLang="en-US" sz="1000" b="0" i="0" u="none" strike="noStrike" cap="none" normalizeH="0" baseline="0" dirty="0">
                        <a:ln>
                          <a:noFill/>
                        </a:ln>
                        <a:solidFill>
                          <a:schemeClr val="tx1"/>
                        </a:solidFill>
                        <a:effectLst/>
                        <a:uFillTx/>
                        <a:latin typeface="メイリオ" pitchFamily="50" charset="-128"/>
                        <a:ea typeface="メイリオ" pitchFamily="50" charset="-128"/>
                        <a:cs typeface="メイリオ" pitchFamily="50" charset="-128"/>
                      </a:endParaRPr>
                    </a:p>
                  </a:txBody>
                  <a:tcPr marT="45649" marB="45649" horzOverflow="overflow"/>
                </a:tc>
                <a:tc>
                  <a:txBody>
                    <a:bodyPr/>
                    <a:lstStyle/>
                    <a:p>
                      <a:pPr marL="0" marR="0" lvl="0" indent="0" algn="l" defTabSz="914400" rtl="0" eaLnBrk="0" fontAlgn="base" latinLnBrk="0" hangingPunct="0">
                        <a:lnSpc>
                          <a:spcPct val="100000"/>
                        </a:lnSpc>
                        <a:spcBef>
                          <a:spcPct val="20000"/>
                        </a:spcBef>
                        <a:spcAft>
                          <a:spcPct val="0"/>
                        </a:spcAft>
                        <a:buFontTx/>
                        <a:buNone/>
                      </a:pPr>
                      <a:endParaRPr kumimoji="1" lang="ja-JP" altLang="en-US" sz="1000" b="0" i="0" u="none" strike="noStrike" cap="none" normalizeH="0" baseline="0" dirty="0">
                        <a:ln>
                          <a:noFill/>
                        </a:ln>
                        <a:solidFill>
                          <a:schemeClr val="tx1"/>
                        </a:solidFill>
                        <a:effectLst/>
                        <a:uFillTx/>
                        <a:latin typeface="メイリオ" pitchFamily="50" charset="-128"/>
                        <a:ea typeface="メイリオ" pitchFamily="50" charset="-128"/>
                        <a:cs typeface="メイリオ" pitchFamily="50" charset="-128"/>
                      </a:endParaRPr>
                    </a:p>
                  </a:txBody>
                  <a:tcPr marT="45649" marB="45649" horzOverflow="overflow"/>
                </a:tc>
                <a:extLst>
                  <a:ext uri="{0D108BD9-81ED-4DB2-BD59-A6C34878D82A}">
                    <a16:rowId xmlns:a16="http://schemas.microsoft.com/office/drawing/2014/main" val="10004"/>
                  </a:ext>
                </a:extLst>
              </a:tr>
              <a:tr h="558552">
                <a:tc vMerge="1">
                  <a:txBody>
                    <a:body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1" lang="ja-JP" altLang="en-US" sz="1000" b="0" i="0" u="none" strike="noStrike" cap="none" normalizeH="0" baseline="0">
                        <a:ln>
                          <a:noFill/>
                        </a:ln>
                        <a:solidFill>
                          <a:schemeClr val="tx1"/>
                        </a:solidFill>
                        <a:effectLst/>
                        <a:latin typeface="メイリオ" pitchFamily="50" charset="-128"/>
                        <a:ea typeface="メイリオ" pitchFamily="50" charset="-128"/>
                        <a:cs typeface="メイリオ" pitchFamily="50" charset="-128"/>
                      </a:endParaRPr>
                    </a:p>
                  </a:txBody>
                  <a:tcPr marT="45649" marB="45649" horzOverflow="overflow"/>
                </a:tc>
                <a:tc>
                  <a:txBody>
                    <a:bodyPr/>
                    <a:lstStyle/>
                    <a:p>
                      <a:pPr marL="0" marR="0" lvl="0" indent="0" algn="l" defTabSz="914400" rtl="0" eaLnBrk="0" fontAlgn="base" latinLnBrk="0" hangingPunct="0">
                        <a:lnSpc>
                          <a:spcPct val="100000"/>
                        </a:lnSpc>
                        <a:spcBef>
                          <a:spcPct val="20000"/>
                        </a:spcBef>
                        <a:spcAft>
                          <a:spcPct val="0"/>
                        </a:spcAft>
                        <a:buFontTx/>
                        <a:buNone/>
                      </a:pPr>
                      <a:r>
                        <a:rPr kumimoji="1" lang="ja-JP" altLang="en-US" sz="1000" u="none" strike="noStrike" cap="none" normalizeH="0" baseline="0" dirty="0">
                          <a:ln>
                            <a:noFill/>
                          </a:ln>
                          <a:effectLst/>
                          <a:uFillTx/>
                          <a:latin typeface="メイリオ" pitchFamily="50" charset="-128"/>
                          <a:ea typeface="メイリオ" pitchFamily="50" charset="-128"/>
                          <a:cs typeface="メイリオ" pitchFamily="50" charset="-128"/>
                        </a:rPr>
                        <a:t>アップグレード方針</a:t>
                      </a:r>
                      <a:endParaRPr kumimoji="1" lang="en-US" altLang="ja-JP" sz="1000" b="0" i="0" u="none" strike="noStrike" cap="none" normalizeH="0" baseline="0" dirty="0">
                        <a:ln>
                          <a:noFill/>
                        </a:ln>
                        <a:solidFill>
                          <a:schemeClr val="tx1"/>
                        </a:solidFill>
                        <a:effectLst/>
                        <a:uFillTx/>
                        <a:latin typeface="メイリオ" pitchFamily="50" charset="-128"/>
                        <a:ea typeface="メイリオ" pitchFamily="50" charset="-128"/>
                        <a:cs typeface="メイリオ" pitchFamily="50" charset="-128"/>
                      </a:endParaRPr>
                    </a:p>
                  </a:txBody>
                  <a:tcPr marT="45649" marB="45649" horzOverflow="overflow"/>
                </a:tc>
                <a:tc>
                  <a:txBody>
                    <a:bodyPr/>
                    <a:lstStyle/>
                    <a:p>
                      <a:pPr marL="0" marR="0" lvl="0" indent="0" algn="l" defTabSz="914400" rtl="0" eaLnBrk="0" fontAlgn="base" latinLnBrk="0" hangingPunct="0">
                        <a:lnSpc>
                          <a:spcPct val="100000"/>
                        </a:lnSpc>
                        <a:spcBef>
                          <a:spcPct val="20000"/>
                        </a:spcBef>
                        <a:spcAft>
                          <a:spcPct val="0"/>
                        </a:spcAft>
                        <a:buFontTx/>
                        <a:buNone/>
                      </a:pPr>
                      <a:r>
                        <a:rPr kumimoji="1" lang="ja-JP" altLang="en-US" sz="1000" u="none" strike="noStrike" cap="none" normalizeH="0" baseline="0" dirty="0">
                          <a:ln>
                            <a:noFill/>
                          </a:ln>
                          <a:effectLst/>
                          <a:uFillTx/>
                          <a:latin typeface="メイリオ" pitchFamily="50" charset="-128"/>
                          <a:ea typeface="メイリオ" pitchFamily="50" charset="-128"/>
                          <a:cs typeface="メイリオ" pitchFamily="50" charset="-128"/>
                        </a:rPr>
                        <a:t>システム基盤：ハードおよびインフラ関連で緊急性の高いパッチがリリースされた場合に実施</a:t>
                      </a:r>
                      <a:endParaRPr kumimoji="1" lang="en-US" altLang="ja-JP" sz="1000" u="none" strike="noStrike" cap="none" normalizeH="0" baseline="0" dirty="0">
                        <a:ln>
                          <a:noFill/>
                        </a:ln>
                        <a:effectLst/>
                        <a:uFillTx/>
                        <a:latin typeface="メイリオ" pitchFamily="50" charset="-128"/>
                        <a:ea typeface="メイリオ" pitchFamily="50" charset="-128"/>
                        <a:cs typeface="メイリオ" pitchFamily="50" charset="-128"/>
                      </a:endParaRPr>
                    </a:p>
                    <a:p>
                      <a:pPr marL="895350" marR="0" lvl="0" indent="-895350" algn="l" defTabSz="914400" rtl="0" eaLnBrk="0" fontAlgn="base" latinLnBrk="0" hangingPunct="0">
                        <a:lnSpc>
                          <a:spcPct val="100000"/>
                        </a:lnSpc>
                        <a:spcBef>
                          <a:spcPct val="20000"/>
                        </a:spcBef>
                        <a:spcAft>
                          <a:spcPct val="0"/>
                        </a:spcAft>
                        <a:buFontTx/>
                        <a:buNone/>
                      </a:pPr>
                      <a:r>
                        <a:rPr kumimoji="1" lang="en-US" altLang="ja-JP" sz="1000" u="none" strike="noStrike" cap="none" normalizeH="0" baseline="0" dirty="0">
                          <a:ln>
                            <a:noFill/>
                          </a:ln>
                          <a:effectLst/>
                          <a:uFillTx/>
                          <a:latin typeface="メイリオ" pitchFamily="50" charset="-128"/>
                          <a:ea typeface="メイリオ" pitchFamily="50" charset="-128"/>
                          <a:cs typeface="メイリオ" pitchFamily="50" charset="-128"/>
                        </a:rPr>
                        <a:t>EC</a:t>
                      </a:r>
                      <a:r>
                        <a:rPr kumimoji="1" lang="ja-JP" altLang="en-US" sz="1000" u="none" strike="noStrike" cap="none" normalizeH="0" baseline="0" dirty="0">
                          <a:ln>
                            <a:noFill/>
                          </a:ln>
                          <a:effectLst/>
                          <a:uFillTx/>
                          <a:latin typeface="メイリオ" pitchFamily="50" charset="-128"/>
                          <a:ea typeface="メイリオ" pitchFamily="50" charset="-128"/>
                          <a:cs typeface="メイリオ" pitchFamily="50" charset="-128"/>
                        </a:rPr>
                        <a:t>システム：年</a:t>
                      </a:r>
                      <a:r>
                        <a:rPr kumimoji="1" lang="en-US" altLang="ja-JP" sz="1000" u="none" strike="noStrike" cap="none" normalizeH="0" baseline="0" dirty="0">
                          <a:ln>
                            <a:noFill/>
                          </a:ln>
                          <a:effectLst/>
                          <a:uFillTx/>
                          <a:latin typeface="メイリオ" pitchFamily="50" charset="-128"/>
                          <a:ea typeface="メイリオ" pitchFamily="50" charset="-128"/>
                          <a:cs typeface="メイリオ" pitchFamily="50" charset="-128"/>
                        </a:rPr>
                        <a:t>1</a:t>
                      </a:r>
                      <a:r>
                        <a:rPr kumimoji="1" lang="ja-JP" altLang="en-US" sz="1000" u="none" strike="noStrike" cap="none" normalizeH="0" baseline="0" dirty="0">
                          <a:ln>
                            <a:noFill/>
                          </a:ln>
                          <a:effectLst/>
                          <a:uFillTx/>
                          <a:latin typeface="メイリオ" pitchFamily="50" charset="-128"/>
                          <a:ea typeface="メイリオ" pitchFamily="50" charset="-128"/>
                          <a:cs typeface="メイリオ" pitchFamily="50" charset="-128"/>
                        </a:rPr>
                        <a:t>回の定期バージョンアップを実施</a:t>
                      </a:r>
                      <a:endParaRPr kumimoji="1" lang="en-US" altLang="ja-JP" sz="1000" u="none" strike="noStrike" cap="none" normalizeH="0" baseline="0" dirty="0">
                        <a:ln>
                          <a:noFill/>
                        </a:ln>
                        <a:effectLst/>
                        <a:uFillTx/>
                        <a:latin typeface="メイリオ" pitchFamily="50" charset="-128"/>
                        <a:ea typeface="メイリオ" pitchFamily="50" charset="-128"/>
                        <a:cs typeface="メイリオ" pitchFamily="50" charset="-128"/>
                      </a:endParaRPr>
                    </a:p>
                    <a:p>
                      <a:pPr marL="0" marR="0" lvl="0" indent="0" algn="l" defTabSz="179388" rtl="0" eaLnBrk="0" fontAlgn="base" latinLnBrk="0" hangingPunct="0">
                        <a:lnSpc>
                          <a:spcPct val="100000"/>
                        </a:lnSpc>
                        <a:spcBef>
                          <a:spcPct val="20000"/>
                        </a:spcBef>
                        <a:spcAft>
                          <a:spcPct val="0"/>
                        </a:spcAft>
                        <a:buClrTx/>
                        <a:buSzTx/>
                        <a:buFontTx/>
                        <a:buNone/>
                        <a:tabLst/>
                        <a:defRPr/>
                      </a:pPr>
                      <a:r>
                        <a:rPr kumimoji="1" lang="en-US" altLang="ja-JP" sz="1000" u="none" strike="noStrike" cap="none" normalizeH="0" baseline="0" dirty="0">
                          <a:ln>
                            <a:noFill/>
                          </a:ln>
                          <a:solidFill>
                            <a:srgbClr val="000000"/>
                          </a:solidFill>
                          <a:effectLst/>
                          <a:latin typeface="メイリオ" panose="020B0604030504040204" pitchFamily="50" charset="-128"/>
                          <a:ea typeface="メイリオ" panose="020B0604030504040204" pitchFamily="50" charset="-128"/>
                        </a:rPr>
                        <a:t>EC</a:t>
                      </a:r>
                      <a:r>
                        <a:rPr kumimoji="1" lang="ja-JP" altLang="en-US" sz="1000" u="none" strike="noStrike" cap="none" normalizeH="0" baseline="0" dirty="0">
                          <a:ln>
                            <a:noFill/>
                          </a:ln>
                          <a:solidFill>
                            <a:srgbClr val="000000"/>
                          </a:solidFill>
                          <a:effectLst/>
                          <a:latin typeface="メイリオ" panose="020B0604030504040204" pitchFamily="50" charset="-128"/>
                          <a:ea typeface="メイリオ" panose="020B0604030504040204" pitchFamily="50" charset="-128"/>
                        </a:rPr>
                        <a:t>システムの制限で必要なセキュリティパッチを適用することができない場合は、リスクが露呈しないよう別の方法で安全性を担保する方針</a:t>
                      </a:r>
                      <a:endParaRPr kumimoji="1" lang="ja-JP" altLang="en-US" sz="1000" b="0" i="0" u="none" strike="noStrike" cap="none" normalizeH="0" baseline="0" dirty="0">
                        <a:ln>
                          <a:noFill/>
                        </a:ln>
                        <a:solidFill>
                          <a:srgbClr val="000000"/>
                        </a:solidFill>
                        <a:effectLst/>
                        <a:latin typeface="メイリオ" panose="020B0604030504040204" pitchFamily="50" charset="-128"/>
                        <a:ea typeface="メイリオ" panose="020B0604030504040204" pitchFamily="50" charset="-128"/>
                        <a:cs typeface="メイリオ" pitchFamily="50" charset="-128"/>
                      </a:endParaRPr>
                    </a:p>
                  </a:txBody>
                  <a:tcPr marT="45649" marB="45649" horzOverflow="overflow"/>
                </a:tc>
                <a:tc>
                  <a:txBody>
                    <a:bodyPr/>
                    <a:lstStyle/>
                    <a:p>
                      <a:pPr marL="0" marR="0" lvl="0" indent="0" algn="l" defTabSz="914400" rtl="0" eaLnBrk="0" fontAlgn="base" latinLnBrk="0" hangingPunct="0">
                        <a:lnSpc>
                          <a:spcPct val="100000"/>
                        </a:lnSpc>
                        <a:spcBef>
                          <a:spcPct val="20000"/>
                        </a:spcBef>
                        <a:spcAft>
                          <a:spcPct val="0"/>
                        </a:spcAft>
                        <a:buFontTx/>
                        <a:buNone/>
                      </a:pPr>
                      <a:r>
                        <a:rPr kumimoji="1" lang="ja-JP" altLang="en-US" sz="1000" u="none" strike="noStrike" cap="none" normalizeH="0" baseline="0" dirty="0">
                          <a:ln>
                            <a:noFill/>
                          </a:ln>
                          <a:effectLst/>
                          <a:uFillTx/>
                          <a:latin typeface="メイリオ" pitchFamily="50" charset="-128"/>
                          <a:ea typeface="メイリオ" pitchFamily="50" charset="-128"/>
                          <a:cs typeface="メイリオ" pitchFamily="50" charset="-128"/>
                        </a:rPr>
                        <a:t>カスタマイズ有の場合は別途調整</a:t>
                      </a:r>
                      <a:endParaRPr kumimoji="1" lang="ja-JP" altLang="en-US" sz="1000" b="0" i="0" u="none" strike="noStrike" cap="none" normalizeH="0" baseline="0" dirty="0">
                        <a:ln>
                          <a:noFill/>
                        </a:ln>
                        <a:solidFill>
                          <a:schemeClr val="tx1"/>
                        </a:solidFill>
                        <a:effectLst/>
                        <a:uFillTx/>
                        <a:latin typeface="メイリオ" pitchFamily="50" charset="-128"/>
                        <a:ea typeface="メイリオ" pitchFamily="50" charset="-128"/>
                        <a:cs typeface="メイリオ" pitchFamily="50" charset="-128"/>
                      </a:endParaRPr>
                    </a:p>
                  </a:txBody>
                  <a:tcPr marT="45649" marB="45649" horzOverflow="overflow"/>
                </a:tc>
                <a:extLst>
                  <a:ext uri="{0D108BD9-81ED-4DB2-BD59-A6C34878D82A}">
                    <a16:rowId xmlns:a16="http://schemas.microsoft.com/office/drawing/2014/main" val="10005"/>
                  </a:ext>
                </a:extLst>
              </a:tr>
              <a:tr h="235101">
                <a:tc rowSpan="6">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1" lang="ja-JP" altLang="en-US" sz="1000" u="none" strike="noStrike" cap="none" normalizeH="0" baseline="0">
                          <a:ln>
                            <a:noFill/>
                          </a:ln>
                          <a:solidFill>
                            <a:schemeClr val="tx1"/>
                          </a:solidFill>
                          <a:effectLst/>
                          <a:latin typeface="メイリオ" panose="020B0604030504040204" pitchFamily="50" charset="-128"/>
                          <a:ea typeface="メイリオ" panose="020B0604030504040204" pitchFamily="50" charset="-128"/>
                        </a:rPr>
                        <a:t>信頼性</a:t>
                      </a:r>
                      <a:endParaRPr kumimoji="1" lang="ja-JP" altLang="en-US" sz="1000" b="0" i="0" u="none" strike="noStrike" cap="none" normalizeH="0" baseline="0">
                        <a:ln>
                          <a:noFill/>
                        </a:ln>
                        <a:solidFill>
                          <a:schemeClr val="tx1"/>
                        </a:solidFill>
                        <a:effectLst/>
                        <a:latin typeface="メイリオ" panose="020B0604030504040204" pitchFamily="50" charset="-128"/>
                        <a:ea typeface="メイリオ" panose="020B0604030504040204" pitchFamily="50" charset="-128"/>
                        <a:cs typeface="メイリオ" pitchFamily="50" charset="-128"/>
                      </a:endParaRPr>
                    </a:p>
                  </a:txBody>
                  <a:tcPr marT="45649" marB="45649" horzOverflow="overflow"/>
                </a:tc>
                <a:tc>
                  <a:txBody>
                    <a:bodyPr/>
                    <a:lstStyle/>
                    <a:p>
                      <a:pPr marL="0" marR="0" lvl="0" indent="0" algn="l" defTabSz="914400" rtl="0" eaLnBrk="0" fontAlgn="base" latinLnBrk="0" hangingPunct="0">
                        <a:lnSpc>
                          <a:spcPct val="100000"/>
                        </a:lnSpc>
                        <a:spcBef>
                          <a:spcPct val="20000"/>
                        </a:spcBef>
                        <a:spcAft>
                          <a:spcPct val="0"/>
                        </a:spcAft>
                        <a:buFontTx/>
                        <a:buNone/>
                      </a:pPr>
                      <a:r>
                        <a:rPr kumimoji="1" lang="ja-JP" altLang="en-US" sz="1000" u="none" strike="noStrike" cap="none" normalizeH="0" baseline="0" dirty="0">
                          <a:ln>
                            <a:noFill/>
                          </a:ln>
                          <a:effectLst/>
                          <a:uFillTx/>
                          <a:latin typeface="メイリオ" pitchFamily="50" charset="-128"/>
                          <a:ea typeface="メイリオ" pitchFamily="50" charset="-128"/>
                          <a:cs typeface="メイリオ" pitchFamily="50" charset="-128"/>
                        </a:rPr>
                        <a:t>平均復旧時間</a:t>
                      </a:r>
                      <a:endParaRPr kumimoji="1" lang="en-US" altLang="ja-JP" sz="1000" b="0" i="0" u="none" strike="noStrike" cap="none" normalizeH="0" baseline="0" dirty="0">
                        <a:ln>
                          <a:noFill/>
                        </a:ln>
                        <a:solidFill>
                          <a:schemeClr val="tx1"/>
                        </a:solidFill>
                        <a:effectLst/>
                        <a:uFillTx/>
                        <a:latin typeface="メイリオ" pitchFamily="50" charset="-128"/>
                        <a:ea typeface="メイリオ" pitchFamily="50" charset="-128"/>
                        <a:cs typeface="メイリオ" pitchFamily="50" charset="-128"/>
                      </a:endParaRPr>
                    </a:p>
                  </a:txBody>
                  <a:tcPr marT="45649" marB="45649" horzOverflow="overflow"/>
                </a:tc>
                <a:tc>
                  <a:txBody>
                    <a:bodyPr/>
                    <a:lstStyle/>
                    <a:p>
                      <a:pPr marL="895350" marR="0" lvl="0" indent="-895350" algn="l" defTabSz="914400" rtl="0" eaLnBrk="0" fontAlgn="base" latinLnBrk="0" hangingPunct="0">
                        <a:lnSpc>
                          <a:spcPct val="100000"/>
                        </a:lnSpc>
                        <a:spcBef>
                          <a:spcPct val="20000"/>
                        </a:spcBef>
                        <a:spcAft>
                          <a:spcPct val="0"/>
                        </a:spcAft>
                        <a:buFontTx/>
                        <a:buNone/>
                      </a:pPr>
                      <a:r>
                        <a:rPr kumimoji="1" lang="en-US" altLang="ja-JP" sz="1000" u="none" strike="noStrike" cap="none" normalizeH="0" baseline="0" dirty="0">
                          <a:ln>
                            <a:noFill/>
                          </a:ln>
                          <a:effectLst/>
                          <a:uFillTx/>
                          <a:latin typeface="メイリオ" pitchFamily="50" charset="-128"/>
                          <a:ea typeface="メイリオ" pitchFamily="50" charset="-128"/>
                          <a:cs typeface="メイリオ" pitchFamily="50" charset="-128"/>
                        </a:rPr>
                        <a:t>12</a:t>
                      </a:r>
                      <a:r>
                        <a:rPr kumimoji="1" lang="ja-JP" altLang="en-US" sz="1000" u="none" strike="noStrike" cap="none" normalizeH="0" baseline="0" dirty="0">
                          <a:ln>
                            <a:noFill/>
                          </a:ln>
                          <a:effectLst/>
                          <a:uFillTx/>
                          <a:latin typeface="メイリオ" pitchFamily="50" charset="-128"/>
                          <a:ea typeface="メイリオ" pitchFamily="50" charset="-128"/>
                          <a:cs typeface="メイリオ" pitchFamily="50" charset="-128"/>
                        </a:rPr>
                        <a:t>時間以内</a:t>
                      </a:r>
                      <a:endParaRPr kumimoji="1" lang="ja-JP" altLang="en-US" sz="1000" b="0" i="0" u="none" strike="noStrike" cap="none" normalizeH="0" baseline="0" dirty="0">
                        <a:ln>
                          <a:noFill/>
                        </a:ln>
                        <a:solidFill>
                          <a:schemeClr val="tx1"/>
                        </a:solidFill>
                        <a:effectLst/>
                        <a:uFillTx/>
                        <a:latin typeface="メイリオ" pitchFamily="50" charset="-128"/>
                        <a:ea typeface="メイリオ" pitchFamily="50" charset="-128"/>
                        <a:cs typeface="メイリオ" pitchFamily="50" charset="-128"/>
                      </a:endParaRPr>
                    </a:p>
                  </a:txBody>
                  <a:tcPr marT="45649" marB="45649" horzOverflow="overflow"/>
                </a:tc>
                <a:tc>
                  <a:txBody>
                    <a:bodyPr/>
                    <a:lstStyle/>
                    <a:p>
                      <a:pPr marL="0" marR="0" lvl="0" indent="0" algn="l" defTabSz="914400" rtl="0" eaLnBrk="0" fontAlgn="base" latinLnBrk="0" hangingPunct="0">
                        <a:lnSpc>
                          <a:spcPct val="100000"/>
                        </a:lnSpc>
                        <a:spcBef>
                          <a:spcPct val="20000"/>
                        </a:spcBef>
                        <a:spcAft>
                          <a:spcPct val="0"/>
                        </a:spcAft>
                        <a:buFontTx/>
                        <a:buNone/>
                      </a:pPr>
                      <a:endParaRPr kumimoji="1" lang="ja-JP" altLang="en-US" sz="1000" b="0" i="0" u="none" strike="noStrike" cap="none" normalizeH="0" baseline="0" dirty="0">
                        <a:ln>
                          <a:noFill/>
                        </a:ln>
                        <a:solidFill>
                          <a:schemeClr val="tx1"/>
                        </a:solidFill>
                        <a:effectLst/>
                        <a:uFillTx/>
                        <a:latin typeface="メイリオ" pitchFamily="50" charset="-128"/>
                        <a:ea typeface="メイリオ" pitchFamily="50" charset="-128"/>
                        <a:cs typeface="メイリオ" pitchFamily="50" charset="-128"/>
                      </a:endParaRPr>
                    </a:p>
                  </a:txBody>
                  <a:tcPr marT="45649" marB="45649" horzOverflow="overflow"/>
                </a:tc>
                <a:extLst>
                  <a:ext uri="{0D108BD9-81ED-4DB2-BD59-A6C34878D82A}">
                    <a16:rowId xmlns:a16="http://schemas.microsoft.com/office/drawing/2014/main" val="10006"/>
                  </a:ext>
                </a:extLst>
              </a:tr>
              <a:tr h="235101">
                <a:tc vMerge="1">
                  <a:txBody>
                    <a:body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1" lang="ja-JP" altLang="en-US" sz="1000" b="0" i="0" u="none" strike="noStrike" cap="none" normalizeH="0" baseline="0">
                        <a:ln>
                          <a:noFill/>
                        </a:ln>
                        <a:solidFill>
                          <a:schemeClr val="tx1"/>
                        </a:solidFill>
                        <a:effectLst/>
                        <a:latin typeface="メイリオ" pitchFamily="50" charset="-128"/>
                        <a:ea typeface="メイリオ" pitchFamily="50" charset="-128"/>
                        <a:cs typeface="メイリオ" pitchFamily="50" charset="-128"/>
                      </a:endParaRPr>
                    </a:p>
                  </a:txBody>
                  <a:tcPr marT="45649" marB="45649" horzOverflow="overflow"/>
                </a:tc>
                <a:tc>
                  <a:txBody>
                    <a:bodyPr/>
                    <a:lstStyle/>
                    <a:p>
                      <a:pPr marL="0" marR="0" lvl="0" indent="0" algn="l" defTabSz="914400" rtl="0" eaLnBrk="0" fontAlgn="base" latinLnBrk="0" hangingPunct="0">
                        <a:lnSpc>
                          <a:spcPct val="100000"/>
                        </a:lnSpc>
                        <a:spcBef>
                          <a:spcPct val="20000"/>
                        </a:spcBef>
                        <a:spcAft>
                          <a:spcPct val="0"/>
                        </a:spcAft>
                        <a:buFontTx/>
                        <a:buNone/>
                      </a:pPr>
                      <a:r>
                        <a:rPr kumimoji="1" lang="ja-JP" altLang="en-US" sz="1000" u="none" strike="noStrike" cap="none" normalizeH="0" baseline="0" dirty="0">
                          <a:ln>
                            <a:noFill/>
                          </a:ln>
                          <a:effectLst/>
                          <a:uFillTx/>
                          <a:latin typeface="メイリオ" pitchFamily="50" charset="-128"/>
                          <a:ea typeface="メイリオ" pitchFamily="50" charset="-128"/>
                          <a:cs typeface="メイリオ" pitchFamily="50" charset="-128"/>
                        </a:rPr>
                        <a:t>システム監視基準</a:t>
                      </a:r>
                      <a:endParaRPr kumimoji="1" lang="en-US" altLang="ja-JP" sz="1000" b="0" i="0" u="none" strike="noStrike" cap="none" normalizeH="0" baseline="0" dirty="0">
                        <a:ln>
                          <a:noFill/>
                        </a:ln>
                        <a:solidFill>
                          <a:schemeClr val="tx1"/>
                        </a:solidFill>
                        <a:effectLst/>
                        <a:uFillTx/>
                        <a:latin typeface="メイリオ" pitchFamily="50" charset="-128"/>
                        <a:ea typeface="メイリオ" pitchFamily="50" charset="-128"/>
                        <a:cs typeface="メイリオ" pitchFamily="50" charset="-128"/>
                      </a:endParaRPr>
                    </a:p>
                  </a:txBody>
                  <a:tcPr marT="45649" marB="45649" horzOverflow="overflow"/>
                </a:tc>
                <a:tc>
                  <a:txBody>
                    <a:bodyPr/>
                    <a:lstStyle/>
                    <a:p>
                      <a:pPr marL="895350" marR="0" lvl="0" indent="-895350" algn="l" defTabSz="914400" rtl="0" eaLnBrk="0" fontAlgn="base" latinLnBrk="0" hangingPunct="0">
                        <a:lnSpc>
                          <a:spcPct val="100000"/>
                        </a:lnSpc>
                        <a:spcBef>
                          <a:spcPct val="20000"/>
                        </a:spcBef>
                        <a:spcAft>
                          <a:spcPct val="0"/>
                        </a:spcAft>
                        <a:buFontTx/>
                        <a:buNone/>
                      </a:pPr>
                      <a:r>
                        <a:rPr kumimoji="1" lang="ja-JP" altLang="en-US" sz="1000" u="none" strike="noStrike" cap="none" normalizeH="0" baseline="0" dirty="0">
                          <a:ln>
                            <a:noFill/>
                          </a:ln>
                          <a:effectLst/>
                          <a:uFillTx/>
                          <a:latin typeface="メイリオ" pitchFamily="50" charset="-128"/>
                          <a:ea typeface="メイリオ" pitchFamily="50" charset="-128"/>
                          <a:cs typeface="メイリオ" pitchFamily="50" charset="-128"/>
                        </a:rPr>
                        <a:t>ベースサーバは、</a:t>
                      </a:r>
                      <a:r>
                        <a:rPr kumimoji="1" lang="en-US" altLang="ja-JP" sz="1000" u="none" strike="noStrike" cap="none" normalizeH="0" baseline="0" dirty="0">
                          <a:ln>
                            <a:noFill/>
                          </a:ln>
                          <a:effectLst/>
                          <a:uFillTx/>
                          <a:latin typeface="メイリオ" pitchFamily="50" charset="-128"/>
                          <a:ea typeface="メイリオ" pitchFamily="50" charset="-128"/>
                          <a:cs typeface="メイリオ" pitchFamily="50" charset="-128"/>
                        </a:rPr>
                        <a:t>ping/URL/port</a:t>
                      </a:r>
                      <a:r>
                        <a:rPr kumimoji="1" lang="ja-JP" altLang="en-US" sz="1000" u="none" strike="noStrike" cap="none" normalizeH="0" baseline="0" dirty="0">
                          <a:ln>
                            <a:noFill/>
                          </a:ln>
                          <a:effectLst/>
                          <a:uFillTx/>
                          <a:latin typeface="メイリオ" pitchFamily="50" charset="-128"/>
                          <a:ea typeface="メイリオ" pitchFamily="50" charset="-128"/>
                          <a:cs typeface="メイリオ" pitchFamily="50" charset="-128"/>
                        </a:rPr>
                        <a:t>監視を実施</a:t>
                      </a:r>
                      <a:endParaRPr kumimoji="1" lang="ja-JP" altLang="en-US" sz="1000" b="0" i="0" u="none" strike="noStrike" cap="none" normalizeH="0" baseline="0" dirty="0">
                        <a:ln>
                          <a:noFill/>
                        </a:ln>
                        <a:solidFill>
                          <a:schemeClr val="tx1"/>
                        </a:solidFill>
                        <a:effectLst/>
                        <a:uFillTx/>
                        <a:latin typeface="メイリオ" pitchFamily="50" charset="-128"/>
                        <a:ea typeface="メイリオ" pitchFamily="50" charset="-128"/>
                        <a:cs typeface="メイリオ" pitchFamily="50" charset="-128"/>
                      </a:endParaRPr>
                    </a:p>
                  </a:txBody>
                  <a:tcPr marT="45649" marB="45649" horzOverflow="overflow"/>
                </a:tc>
                <a:tc>
                  <a:txBody>
                    <a:bodyPr/>
                    <a:lstStyle/>
                    <a:p>
                      <a:pPr marL="0" marR="0" lvl="0" indent="0" algn="l" defTabSz="914400" rtl="0" eaLnBrk="0" fontAlgn="base" latinLnBrk="0" hangingPunct="0">
                        <a:lnSpc>
                          <a:spcPct val="100000"/>
                        </a:lnSpc>
                        <a:spcBef>
                          <a:spcPct val="20000"/>
                        </a:spcBef>
                        <a:spcAft>
                          <a:spcPct val="0"/>
                        </a:spcAft>
                        <a:buFontTx/>
                        <a:buNone/>
                      </a:pPr>
                      <a:endParaRPr kumimoji="1" lang="ja-JP" altLang="en-US" sz="1000" b="0" i="0" u="none" strike="noStrike" cap="none" normalizeH="0" baseline="0" dirty="0">
                        <a:ln>
                          <a:noFill/>
                        </a:ln>
                        <a:solidFill>
                          <a:schemeClr val="tx1"/>
                        </a:solidFill>
                        <a:effectLst/>
                        <a:uFillTx/>
                        <a:latin typeface="メイリオ" pitchFamily="50" charset="-128"/>
                        <a:ea typeface="メイリオ" pitchFamily="50" charset="-128"/>
                        <a:cs typeface="メイリオ" pitchFamily="50" charset="-128"/>
                      </a:endParaRPr>
                    </a:p>
                  </a:txBody>
                  <a:tcPr marT="45649" marB="45649" horzOverflow="overflow"/>
                </a:tc>
                <a:extLst>
                  <a:ext uri="{0D108BD9-81ED-4DB2-BD59-A6C34878D82A}">
                    <a16:rowId xmlns:a16="http://schemas.microsoft.com/office/drawing/2014/main" val="10007"/>
                  </a:ext>
                </a:extLst>
              </a:tr>
              <a:tr h="235101">
                <a:tc vMerge="1">
                  <a:txBody>
                    <a:body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1" lang="ja-JP" altLang="en-US" sz="1000" b="0" i="0" u="none" strike="noStrike" cap="none" normalizeH="0" baseline="0">
                        <a:ln>
                          <a:noFill/>
                        </a:ln>
                        <a:solidFill>
                          <a:schemeClr val="tx1"/>
                        </a:solidFill>
                        <a:effectLst/>
                        <a:latin typeface="メイリオ" pitchFamily="50" charset="-128"/>
                        <a:ea typeface="メイリオ" pitchFamily="50" charset="-128"/>
                        <a:cs typeface="メイリオ" pitchFamily="50" charset="-128"/>
                      </a:endParaRPr>
                    </a:p>
                  </a:txBody>
                  <a:tcPr marT="45649" marB="45649" horzOverflow="overflow"/>
                </a:tc>
                <a:tc>
                  <a:txBody>
                    <a:bodyPr/>
                    <a:lstStyle/>
                    <a:p>
                      <a:pPr marL="0" marR="0" lvl="0" indent="0" algn="l" defTabSz="914400" rtl="0" eaLnBrk="0" fontAlgn="base" latinLnBrk="0" hangingPunct="0">
                        <a:lnSpc>
                          <a:spcPct val="100000"/>
                        </a:lnSpc>
                        <a:spcBef>
                          <a:spcPct val="20000"/>
                        </a:spcBef>
                        <a:spcAft>
                          <a:spcPct val="0"/>
                        </a:spcAft>
                        <a:buFontTx/>
                        <a:buNone/>
                      </a:pPr>
                      <a:r>
                        <a:rPr kumimoji="1" lang="ja-JP" altLang="en-US" sz="1000" u="none" strike="noStrike" cap="none" normalizeH="0" baseline="0" dirty="0">
                          <a:ln>
                            <a:noFill/>
                          </a:ln>
                          <a:effectLst/>
                          <a:uFillTx/>
                          <a:latin typeface="メイリオ" pitchFamily="50" charset="-128"/>
                          <a:ea typeface="メイリオ" pitchFamily="50" charset="-128"/>
                          <a:cs typeface="メイリオ" pitchFamily="50" charset="-128"/>
                        </a:rPr>
                        <a:t>障害通知プロセス</a:t>
                      </a:r>
                      <a:endParaRPr kumimoji="1" lang="en-US" altLang="ja-JP" sz="1000" b="0" i="0" u="none" strike="noStrike" cap="none" normalizeH="0" baseline="0" dirty="0">
                        <a:ln>
                          <a:noFill/>
                        </a:ln>
                        <a:solidFill>
                          <a:schemeClr val="tx1"/>
                        </a:solidFill>
                        <a:effectLst/>
                        <a:uFillTx/>
                        <a:latin typeface="メイリオ" pitchFamily="50" charset="-128"/>
                        <a:ea typeface="メイリオ" pitchFamily="50" charset="-128"/>
                        <a:cs typeface="メイリオ" pitchFamily="50" charset="-128"/>
                      </a:endParaRPr>
                    </a:p>
                  </a:txBody>
                  <a:tcPr marT="45649" marB="45649" horzOverflow="overflow"/>
                </a:tc>
                <a:tc>
                  <a:txBody>
                    <a:bodyPr/>
                    <a:lstStyle/>
                    <a:p>
                      <a:pPr marL="895350" marR="0" lvl="0" indent="-895350" algn="l" defTabSz="914400" rtl="0" eaLnBrk="0" fontAlgn="base" latinLnBrk="0" hangingPunct="0">
                        <a:lnSpc>
                          <a:spcPct val="100000"/>
                        </a:lnSpc>
                        <a:spcBef>
                          <a:spcPct val="20000"/>
                        </a:spcBef>
                        <a:spcAft>
                          <a:spcPct val="0"/>
                        </a:spcAft>
                        <a:buFontTx/>
                        <a:buNone/>
                      </a:pPr>
                      <a:r>
                        <a:rPr kumimoji="1" lang="ja-JP" altLang="en-US" sz="1000" u="none" strike="noStrike" cap="none" normalizeH="0" baseline="0" dirty="0">
                          <a:ln>
                            <a:noFill/>
                          </a:ln>
                          <a:effectLst/>
                          <a:uFillTx/>
                          <a:latin typeface="メイリオ" pitchFamily="50" charset="-128"/>
                          <a:ea typeface="メイリオ" pitchFamily="50" charset="-128"/>
                          <a:cs typeface="メイリオ" pitchFamily="50" charset="-128"/>
                        </a:rPr>
                        <a:t>指定された緊急連絡先にメールで連絡</a:t>
                      </a:r>
                      <a:endParaRPr kumimoji="1" lang="ja-JP" altLang="en-US" sz="1000" b="0" i="0" u="none" strike="noStrike" cap="none" normalizeH="0" baseline="0" dirty="0">
                        <a:ln>
                          <a:noFill/>
                        </a:ln>
                        <a:solidFill>
                          <a:schemeClr val="tx1"/>
                        </a:solidFill>
                        <a:effectLst/>
                        <a:uFillTx/>
                        <a:latin typeface="メイリオ" pitchFamily="50" charset="-128"/>
                        <a:ea typeface="メイリオ" pitchFamily="50" charset="-128"/>
                        <a:cs typeface="メイリオ" pitchFamily="50" charset="-128"/>
                      </a:endParaRPr>
                    </a:p>
                  </a:txBody>
                  <a:tcPr marT="45649" marB="45649" horzOverflow="overflow"/>
                </a:tc>
                <a:tc>
                  <a:txBody>
                    <a:bodyPr/>
                    <a:lstStyle/>
                    <a:p>
                      <a:pPr marL="0" marR="0" lvl="0" indent="0" algn="l" defTabSz="914400" rtl="0" eaLnBrk="0" fontAlgn="base" latinLnBrk="0" hangingPunct="0">
                        <a:lnSpc>
                          <a:spcPct val="100000"/>
                        </a:lnSpc>
                        <a:spcBef>
                          <a:spcPct val="20000"/>
                        </a:spcBef>
                        <a:spcAft>
                          <a:spcPct val="0"/>
                        </a:spcAft>
                        <a:buFontTx/>
                        <a:buNone/>
                      </a:pPr>
                      <a:endParaRPr kumimoji="1" lang="ja-JP" altLang="en-US" sz="1000" b="0" i="0" u="none" strike="noStrike" cap="none" normalizeH="0" baseline="0" dirty="0">
                        <a:ln>
                          <a:noFill/>
                        </a:ln>
                        <a:solidFill>
                          <a:schemeClr val="tx1"/>
                        </a:solidFill>
                        <a:effectLst/>
                        <a:uFillTx/>
                        <a:latin typeface="メイリオ" pitchFamily="50" charset="-128"/>
                        <a:ea typeface="メイリオ" pitchFamily="50" charset="-128"/>
                        <a:cs typeface="メイリオ" pitchFamily="50" charset="-128"/>
                      </a:endParaRPr>
                    </a:p>
                  </a:txBody>
                  <a:tcPr marT="45649" marB="45649" horzOverflow="overflow"/>
                </a:tc>
                <a:extLst>
                  <a:ext uri="{0D108BD9-81ED-4DB2-BD59-A6C34878D82A}">
                    <a16:rowId xmlns:a16="http://schemas.microsoft.com/office/drawing/2014/main" val="10008"/>
                  </a:ext>
                </a:extLst>
              </a:tr>
              <a:tr h="235101">
                <a:tc vMerge="1">
                  <a:txBody>
                    <a:body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1" lang="ja-JP" altLang="en-US" sz="1000" b="0" i="0" u="none" strike="noStrike" cap="none" normalizeH="0" baseline="0">
                        <a:ln>
                          <a:noFill/>
                        </a:ln>
                        <a:solidFill>
                          <a:schemeClr val="tx1"/>
                        </a:solidFill>
                        <a:effectLst/>
                        <a:latin typeface="メイリオ" pitchFamily="50" charset="-128"/>
                        <a:ea typeface="メイリオ" pitchFamily="50" charset="-128"/>
                        <a:cs typeface="メイリオ" pitchFamily="50" charset="-128"/>
                      </a:endParaRPr>
                    </a:p>
                  </a:txBody>
                  <a:tcPr marT="45649" marB="45649" horzOverflow="overflow"/>
                </a:tc>
                <a:tc>
                  <a:txBody>
                    <a:bodyPr/>
                    <a:lstStyle/>
                    <a:p>
                      <a:pPr marL="0" marR="0" lvl="0" indent="0" algn="l" defTabSz="914400" rtl="0" eaLnBrk="0" fontAlgn="base" latinLnBrk="0" hangingPunct="0">
                        <a:lnSpc>
                          <a:spcPct val="100000"/>
                        </a:lnSpc>
                        <a:spcBef>
                          <a:spcPct val="20000"/>
                        </a:spcBef>
                        <a:spcAft>
                          <a:spcPct val="0"/>
                        </a:spcAft>
                        <a:buFontTx/>
                        <a:buNone/>
                      </a:pPr>
                      <a:r>
                        <a:rPr kumimoji="1" lang="ja-JP" altLang="en-US" sz="1000" u="none" strike="noStrike" cap="none" normalizeH="0" baseline="0" dirty="0">
                          <a:ln>
                            <a:noFill/>
                          </a:ln>
                          <a:effectLst/>
                          <a:uFillTx/>
                          <a:latin typeface="メイリオ" pitchFamily="50" charset="-128"/>
                          <a:ea typeface="メイリオ" pitchFamily="50" charset="-128"/>
                          <a:cs typeface="メイリオ" pitchFamily="50" charset="-128"/>
                        </a:rPr>
                        <a:t>障害通知時間</a:t>
                      </a:r>
                      <a:endParaRPr kumimoji="1" lang="en-US" altLang="ja-JP" sz="1000" b="0" i="0" u="none" strike="noStrike" cap="none" normalizeH="0" baseline="0" dirty="0">
                        <a:ln>
                          <a:noFill/>
                        </a:ln>
                        <a:solidFill>
                          <a:schemeClr val="tx1"/>
                        </a:solidFill>
                        <a:effectLst/>
                        <a:uFillTx/>
                        <a:latin typeface="メイリオ" pitchFamily="50" charset="-128"/>
                        <a:ea typeface="メイリオ" pitchFamily="50" charset="-128"/>
                        <a:cs typeface="メイリオ" pitchFamily="50" charset="-128"/>
                      </a:endParaRPr>
                    </a:p>
                  </a:txBody>
                  <a:tcPr marT="45649" marB="45649" horzOverflow="overflow"/>
                </a:tc>
                <a:tc>
                  <a:txBody>
                    <a:bodyPr/>
                    <a:lstStyle/>
                    <a:p>
                      <a:pPr marL="895350" marR="0" lvl="0" indent="-895350" algn="l" defTabSz="914400" rtl="0" eaLnBrk="0" fontAlgn="base" latinLnBrk="0" hangingPunct="0">
                        <a:lnSpc>
                          <a:spcPct val="100000"/>
                        </a:lnSpc>
                        <a:spcBef>
                          <a:spcPct val="20000"/>
                        </a:spcBef>
                        <a:spcAft>
                          <a:spcPct val="0"/>
                        </a:spcAft>
                        <a:buFontTx/>
                        <a:buNone/>
                      </a:pPr>
                      <a:r>
                        <a:rPr kumimoji="1" lang="en-US" altLang="ja-JP" sz="1000" u="none" strike="noStrike" cap="none" normalizeH="0" baseline="0" dirty="0">
                          <a:ln>
                            <a:noFill/>
                          </a:ln>
                          <a:effectLst/>
                          <a:uFillTx/>
                          <a:latin typeface="メイリオ" pitchFamily="50" charset="-128"/>
                          <a:ea typeface="メイリオ" pitchFamily="50" charset="-128"/>
                          <a:cs typeface="メイリオ" pitchFamily="50" charset="-128"/>
                        </a:rPr>
                        <a:t>2</a:t>
                      </a:r>
                      <a:r>
                        <a:rPr kumimoji="1" lang="ja-JP" altLang="en-US" sz="1000" u="none" strike="noStrike" cap="none" normalizeH="0" baseline="0" dirty="0">
                          <a:ln>
                            <a:noFill/>
                          </a:ln>
                          <a:effectLst/>
                          <a:uFillTx/>
                          <a:latin typeface="メイリオ" pitchFamily="50" charset="-128"/>
                          <a:ea typeface="メイリオ" pitchFamily="50" charset="-128"/>
                          <a:cs typeface="メイリオ" pitchFamily="50" charset="-128"/>
                        </a:rPr>
                        <a:t>時間以内</a:t>
                      </a:r>
                      <a:endParaRPr kumimoji="1" lang="ja-JP" altLang="en-US" sz="1000" b="0" i="0" u="none" strike="noStrike" cap="none" normalizeH="0" baseline="0" dirty="0">
                        <a:ln>
                          <a:noFill/>
                        </a:ln>
                        <a:solidFill>
                          <a:schemeClr val="tx1"/>
                        </a:solidFill>
                        <a:effectLst/>
                        <a:uFillTx/>
                        <a:latin typeface="メイリオ" pitchFamily="50" charset="-128"/>
                        <a:ea typeface="メイリオ" pitchFamily="50" charset="-128"/>
                        <a:cs typeface="メイリオ" pitchFamily="50" charset="-128"/>
                      </a:endParaRPr>
                    </a:p>
                  </a:txBody>
                  <a:tcPr marT="45649" marB="45649" horzOverflow="overflow"/>
                </a:tc>
                <a:tc>
                  <a:txBody>
                    <a:bodyPr/>
                    <a:lstStyle/>
                    <a:p>
                      <a:pPr marL="0" marR="0" lvl="0" indent="0" algn="l" defTabSz="914400" rtl="0" eaLnBrk="0" fontAlgn="base" latinLnBrk="0" hangingPunct="0">
                        <a:lnSpc>
                          <a:spcPct val="100000"/>
                        </a:lnSpc>
                        <a:spcBef>
                          <a:spcPct val="20000"/>
                        </a:spcBef>
                        <a:spcAft>
                          <a:spcPct val="0"/>
                        </a:spcAft>
                        <a:buFontTx/>
                        <a:buNone/>
                      </a:pPr>
                      <a:endParaRPr kumimoji="1" lang="ja-JP" altLang="en-US" sz="1000" b="0" i="0" u="none" strike="noStrike" cap="none" normalizeH="0" baseline="0" dirty="0">
                        <a:ln>
                          <a:noFill/>
                        </a:ln>
                        <a:solidFill>
                          <a:schemeClr val="tx1"/>
                        </a:solidFill>
                        <a:effectLst/>
                        <a:uFillTx/>
                        <a:latin typeface="メイリオ" pitchFamily="50" charset="-128"/>
                        <a:ea typeface="メイリオ" pitchFamily="50" charset="-128"/>
                        <a:cs typeface="メイリオ" pitchFamily="50" charset="-128"/>
                      </a:endParaRPr>
                    </a:p>
                  </a:txBody>
                  <a:tcPr marT="45649" marB="45649" horzOverflow="overflow"/>
                </a:tc>
                <a:extLst>
                  <a:ext uri="{0D108BD9-81ED-4DB2-BD59-A6C34878D82A}">
                    <a16:rowId xmlns:a16="http://schemas.microsoft.com/office/drawing/2014/main" val="10009"/>
                  </a:ext>
                </a:extLst>
              </a:tr>
              <a:tr h="235101">
                <a:tc vMerge="1">
                  <a:txBody>
                    <a:body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1" lang="ja-JP" altLang="en-US" sz="1000" b="0" i="0" u="none" strike="noStrike" cap="none" normalizeH="0" baseline="0">
                        <a:ln>
                          <a:noFill/>
                        </a:ln>
                        <a:solidFill>
                          <a:schemeClr val="tx1"/>
                        </a:solidFill>
                        <a:effectLst/>
                        <a:latin typeface="メイリオ" pitchFamily="50" charset="-128"/>
                        <a:ea typeface="メイリオ" pitchFamily="50" charset="-128"/>
                        <a:cs typeface="メイリオ" pitchFamily="50" charset="-128"/>
                      </a:endParaRPr>
                    </a:p>
                  </a:txBody>
                  <a:tcPr marT="45649" marB="45649" horzOverflow="overflow"/>
                </a:tc>
                <a:tc>
                  <a:txBody>
                    <a:bodyPr/>
                    <a:lstStyle/>
                    <a:p>
                      <a:pPr marL="0" marR="0" lvl="0" indent="0" algn="l" defTabSz="914400" rtl="0" eaLnBrk="0" fontAlgn="base" latinLnBrk="0" hangingPunct="0">
                        <a:lnSpc>
                          <a:spcPct val="100000"/>
                        </a:lnSpc>
                        <a:spcBef>
                          <a:spcPct val="20000"/>
                        </a:spcBef>
                        <a:spcAft>
                          <a:spcPct val="0"/>
                        </a:spcAft>
                        <a:buFontTx/>
                        <a:buNone/>
                      </a:pPr>
                      <a:r>
                        <a:rPr kumimoji="1" lang="ja-JP" altLang="en-US" sz="1000" u="none" strike="noStrike" cap="none" normalizeH="0" baseline="0" dirty="0">
                          <a:ln>
                            <a:noFill/>
                          </a:ln>
                          <a:effectLst/>
                          <a:uFillTx/>
                          <a:latin typeface="メイリオ" pitchFamily="50" charset="-128"/>
                          <a:ea typeface="メイリオ" pitchFamily="50" charset="-128"/>
                          <a:cs typeface="メイリオ" pitchFamily="50" charset="-128"/>
                        </a:rPr>
                        <a:t>障害監視間隔</a:t>
                      </a:r>
                      <a:endParaRPr kumimoji="1" lang="en-US" altLang="ja-JP" sz="1000" b="0" i="0" u="none" strike="noStrike" cap="none" normalizeH="0" baseline="0" dirty="0">
                        <a:ln>
                          <a:noFill/>
                        </a:ln>
                        <a:solidFill>
                          <a:schemeClr val="tx1"/>
                        </a:solidFill>
                        <a:effectLst/>
                        <a:uFillTx/>
                        <a:latin typeface="メイリオ" pitchFamily="50" charset="-128"/>
                        <a:ea typeface="メイリオ" pitchFamily="50" charset="-128"/>
                        <a:cs typeface="メイリオ" pitchFamily="50" charset="-128"/>
                      </a:endParaRPr>
                    </a:p>
                  </a:txBody>
                  <a:tcPr marT="45649" marB="45649" horzOverflow="overflow"/>
                </a:tc>
                <a:tc>
                  <a:txBody>
                    <a:bodyPr/>
                    <a:lstStyle/>
                    <a:p>
                      <a:pPr marL="895350" marR="0" lvl="0" indent="-895350" algn="l" defTabSz="914400" rtl="0" eaLnBrk="0" fontAlgn="base" latinLnBrk="0" hangingPunct="0">
                        <a:lnSpc>
                          <a:spcPct val="100000"/>
                        </a:lnSpc>
                        <a:spcBef>
                          <a:spcPct val="20000"/>
                        </a:spcBef>
                        <a:spcAft>
                          <a:spcPct val="0"/>
                        </a:spcAft>
                        <a:buFontTx/>
                        <a:buNone/>
                      </a:pPr>
                      <a:r>
                        <a:rPr kumimoji="1" lang="en-US" altLang="ja-JP" sz="1000" u="none" strike="noStrike" cap="none" normalizeH="0" baseline="0" dirty="0">
                          <a:ln>
                            <a:noFill/>
                          </a:ln>
                          <a:effectLst/>
                          <a:uFillTx/>
                          <a:latin typeface="メイリオ" pitchFamily="50" charset="-128"/>
                          <a:ea typeface="メイリオ" pitchFamily="50" charset="-128"/>
                          <a:cs typeface="メイリオ" pitchFamily="50" charset="-128"/>
                        </a:rPr>
                        <a:t>10</a:t>
                      </a:r>
                      <a:r>
                        <a:rPr kumimoji="1" lang="ja-JP" altLang="en-US" sz="1000" u="none" strike="noStrike" cap="none" normalizeH="0" baseline="0" dirty="0">
                          <a:ln>
                            <a:noFill/>
                          </a:ln>
                          <a:effectLst/>
                          <a:uFillTx/>
                          <a:latin typeface="メイリオ" pitchFamily="50" charset="-128"/>
                          <a:ea typeface="メイリオ" pitchFamily="50" charset="-128"/>
                          <a:cs typeface="メイリオ" pitchFamily="50" charset="-128"/>
                        </a:rPr>
                        <a:t>分</a:t>
                      </a:r>
                      <a:endParaRPr kumimoji="1" lang="ja-JP" altLang="en-US" sz="1000" b="0" i="0" u="none" strike="noStrike" cap="none" normalizeH="0" baseline="0" dirty="0">
                        <a:ln>
                          <a:noFill/>
                        </a:ln>
                        <a:solidFill>
                          <a:schemeClr val="tx1"/>
                        </a:solidFill>
                        <a:effectLst/>
                        <a:uFillTx/>
                        <a:latin typeface="メイリオ" pitchFamily="50" charset="-128"/>
                        <a:ea typeface="メイリオ" pitchFamily="50" charset="-128"/>
                        <a:cs typeface="メイリオ" pitchFamily="50" charset="-128"/>
                      </a:endParaRPr>
                    </a:p>
                  </a:txBody>
                  <a:tcPr marT="45649" marB="45649" horzOverflow="overflow"/>
                </a:tc>
                <a:tc>
                  <a:txBody>
                    <a:bodyPr/>
                    <a:lstStyle/>
                    <a:p>
                      <a:pPr marL="0" marR="0" lvl="0" indent="0" algn="l" defTabSz="914400" rtl="0" eaLnBrk="0" fontAlgn="base" latinLnBrk="0" hangingPunct="0">
                        <a:lnSpc>
                          <a:spcPct val="100000"/>
                        </a:lnSpc>
                        <a:spcBef>
                          <a:spcPct val="20000"/>
                        </a:spcBef>
                        <a:spcAft>
                          <a:spcPct val="0"/>
                        </a:spcAft>
                        <a:buFontTx/>
                        <a:buNone/>
                      </a:pPr>
                      <a:endParaRPr kumimoji="1" lang="ja-JP" altLang="en-US" sz="1000" b="0" i="0" u="none" strike="noStrike" cap="none" normalizeH="0" baseline="0" dirty="0">
                        <a:ln>
                          <a:noFill/>
                        </a:ln>
                        <a:solidFill>
                          <a:schemeClr val="tx1"/>
                        </a:solidFill>
                        <a:effectLst/>
                        <a:uFillTx/>
                        <a:latin typeface="メイリオ" pitchFamily="50" charset="-128"/>
                        <a:ea typeface="メイリオ" pitchFamily="50" charset="-128"/>
                        <a:cs typeface="メイリオ" pitchFamily="50" charset="-128"/>
                      </a:endParaRPr>
                    </a:p>
                  </a:txBody>
                  <a:tcPr marT="45649" marB="45649" horzOverflow="overflow"/>
                </a:tc>
                <a:extLst>
                  <a:ext uri="{0D108BD9-81ED-4DB2-BD59-A6C34878D82A}">
                    <a16:rowId xmlns:a16="http://schemas.microsoft.com/office/drawing/2014/main" val="10010"/>
                  </a:ext>
                </a:extLst>
              </a:tr>
              <a:tr h="382124">
                <a:tc vMerge="1">
                  <a:txBody>
                    <a:body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1" lang="ja-JP" altLang="en-US" sz="1000" b="0" i="0" u="none" strike="noStrike" cap="none" normalizeH="0" baseline="0">
                        <a:ln>
                          <a:noFill/>
                        </a:ln>
                        <a:solidFill>
                          <a:schemeClr val="tx1"/>
                        </a:solidFill>
                        <a:effectLst/>
                        <a:latin typeface="メイリオ" pitchFamily="50" charset="-128"/>
                        <a:ea typeface="メイリオ" pitchFamily="50" charset="-128"/>
                        <a:cs typeface="メイリオ" pitchFamily="50" charset="-128"/>
                      </a:endParaRPr>
                    </a:p>
                  </a:txBody>
                  <a:tcPr marT="45649" marB="45649" horzOverflow="overflow"/>
                </a:tc>
                <a:tc>
                  <a:txBody>
                    <a:bodyPr/>
                    <a:lstStyle/>
                    <a:p>
                      <a:pPr marL="0" marR="0" lvl="0" indent="0" algn="l" defTabSz="914400" rtl="0" eaLnBrk="0" fontAlgn="base" latinLnBrk="0" hangingPunct="0">
                        <a:lnSpc>
                          <a:spcPct val="100000"/>
                        </a:lnSpc>
                        <a:spcBef>
                          <a:spcPct val="20000"/>
                        </a:spcBef>
                        <a:spcAft>
                          <a:spcPct val="0"/>
                        </a:spcAft>
                        <a:buFontTx/>
                        <a:buNone/>
                      </a:pPr>
                      <a:r>
                        <a:rPr kumimoji="1" lang="ja-JP" altLang="en-US" sz="1000" u="none" strike="noStrike" cap="none" normalizeH="0" baseline="0" dirty="0">
                          <a:ln>
                            <a:noFill/>
                          </a:ln>
                          <a:effectLst/>
                          <a:uFillTx/>
                          <a:latin typeface="メイリオ" pitchFamily="50" charset="-128"/>
                          <a:ea typeface="メイリオ" pitchFamily="50" charset="-128"/>
                          <a:cs typeface="メイリオ" pitchFamily="50" charset="-128"/>
                        </a:rPr>
                        <a:t>ログの取得</a:t>
                      </a:r>
                      <a:endParaRPr kumimoji="1" lang="en-US" altLang="ja-JP" sz="1000" b="0" i="0" u="none" strike="noStrike" cap="none" normalizeH="0" baseline="0" dirty="0">
                        <a:ln>
                          <a:noFill/>
                        </a:ln>
                        <a:solidFill>
                          <a:schemeClr val="tx1"/>
                        </a:solidFill>
                        <a:effectLst/>
                        <a:uFillTx/>
                        <a:latin typeface="メイリオ" pitchFamily="50" charset="-128"/>
                        <a:ea typeface="メイリオ" pitchFamily="50" charset="-128"/>
                        <a:cs typeface="メイリオ" pitchFamily="50" charset="-128"/>
                      </a:endParaRPr>
                    </a:p>
                  </a:txBody>
                  <a:tcPr marT="45649" marB="45649" horzOverflow="overflow"/>
                </a:tc>
                <a:tc>
                  <a:txBody>
                    <a:bodyPr/>
                    <a:lstStyle/>
                    <a:p>
                      <a:pPr marL="0" marR="0" lvl="0" indent="0" algn="l" defTabSz="914400" rtl="0" eaLnBrk="0" fontAlgn="base" latinLnBrk="0" hangingPunct="0">
                        <a:lnSpc>
                          <a:spcPct val="100000"/>
                        </a:lnSpc>
                        <a:spcBef>
                          <a:spcPct val="20000"/>
                        </a:spcBef>
                        <a:spcAft>
                          <a:spcPct val="0"/>
                        </a:spcAft>
                        <a:buFontTx/>
                        <a:buNone/>
                      </a:pPr>
                      <a:r>
                        <a:rPr kumimoji="1" lang="ja-JP" altLang="en-US" sz="1000" u="none" strike="noStrike" cap="none" normalizeH="0" baseline="0" dirty="0">
                          <a:ln>
                            <a:noFill/>
                          </a:ln>
                          <a:effectLst/>
                          <a:uFillTx/>
                          <a:latin typeface="メイリオ" pitchFamily="50" charset="-128"/>
                          <a:ea typeface="メイリオ" pitchFamily="50" charset="-128"/>
                          <a:cs typeface="メイリオ" pitchFamily="50" charset="-128"/>
                        </a:rPr>
                        <a:t>セキュリティ（不正アクセス）ログ／バックアップログ取得結果を別途要望に応じて提供</a:t>
                      </a:r>
                      <a:endParaRPr kumimoji="1" lang="ja-JP" altLang="en-US" sz="1000" b="0" i="0" u="none" strike="noStrike" cap="none" normalizeH="0" baseline="0" dirty="0">
                        <a:ln>
                          <a:noFill/>
                        </a:ln>
                        <a:solidFill>
                          <a:schemeClr val="tx1"/>
                        </a:solidFill>
                        <a:effectLst/>
                        <a:uFillTx/>
                        <a:latin typeface="メイリオ" pitchFamily="50" charset="-128"/>
                        <a:ea typeface="メイリオ" pitchFamily="50" charset="-128"/>
                        <a:cs typeface="メイリオ" pitchFamily="50" charset="-128"/>
                      </a:endParaRPr>
                    </a:p>
                  </a:txBody>
                  <a:tcPr marT="45649" marB="45649" horzOverflow="overflow"/>
                </a:tc>
                <a:tc>
                  <a:txBody>
                    <a:bodyPr/>
                    <a:lstStyle/>
                    <a:p>
                      <a:pPr marL="0" marR="0" lvl="0" indent="0" algn="l" defTabSz="914400" rtl="0" eaLnBrk="0" fontAlgn="base" latinLnBrk="0" hangingPunct="0">
                        <a:lnSpc>
                          <a:spcPct val="100000"/>
                        </a:lnSpc>
                        <a:spcBef>
                          <a:spcPct val="20000"/>
                        </a:spcBef>
                        <a:spcAft>
                          <a:spcPct val="0"/>
                        </a:spcAft>
                        <a:buFontTx/>
                        <a:buNone/>
                      </a:pPr>
                      <a:endParaRPr kumimoji="1" lang="ja-JP" altLang="en-US" sz="1000" b="0" i="0" u="none" strike="noStrike" cap="none" normalizeH="0" baseline="0" dirty="0">
                        <a:ln>
                          <a:noFill/>
                        </a:ln>
                        <a:solidFill>
                          <a:schemeClr val="tx1"/>
                        </a:solidFill>
                        <a:effectLst/>
                        <a:uFillTx/>
                        <a:latin typeface="メイリオ" pitchFamily="50" charset="-128"/>
                        <a:ea typeface="メイリオ" pitchFamily="50" charset="-128"/>
                        <a:cs typeface="メイリオ" pitchFamily="50" charset="-128"/>
                      </a:endParaRPr>
                    </a:p>
                  </a:txBody>
                  <a:tcPr marT="45649" marB="45649" horzOverflow="overflow"/>
                </a:tc>
                <a:extLst>
                  <a:ext uri="{0D108BD9-81ED-4DB2-BD59-A6C34878D82A}">
                    <a16:rowId xmlns:a16="http://schemas.microsoft.com/office/drawing/2014/main" val="10011"/>
                  </a:ext>
                </a:extLst>
              </a:tr>
              <a:tr h="529147">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1" lang="ja-JP" altLang="en-US" sz="1000" u="none" strike="noStrike" cap="none" normalizeH="0" baseline="0" dirty="0">
                          <a:ln>
                            <a:noFill/>
                          </a:ln>
                          <a:solidFill>
                            <a:schemeClr val="tx1"/>
                          </a:solidFill>
                          <a:effectLst/>
                          <a:latin typeface="メイリオ" panose="020B0604030504040204" pitchFamily="50" charset="-128"/>
                          <a:ea typeface="メイリオ" panose="020B0604030504040204" pitchFamily="50" charset="-128"/>
                        </a:rPr>
                        <a:t>性能</a:t>
                      </a:r>
                      <a:endParaRPr kumimoji="1" lang="ja-JP" altLang="en-US" sz="1000" b="0" i="0" u="none" strike="noStrike" cap="none" normalizeH="0" baseline="0" dirty="0">
                        <a:ln>
                          <a:noFill/>
                        </a:ln>
                        <a:solidFill>
                          <a:schemeClr val="tx1"/>
                        </a:solidFill>
                        <a:effectLst/>
                        <a:latin typeface="メイリオ" panose="020B0604030504040204" pitchFamily="50" charset="-128"/>
                        <a:ea typeface="メイリオ" panose="020B0604030504040204" pitchFamily="50" charset="-128"/>
                        <a:cs typeface="メイリオ" pitchFamily="50" charset="-128"/>
                      </a:endParaRPr>
                    </a:p>
                  </a:txBody>
                  <a:tcPr marT="45649" marB="45649" horzOverflow="overflow"/>
                </a:tc>
                <a:tc>
                  <a:txBody>
                    <a:bodyPr/>
                    <a:lstStyle/>
                    <a:p>
                      <a:pPr marL="0" marR="0" lvl="0" indent="0" algn="l" defTabSz="914400" rtl="0" eaLnBrk="0" fontAlgn="base" latinLnBrk="0" hangingPunct="0">
                        <a:lnSpc>
                          <a:spcPct val="100000"/>
                        </a:lnSpc>
                        <a:spcBef>
                          <a:spcPct val="20000"/>
                        </a:spcBef>
                        <a:spcAft>
                          <a:spcPct val="0"/>
                        </a:spcAft>
                        <a:buFontTx/>
                        <a:buNone/>
                      </a:pPr>
                      <a:r>
                        <a:rPr kumimoji="1" lang="ja-JP" altLang="en-US" sz="1000" u="none" strike="noStrike" cap="none" normalizeH="0" baseline="0" dirty="0">
                          <a:ln>
                            <a:noFill/>
                          </a:ln>
                          <a:effectLst/>
                          <a:uFillTx/>
                          <a:latin typeface="メイリオ" pitchFamily="50" charset="-128"/>
                          <a:ea typeface="メイリオ" pitchFamily="50" charset="-128"/>
                          <a:cs typeface="メイリオ" pitchFamily="50" charset="-128"/>
                        </a:rPr>
                        <a:t>オンライン応答時間</a:t>
                      </a:r>
                      <a:endParaRPr kumimoji="1" lang="en-US" altLang="ja-JP" sz="1000" b="0" i="0" u="none" strike="noStrike" cap="none" normalizeH="0" baseline="0" dirty="0">
                        <a:ln>
                          <a:noFill/>
                        </a:ln>
                        <a:solidFill>
                          <a:schemeClr val="tx1"/>
                        </a:solidFill>
                        <a:effectLst/>
                        <a:uFillTx/>
                        <a:latin typeface="メイリオ" pitchFamily="50" charset="-128"/>
                        <a:ea typeface="メイリオ" pitchFamily="50" charset="-128"/>
                        <a:cs typeface="メイリオ" pitchFamily="50" charset="-128"/>
                      </a:endParaRPr>
                    </a:p>
                  </a:txBody>
                  <a:tcPr marT="45649" marB="45649" horzOverflow="overflow"/>
                </a:tc>
                <a:tc>
                  <a:txBody>
                    <a:bodyPr/>
                    <a:lstStyle/>
                    <a:p>
                      <a:pPr marL="0" marR="0" lvl="0" indent="0" algn="l" defTabSz="914400" rtl="0" eaLnBrk="0" fontAlgn="base" latinLnBrk="0" hangingPunct="0">
                        <a:lnSpc>
                          <a:spcPct val="100000"/>
                        </a:lnSpc>
                        <a:spcBef>
                          <a:spcPct val="20000"/>
                        </a:spcBef>
                        <a:spcAft>
                          <a:spcPct val="0"/>
                        </a:spcAft>
                        <a:buFontTx/>
                        <a:buNone/>
                      </a:pPr>
                      <a:r>
                        <a:rPr kumimoji="1" lang="ja-JP" altLang="en-US" sz="1000" u="none" strike="noStrike" cap="none" normalizeH="0" baseline="0" dirty="0">
                          <a:ln>
                            <a:noFill/>
                          </a:ln>
                          <a:effectLst/>
                          <a:uFillTx/>
                          <a:latin typeface="メイリオ" pitchFamily="50" charset="-128"/>
                          <a:ea typeface="メイリオ" pitchFamily="50" charset="-128"/>
                          <a:cs typeface="メイリオ" pitchFamily="50" charset="-128"/>
                        </a:rPr>
                        <a:t>データセンタ内の平均応答時間</a:t>
                      </a:r>
                      <a:r>
                        <a:rPr kumimoji="1" lang="en-US" altLang="ja-JP" sz="1000" u="none" strike="noStrike" cap="none" normalizeH="0" baseline="0" dirty="0">
                          <a:ln>
                            <a:noFill/>
                          </a:ln>
                          <a:effectLst/>
                          <a:uFillTx/>
                          <a:latin typeface="メイリオ" pitchFamily="50" charset="-128"/>
                          <a:ea typeface="メイリオ" pitchFamily="50" charset="-128"/>
                          <a:cs typeface="メイリオ" pitchFamily="50" charset="-128"/>
                        </a:rPr>
                        <a:t>3</a:t>
                      </a:r>
                      <a:r>
                        <a:rPr kumimoji="1" lang="ja-JP" altLang="en-US" sz="1000" u="none" strike="noStrike" cap="none" normalizeH="0" baseline="0" dirty="0">
                          <a:ln>
                            <a:noFill/>
                          </a:ln>
                          <a:effectLst/>
                          <a:uFillTx/>
                          <a:latin typeface="メイリオ" pitchFamily="50" charset="-128"/>
                          <a:ea typeface="メイリオ" pitchFamily="50" charset="-128"/>
                          <a:cs typeface="メイリオ" pitchFamily="50" charset="-128"/>
                        </a:rPr>
                        <a:t>秒以内</a:t>
                      </a:r>
                      <a:endParaRPr kumimoji="1" lang="ja-JP" altLang="en-US" sz="1000" b="0" i="0" u="none" strike="noStrike" cap="none" normalizeH="0" baseline="0" dirty="0">
                        <a:ln>
                          <a:noFill/>
                        </a:ln>
                        <a:solidFill>
                          <a:schemeClr val="tx1"/>
                        </a:solidFill>
                        <a:effectLst/>
                        <a:uFillTx/>
                        <a:latin typeface="メイリオ" pitchFamily="50" charset="-128"/>
                        <a:ea typeface="メイリオ" pitchFamily="50" charset="-128"/>
                        <a:cs typeface="メイリオ" pitchFamily="50" charset="-128"/>
                      </a:endParaRPr>
                    </a:p>
                  </a:txBody>
                  <a:tcPr marT="45649" marB="45649" horzOverflow="overflow"/>
                </a:tc>
                <a:tc>
                  <a:txBody>
                    <a:bodyPr/>
                    <a:lstStyle/>
                    <a:p>
                      <a:pPr marL="0" marR="0" lvl="0" indent="0" algn="l" defTabSz="914400" rtl="0" eaLnBrk="0" fontAlgn="base" latinLnBrk="0" hangingPunct="0">
                        <a:lnSpc>
                          <a:spcPct val="100000"/>
                        </a:lnSpc>
                        <a:spcBef>
                          <a:spcPct val="20000"/>
                        </a:spcBef>
                        <a:spcAft>
                          <a:spcPct val="0"/>
                        </a:spcAft>
                        <a:buFontTx/>
                        <a:buNone/>
                      </a:pPr>
                      <a:endParaRPr kumimoji="1" lang="ja-JP" altLang="en-US" sz="1000" b="0" i="0" u="none" strike="noStrike" cap="none" normalizeH="0" baseline="0" dirty="0">
                        <a:ln>
                          <a:noFill/>
                        </a:ln>
                        <a:solidFill>
                          <a:schemeClr val="tx1"/>
                        </a:solidFill>
                        <a:effectLst/>
                        <a:uFillTx/>
                        <a:latin typeface="メイリオ" pitchFamily="50" charset="-128"/>
                        <a:ea typeface="メイリオ" pitchFamily="50" charset="-128"/>
                        <a:cs typeface="メイリオ" pitchFamily="50" charset="-128"/>
                      </a:endParaRPr>
                    </a:p>
                  </a:txBody>
                  <a:tcPr marT="45649" marB="45649" horzOverflow="overflow"/>
                </a:tc>
                <a:extLst>
                  <a:ext uri="{0D108BD9-81ED-4DB2-BD59-A6C34878D82A}">
                    <a16:rowId xmlns:a16="http://schemas.microsoft.com/office/drawing/2014/main" val="10012"/>
                  </a:ext>
                </a:extLst>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タイトル 1">
            <a:extLst>
              <a:ext uri="{FF2B5EF4-FFF2-40B4-BE49-F238E27FC236}">
                <a16:creationId xmlns:a16="http://schemas.microsoft.com/office/drawing/2014/main" id="{A8E1EE97-87EC-4512-AE51-A03BA79E996B}"/>
              </a:ext>
            </a:extLst>
          </p:cNvPr>
          <p:cNvSpPr txBox="1">
            <a:spLocks noChangeArrowheads="1"/>
          </p:cNvSpPr>
          <p:nvPr/>
        </p:nvSpPr>
        <p:spPr bwMode="auto">
          <a:xfrm>
            <a:off x="763588" y="231304"/>
            <a:ext cx="6537325" cy="533400"/>
          </a:xfrm>
          <a:prstGeom prst="rect">
            <a:avLst/>
          </a:prstGeom>
          <a:noFill/>
          <a:ln>
            <a:miter lim="800000"/>
            <a:headEnd/>
            <a:tailEnd/>
          </a:ln>
        </p:spPr>
        <p:txBody>
          <a:bodyPr vert="horz" lIns="91440" tIns="45720" rIns="91440" bIns="45720" rtlCol="0" anchor="ctr">
            <a:normAutofit/>
          </a:bodyPr>
          <a:lstStyle>
            <a:lvl1pPr algn="l" defTabSz="914400" rtl="0" eaLnBrk="1" latinLnBrk="0" hangingPunct="1">
              <a:spcBef>
                <a:spcPct val="0"/>
              </a:spcBef>
              <a:buNone/>
              <a:defRPr kumimoji="1" sz="3200" b="1" kern="1200">
                <a:solidFill>
                  <a:schemeClr val="tx1"/>
                </a:solidFill>
                <a:latin typeface="メイリオ" pitchFamily="50" charset="-128"/>
                <a:ea typeface="メイリオ" pitchFamily="50" charset="-128"/>
                <a:cs typeface="メイリオ" pitchFamily="50" charset="-128"/>
              </a:defRPr>
            </a:lvl1pPr>
          </a:lstStyle>
          <a:p>
            <a:pPr>
              <a:lnSpc>
                <a:spcPct val="75000"/>
              </a:lnSpc>
            </a:pPr>
            <a:r>
              <a:rPr lang="en-US" altLang="ja-JP" sz="2800" b="0" dirty="0"/>
              <a:t>1</a:t>
            </a:r>
            <a:r>
              <a:rPr lang="ja-JP" altLang="en-US" sz="2800" b="0" dirty="0"/>
              <a:t>.SLA（2/2）</a:t>
            </a:r>
          </a:p>
        </p:txBody>
      </p:sp>
      <p:graphicFrame>
        <p:nvGraphicFramePr>
          <p:cNvPr id="2" name="表 1">
            <a:extLst>
              <a:ext uri="{FF2B5EF4-FFF2-40B4-BE49-F238E27FC236}">
                <a16:creationId xmlns:a16="http://schemas.microsoft.com/office/drawing/2014/main" id="{220CF282-EE29-C508-29D4-67921E69A33E}"/>
              </a:ext>
            </a:extLst>
          </p:cNvPr>
          <p:cNvGraphicFramePr>
            <a:graphicFrameLocks noGrp="1"/>
          </p:cNvGraphicFramePr>
          <p:nvPr>
            <p:extLst>
              <p:ext uri="{D42A27DB-BD31-4B8C-83A1-F6EECF244321}">
                <p14:modId xmlns:p14="http://schemas.microsoft.com/office/powerpoint/2010/main" val="3609208652"/>
              </p:ext>
            </p:extLst>
          </p:nvPr>
        </p:nvGraphicFramePr>
        <p:xfrm>
          <a:off x="257797" y="956251"/>
          <a:ext cx="8622793" cy="5498232"/>
        </p:xfrm>
        <a:graphic>
          <a:graphicData uri="http://schemas.openxmlformats.org/drawingml/2006/table">
            <a:tbl>
              <a:tblPr firstRow="1" bandRow="1">
                <a:tableStyleId>{5C22544A-7EE6-4342-B048-85BDC9FD1C3A}</a:tableStyleId>
              </a:tblPr>
              <a:tblGrid>
                <a:gridCol w="356617">
                  <a:extLst>
                    <a:ext uri="{9D8B030D-6E8A-4147-A177-3AD203B41FA5}">
                      <a16:colId xmlns:a16="http://schemas.microsoft.com/office/drawing/2014/main" val="20000"/>
                    </a:ext>
                  </a:extLst>
                </a:gridCol>
                <a:gridCol w="2423160">
                  <a:extLst>
                    <a:ext uri="{9D8B030D-6E8A-4147-A177-3AD203B41FA5}">
                      <a16:colId xmlns:a16="http://schemas.microsoft.com/office/drawing/2014/main" val="20001"/>
                    </a:ext>
                  </a:extLst>
                </a:gridCol>
                <a:gridCol w="4362984">
                  <a:extLst>
                    <a:ext uri="{9D8B030D-6E8A-4147-A177-3AD203B41FA5}">
                      <a16:colId xmlns:a16="http://schemas.microsoft.com/office/drawing/2014/main" val="20002"/>
                    </a:ext>
                  </a:extLst>
                </a:gridCol>
                <a:gridCol w="1480032">
                  <a:extLst>
                    <a:ext uri="{9D8B030D-6E8A-4147-A177-3AD203B41FA5}">
                      <a16:colId xmlns:a16="http://schemas.microsoft.com/office/drawing/2014/main" val="20003"/>
                    </a:ext>
                  </a:extLst>
                </a:gridCol>
              </a:tblGrid>
              <a:tr h="14588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200" b="1" i="0" u="none" strike="noStrike" cap="none" normalizeH="0" baseline="0">
                        <a:ln>
                          <a:noFill/>
                        </a:ln>
                        <a:solidFill>
                          <a:schemeClr val="bg1"/>
                        </a:solidFill>
                        <a:effectLst/>
                        <a:latin typeface="メイリオ" pitchFamily="50" charset="-128"/>
                        <a:ea typeface="メイリオ" pitchFamily="50" charset="-128"/>
                        <a:cs typeface="メイリオ" pitchFamily="50" charset="-128"/>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200" dirty="0">
                          <a:latin typeface="メイリオ" panose="020B0604030504040204" pitchFamily="50" charset="-128"/>
                          <a:ea typeface="メイリオ" panose="020B0604030504040204" pitchFamily="50" charset="-128"/>
                        </a:rPr>
                        <a:t>項目</a:t>
                      </a:r>
                      <a:endParaRPr kumimoji="1" lang="ja-JP" altLang="en-US" sz="1200" dirty="0">
                        <a:latin typeface="メイリオ" pitchFamily="50" charset="-128"/>
                        <a:ea typeface="メイリオ" pitchFamily="50" charset="-128"/>
                        <a:cs typeface="メイリオ" pitchFamily="50" charset="-128"/>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200">
                          <a:latin typeface="メイリオ" panose="020B0604030504040204" pitchFamily="50" charset="-128"/>
                          <a:ea typeface="メイリオ" panose="020B0604030504040204" pitchFamily="50" charset="-128"/>
                        </a:rPr>
                        <a:t>内容</a:t>
                      </a:r>
                      <a:endParaRPr kumimoji="1" lang="ja-JP" altLang="en-US" sz="1200">
                        <a:latin typeface="メイリオ" pitchFamily="50" charset="-128"/>
                        <a:ea typeface="メイリオ" pitchFamily="50" charset="-128"/>
                        <a:cs typeface="メイリオ" pitchFamily="50" charset="-128"/>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200">
                          <a:latin typeface="メイリオ" panose="020B0604030504040204" pitchFamily="50" charset="-128"/>
                          <a:ea typeface="メイリオ" panose="020B0604030504040204" pitchFamily="50" charset="-128"/>
                        </a:rPr>
                        <a:t>備考</a:t>
                      </a:r>
                      <a:endParaRPr kumimoji="1" lang="ja-JP" altLang="en-US" sz="1200">
                        <a:latin typeface="メイリオ" pitchFamily="50" charset="-128"/>
                        <a:ea typeface="メイリオ" pitchFamily="50" charset="-128"/>
                        <a:cs typeface="メイリオ" pitchFamily="50" charset="-128"/>
                      </a:endParaRPr>
                    </a:p>
                  </a:txBody>
                  <a:tcPr anchor="ctr"/>
                </a:tc>
                <a:extLst>
                  <a:ext uri="{0D108BD9-81ED-4DB2-BD59-A6C34878D82A}">
                    <a16:rowId xmlns:a16="http://schemas.microsoft.com/office/drawing/2014/main" val="10000"/>
                  </a:ext>
                </a:extLst>
              </a:tr>
              <a:tr h="229736">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1" lang="ja-JP" altLang="en-US" sz="1000" u="none" strike="noStrike" cap="none" normalizeH="0" baseline="0" dirty="0">
                          <a:ln>
                            <a:noFill/>
                          </a:ln>
                          <a:solidFill>
                            <a:schemeClr val="tx1"/>
                          </a:solidFill>
                          <a:effectLst/>
                          <a:latin typeface="メイリオ" panose="020B0604030504040204" pitchFamily="50" charset="-128"/>
                          <a:ea typeface="メイリオ" panose="020B0604030504040204" pitchFamily="50" charset="-128"/>
                        </a:rPr>
                        <a:t>拡張性</a:t>
                      </a:r>
                      <a:endParaRPr kumimoji="1" lang="ja-JP" altLang="en-US" sz="1000" b="0" i="0" u="none" strike="noStrike" cap="none" normalizeH="0" baseline="0" dirty="0">
                        <a:ln>
                          <a:noFill/>
                        </a:ln>
                        <a:solidFill>
                          <a:schemeClr val="tx1"/>
                        </a:solidFill>
                        <a:effectLst/>
                        <a:latin typeface="メイリオ" panose="020B0604030504040204" pitchFamily="50" charset="-128"/>
                        <a:ea typeface="メイリオ" panose="020B0604030504040204" pitchFamily="50" charset="-128"/>
                        <a:cs typeface="メイリオ" pitchFamily="50" charset="-128"/>
                      </a:endParaRPr>
                    </a:p>
                  </a:txBody>
                  <a:tcPr marT="45649" marB="45649" horzOverflow="overflow"/>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1" lang="ja-JP" altLang="en-US" sz="1000" u="none" strike="noStrike" cap="none" normalizeH="0" baseline="0" dirty="0">
                          <a:ln>
                            <a:noFill/>
                          </a:ln>
                          <a:solidFill>
                            <a:schemeClr val="tx1"/>
                          </a:solidFill>
                          <a:effectLst/>
                          <a:latin typeface="メイリオ" panose="020B0604030504040204" pitchFamily="50" charset="-128"/>
                          <a:ea typeface="メイリオ" panose="020B0604030504040204" pitchFamily="50" charset="-128"/>
                        </a:rPr>
                        <a:t>同時接続利用者数</a:t>
                      </a:r>
                      <a:endParaRPr kumimoji="1" lang="en-US" altLang="ja-JP" sz="1000" b="0" i="0" u="none" strike="noStrike" cap="none" normalizeH="0" baseline="0" dirty="0">
                        <a:ln>
                          <a:noFill/>
                        </a:ln>
                        <a:solidFill>
                          <a:schemeClr val="tx1"/>
                        </a:solidFill>
                        <a:effectLst/>
                        <a:latin typeface="メイリオ" panose="020B0604030504040204" pitchFamily="50" charset="-128"/>
                        <a:ea typeface="メイリオ" panose="020B0604030504040204" pitchFamily="50" charset="-128"/>
                        <a:cs typeface="メイリオ" pitchFamily="50" charset="-128"/>
                      </a:endParaRPr>
                    </a:p>
                  </a:txBody>
                  <a:tcPr marT="45649" marB="45649" horzOverflow="overflow"/>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1" lang="en-US" altLang="ja-JP" sz="1000" u="none" strike="noStrike" cap="none" normalizeH="0" baseline="0" dirty="0">
                          <a:ln>
                            <a:noFill/>
                          </a:ln>
                          <a:solidFill>
                            <a:schemeClr val="tx1"/>
                          </a:solidFill>
                          <a:effectLst/>
                          <a:latin typeface="メイリオ" panose="020B0604030504040204" pitchFamily="50" charset="-128"/>
                          <a:ea typeface="メイリオ" panose="020B0604030504040204" pitchFamily="50" charset="-128"/>
                        </a:rPr>
                        <a:t>100</a:t>
                      </a:r>
                      <a:r>
                        <a:rPr kumimoji="1" lang="ja-JP" altLang="en-US" sz="1000" u="none" strike="noStrike" cap="none" normalizeH="0" baseline="0" dirty="0">
                          <a:ln>
                            <a:noFill/>
                          </a:ln>
                          <a:solidFill>
                            <a:schemeClr val="tx1"/>
                          </a:solidFill>
                          <a:effectLst/>
                          <a:latin typeface="メイリオ" panose="020B0604030504040204" pitchFamily="50" charset="-128"/>
                          <a:ea typeface="メイリオ" panose="020B0604030504040204" pitchFamily="50" charset="-128"/>
                        </a:rPr>
                        <a:t>名（最善努力型）</a:t>
                      </a:r>
                      <a:endParaRPr kumimoji="1" lang="ja-JP" altLang="en-US" sz="1000" b="0" i="0" u="none" strike="noStrike" cap="none" normalizeH="0" baseline="0" dirty="0">
                        <a:ln>
                          <a:noFill/>
                        </a:ln>
                        <a:solidFill>
                          <a:schemeClr val="tx1"/>
                        </a:solidFill>
                        <a:effectLst/>
                        <a:latin typeface="メイリオ" panose="020B0604030504040204" pitchFamily="50" charset="-128"/>
                        <a:ea typeface="メイリオ" panose="020B0604030504040204" pitchFamily="50" charset="-128"/>
                        <a:cs typeface="メイリオ" pitchFamily="50" charset="-128"/>
                      </a:endParaRPr>
                    </a:p>
                  </a:txBody>
                  <a:tcPr marT="45649" marB="45649" horzOverflow="overflow"/>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defRPr/>
                      </a:pPr>
                      <a:r>
                        <a:rPr kumimoji="1" lang="ja-JP" altLang="en-US" sz="1000" u="none" strike="noStrike" cap="none" normalizeH="0" baseline="0" dirty="0">
                          <a:ln>
                            <a:noFill/>
                          </a:ln>
                          <a:effectLst/>
                          <a:uFillTx/>
                          <a:latin typeface="メイリオ" pitchFamily="50" charset="-128"/>
                          <a:ea typeface="メイリオ" pitchFamily="50" charset="-128"/>
                          <a:cs typeface="メイリオ" pitchFamily="50" charset="-128"/>
                        </a:rPr>
                        <a:t>カスタマイズ有の場合は別途調整</a:t>
                      </a:r>
                      <a:endParaRPr kumimoji="1" lang="ja-JP" altLang="en-US" sz="1000" b="0" i="0" u="none" strike="noStrike" cap="none" normalizeH="0" baseline="0" dirty="0">
                        <a:ln>
                          <a:noFill/>
                        </a:ln>
                        <a:solidFill>
                          <a:schemeClr val="tx1"/>
                        </a:solidFill>
                        <a:effectLst/>
                        <a:uFillTx/>
                        <a:latin typeface="メイリオ" pitchFamily="50" charset="-128"/>
                        <a:ea typeface="メイリオ" pitchFamily="50" charset="-128"/>
                        <a:cs typeface="メイリオ" pitchFamily="50" charset="-128"/>
                      </a:endParaRPr>
                    </a:p>
                    <a:p>
                      <a:pPr marL="0" marR="0" lvl="0" indent="0" algn="l" defTabSz="914400" rtl="0" eaLnBrk="0" fontAlgn="base" latinLnBrk="0" hangingPunct="0">
                        <a:lnSpc>
                          <a:spcPct val="100000"/>
                        </a:lnSpc>
                        <a:spcBef>
                          <a:spcPct val="20000"/>
                        </a:spcBef>
                        <a:spcAft>
                          <a:spcPct val="0"/>
                        </a:spcAft>
                        <a:buFontTx/>
                        <a:buNone/>
                      </a:pPr>
                      <a:r>
                        <a:rPr kumimoji="1" lang="ja-JP" altLang="en-US" sz="1000" b="0" i="0" u="none" strike="noStrike" cap="none" normalizeH="0" baseline="0" dirty="0">
                          <a:ln>
                            <a:noFill/>
                          </a:ln>
                          <a:solidFill>
                            <a:schemeClr val="tx1"/>
                          </a:solidFill>
                          <a:effectLst/>
                          <a:uFillTx/>
                          <a:latin typeface="メイリオ" pitchFamily="50" charset="-128"/>
                          <a:ea typeface="メイリオ" pitchFamily="50" charset="-128"/>
                          <a:cs typeface="メイリオ" pitchFamily="50" charset="-128"/>
                        </a:rPr>
                        <a:t>同時セッション数は利用条件で別途調整</a:t>
                      </a:r>
                    </a:p>
                    <a:p>
                      <a:pPr marL="0" marR="0" lvl="0" indent="0" algn="l" defTabSz="914400" rtl="0" eaLnBrk="0" fontAlgn="base" latinLnBrk="0" hangingPunct="0">
                        <a:lnSpc>
                          <a:spcPct val="100000"/>
                        </a:lnSpc>
                        <a:spcBef>
                          <a:spcPct val="20000"/>
                        </a:spcBef>
                        <a:spcAft>
                          <a:spcPct val="0"/>
                        </a:spcAft>
                        <a:buFontTx/>
                        <a:buNone/>
                      </a:pPr>
                      <a:r>
                        <a:rPr kumimoji="1" lang="ja-JP" altLang="en-US" sz="1000" b="0" i="0" u="none" strike="noStrike" cap="none" normalizeH="0" baseline="0" dirty="0">
                          <a:ln>
                            <a:noFill/>
                          </a:ln>
                          <a:solidFill>
                            <a:schemeClr val="tx1"/>
                          </a:solidFill>
                          <a:effectLst/>
                          <a:uFillTx/>
                          <a:latin typeface="メイリオ" pitchFamily="50" charset="-128"/>
                          <a:ea typeface="メイリオ" pitchFamily="50" charset="-128"/>
                          <a:cs typeface="メイリオ" pitchFamily="50" charset="-128"/>
                        </a:rPr>
                        <a:t>本案件の想定は8.（1/3）に記載</a:t>
                      </a:r>
                    </a:p>
                  </a:txBody>
                  <a:tcPr marT="45649" marB="45649" horzOverflow="overflow"/>
                </a:tc>
                <a:extLst>
                  <a:ext uri="{0D108BD9-81ED-4DB2-BD59-A6C34878D82A}">
                    <a16:rowId xmlns:a16="http://schemas.microsoft.com/office/drawing/2014/main" val="1920926590"/>
                  </a:ext>
                </a:extLst>
              </a:tr>
              <a:tr h="927794">
                <a:tc>
                  <a:txBody>
                    <a:bodyPr/>
                    <a:lstStyle>
                      <a:lvl1pPr algn="l" eaLnBrk="0" fontAlgn="base" hangingPunct="0">
                        <a:spcBef>
                          <a:spcPct val="20000"/>
                        </a:spcBef>
                        <a:defRPr kumimoji="1">
                          <a:solidFill>
                            <a:srgbClr val="404040"/>
                          </a:solidFill>
                          <a:latin typeface="メイリオ" pitchFamily="50" charset="-128"/>
                          <a:ea typeface="メイリオ" pitchFamily="50" charset="-128"/>
                          <a:cs typeface="メイリオ" pitchFamily="50" charset="-128"/>
                        </a:defRPr>
                      </a:lvl1pPr>
                      <a:lvl2pPr marL="742950" indent="-285750" algn="l" eaLnBrk="0" fontAlgn="base" hangingPunct="0">
                        <a:spcBef>
                          <a:spcPct val="20000"/>
                        </a:spcBef>
                        <a:buFont typeface="Wingdings" pitchFamily="2" charset="2"/>
                        <a:defRPr kumimoji="1" sz="1600">
                          <a:solidFill>
                            <a:srgbClr val="404040"/>
                          </a:solidFill>
                          <a:latin typeface="メイリオ" pitchFamily="50" charset="-128"/>
                          <a:ea typeface="メイリオ" pitchFamily="50" charset="-128"/>
                          <a:cs typeface="メイリオ" pitchFamily="50" charset="-128"/>
                        </a:defRPr>
                      </a:lvl2pPr>
                      <a:lvl3pPr marL="1143000" indent="-228600" algn="l" eaLnBrk="0" fontAlgn="base" hangingPunct="0">
                        <a:spcBef>
                          <a:spcPct val="20000"/>
                        </a:spcBef>
                        <a:buFont typeface="Wingdings" pitchFamily="2" charset="2"/>
                        <a:defRPr kumimoji="1" sz="1400">
                          <a:solidFill>
                            <a:srgbClr val="404040"/>
                          </a:solidFill>
                          <a:latin typeface="メイリオ" pitchFamily="50" charset="-128"/>
                          <a:ea typeface="メイリオ" pitchFamily="50" charset="-128"/>
                          <a:cs typeface="メイリオ" pitchFamily="50" charset="-128"/>
                        </a:defRPr>
                      </a:lvl3pPr>
                      <a:lvl4pPr marL="1600200" indent="-228600" algn="l" eaLnBrk="0" fontAlgn="base" hangingPunct="0">
                        <a:spcBef>
                          <a:spcPct val="20000"/>
                        </a:spcBef>
                        <a:buFont typeface="Wingdings" pitchFamily="2" charset="2"/>
                        <a:defRPr kumimoji="1" sz="1400">
                          <a:solidFill>
                            <a:srgbClr val="404040"/>
                          </a:solidFill>
                          <a:latin typeface="メイリオ" pitchFamily="50" charset="-128"/>
                          <a:ea typeface="メイリオ" pitchFamily="50" charset="-128"/>
                          <a:cs typeface="メイリオ" pitchFamily="50" charset="-128"/>
                        </a:defRPr>
                      </a:lvl4pPr>
                      <a:lvl5pPr marL="2057400" indent="-228600" algn="l" eaLnBrk="0" fontAlgn="base" hangingPunct="0">
                        <a:spcBef>
                          <a:spcPct val="20000"/>
                        </a:spcBef>
                        <a:defRPr kumimoji="1" sz="1400">
                          <a:solidFill>
                            <a:srgbClr val="404040"/>
                          </a:solidFill>
                          <a:latin typeface="メイリオ" pitchFamily="50" charset="-128"/>
                          <a:ea typeface="メイリオ" pitchFamily="50" charset="-128"/>
                          <a:cs typeface="メイリオ" pitchFamily="50" charset="-128"/>
                        </a:defRPr>
                      </a:lvl5pPr>
                      <a:lvl6pPr marL="2514600" indent="-228600" eaLnBrk="0" fontAlgn="base" hangingPunct="0">
                        <a:spcBef>
                          <a:spcPct val="20000"/>
                        </a:spcBef>
                        <a:spcAft>
                          <a:spcPct val="0"/>
                        </a:spcAft>
                        <a:defRPr kumimoji="1" sz="1400">
                          <a:solidFill>
                            <a:srgbClr val="404040"/>
                          </a:solidFill>
                          <a:latin typeface="メイリオ" pitchFamily="50" charset="-128"/>
                          <a:ea typeface="メイリオ" pitchFamily="50" charset="-128"/>
                          <a:cs typeface="メイリオ" pitchFamily="50" charset="-128"/>
                        </a:defRPr>
                      </a:lvl6pPr>
                      <a:lvl7pPr marL="2971800" indent="-228600" eaLnBrk="0" fontAlgn="base" hangingPunct="0">
                        <a:spcBef>
                          <a:spcPct val="20000"/>
                        </a:spcBef>
                        <a:spcAft>
                          <a:spcPct val="0"/>
                        </a:spcAft>
                        <a:defRPr kumimoji="1" sz="1400">
                          <a:solidFill>
                            <a:srgbClr val="404040"/>
                          </a:solidFill>
                          <a:latin typeface="メイリオ" pitchFamily="50" charset="-128"/>
                          <a:ea typeface="メイリオ" pitchFamily="50" charset="-128"/>
                          <a:cs typeface="メイリオ" pitchFamily="50" charset="-128"/>
                        </a:defRPr>
                      </a:lvl7pPr>
                      <a:lvl8pPr marL="3429000" indent="-228600" eaLnBrk="0" fontAlgn="base" hangingPunct="0">
                        <a:spcBef>
                          <a:spcPct val="20000"/>
                        </a:spcBef>
                        <a:spcAft>
                          <a:spcPct val="0"/>
                        </a:spcAft>
                        <a:defRPr kumimoji="1" sz="1400">
                          <a:solidFill>
                            <a:srgbClr val="404040"/>
                          </a:solidFill>
                          <a:latin typeface="メイリオ" pitchFamily="50" charset="-128"/>
                          <a:ea typeface="メイリオ" pitchFamily="50" charset="-128"/>
                          <a:cs typeface="メイリオ" pitchFamily="50" charset="-128"/>
                        </a:defRPr>
                      </a:lvl8pPr>
                      <a:lvl9pPr marL="3886200" indent="-228600" eaLnBrk="0" fontAlgn="base" hangingPunct="0">
                        <a:spcBef>
                          <a:spcPct val="20000"/>
                        </a:spcBef>
                        <a:spcAft>
                          <a:spcPct val="0"/>
                        </a:spcAft>
                        <a:defRPr kumimoji="1" sz="1400">
                          <a:solidFill>
                            <a:srgbClr val="404040"/>
                          </a:solidFill>
                          <a:latin typeface="メイリオ" pitchFamily="50" charset="-128"/>
                          <a:ea typeface="メイリオ" pitchFamily="50" charset="-128"/>
                          <a:cs typeface="メイリオ" pitchFamily="50" charset="-128"/>
                        </a:defRPr>
                      </a:lvl9pPr>
                    </a:lstStyle>
                    <a:p>
                      <a:pPr marL="0" marR="0" lvl="0" indent="0" algn="l" defTabSz="914400" rtl="0" eaLnBrk="0" fontAlgn="base" latinLnBrk="0" hangingPunct="0">
                        <a:lnSpc>
                          <a:spcPct val="100000"/>
                        </a:lnSpc>
                        <a:spcBef>
                          <a:spcPct val="20000"/>
                        </a:spcBef>
                        <a:spcAft>
                          <a:spcPct val="0"/>
                        </a:spcAft>
                        <a:buClrTx/>
                        <a:buSzTx/>
                        <a:buFontTx/>
                        <a:buNone/>
                        <a:tabLst/>
                      </a:pPr>
                      <a:r>
                        <a:rPr kumimoji="1" lang="ja-JP" altLang="en-US" sz="1000" u="none" strike="noStrike" cap="none" normalizeH="0" baseline="0" dirty="0">
                          <a:ln>
                            <a:noFill/>
                          </a:ln>
                          <a:effectLst/>
                          <a:latin typeface="メイリオ" panose="020B0604030504040204" pitchFamily="50" charset="-128"/>
                          <a:ea typeface="メイリオ" panose="020B0604030504040204" pitchFamily="50" charset="-128"/>
                        </a:rPr>
                        <a:t>サポート</a:t>
                      </a:r>
                      <a:endParaRPr kumimoji="1" lang="ja-JP" altLang="en-US" sz="1000" b="0" i="0" u="none" strike="noStrike" cap="none" normalizeH="0" baseline="0" dirty="0">
                        <a:ln>
                          <a:noFill/>
                        </a:ln>
                        <a:solidFill>
                          <a:schemeClr val="tx1"/>
                        </a:solidFill>
                        <a:effectLst/>
                        <a:latin typeface="メイリオ" panose="020B0604030504040204" pitchFamily="50" charset="-128"/>
                        <a:ea typeface="メイリオ" panose="020B0604030504040204" pitchFamily="50" charset="-128"/>
                        <a:cs typeface="メイリオ" pitchFamily="50" charset="-128"/>
                      </a:endParaRPr>
                    </a:p>
                  </a:txBody>
                  <a:tcPr marT="45649" marB="45649" vert="wordArtVertRtl" horzOverflow="overflow"/>
                </a:tc>
                <a:tc>
                  <a:txBody>
                    <a:bodyPr/>
                    <a:lstStyle>
                      <a:lvl1pPr algn="l" eaLnBrk="0" fontAlgn="base" hangingPunct="0">
                        <a:spcBef>
                          <a:spcPct val="20000"/>
                        </a:spcBef>
                        <a:defRPr kumimoji="1">
                          <a:solidFill>
                            <a:srgbClr val="404040"/>
                          </a:solidFill>
                          <a:latin typeface="メイリオ" pitchFamily="50" charset="-128"/>
                          <a:ea typeface="メイリオ" pitchFamily="50" charset="-128"/>
                          <a:cs typeface="メイリオ" pitchFamily="50" charset="-128"/>
                        </a:defRPr>
                      </a:lvl1pPr>
                      <a:lvl2pPr marL="742950" indent="-285750" algn="l" eaLnBrk="0" fontAlgn="base" hangingPunct="0">
                        <a:spcBef>
                          <a:spcPct val="20000"/>
                        </a:spcBef>
                        <a:buFont typeface="Wingdings" pitchFamily="2" charset="2"/>
                        <a:defRPr kumimoji="1" sz="1600">
                          <a:solidFill>
                            <a:srgbClr val="404040"/>
                          </a:solidFill>
                          <a:latin typeface="メイリオ" pitchFamily="50" charset="-128"/>
                          <a:ea typeface="メイリオ" pitchFamily="50" charset="-128"/>
                          <a:cs typeface="メイリオ" pitchFamily="50" charset="-128"/>
                        </a:defRPr>
                      </a:lvl2pPr>
                      <a:lvl3pPr marL="1143000" indent="-228600" algn="l" eaLnBrk="0" fontAlgn="base" hangingPunct="0">
                        <a:spcBef>
                          <a:spcPct val="20000"/>
                        </a:spcBef>
                        <a:buFont typeface="Wingdings" pitchFamily="2" charset="2"/>
                        <a:defRPr kumimoji="1" sz="1400">
                          <a:solidFill>
                            <a:srgbClr val="404040"/>
                          </a:solidFill>
                          <a:latin typeface="メイリオ" pitchFamily="50" charset="-128"/>
                          <a:ea typeface="メイリオ" pitchFamily="50" charset="-128"/>
                          <a:cs typeface="メイリオ" pitchFamily="50" charset="-128"/>
                        </a:defRPr>
                      </a:lvl3pPr>
                      <a:lvl4pPr marL="1600200" indent="-228600" algn="l" eaLnBrk="0" fontAlgn="base" hangingPunct="0">
                        <a:spcBef>
                          <a:spcPct val="20000"/>
                        </a:spcBef>
                        <a:buFont typeface="Wingdings" pitchFamily="2" charset="2"/>
                        <a:defRPr kumimoji="1" sz="1400">
                          <a:solidFill>
                            <a:srgbClr val="404040"/>
                          </a:solidFill>
                          <a:latin typeface="メイリオ" pitchFamily="50" charset="-128"/>
                          <a:ea typeface="メイリオ" pitchFamily="50" charset="-128"/>
                          <a:cs typeface="メイリオ" pitchFamily="50" charset="-128"/>
                        </a:defRPr>
                      </a:lvl4pPr>
                      <a:lvl5pPr marL="2057400" indent="-228600" algn="l" eaLnBrk="0" fontAlgn="base" hangingPunct="0">
                        <a:spcBef>
                          <a:spcPct val="20000"/>
                        </a:spcBef>
                        <a:defRPr kumimoji="1" sz="1400">
                          <a:solidFill>
                            <a:srgbClr val="404040"/>
                          </a:solidFill>
                          <a:latin typeface="メイリオ" pitchFamily="50" charset="-128"/>
                          <a:ea typeface="メイリオ" pitchFamily="50" charset="-128"/>
                          <a:cs typeface="メイリオ" pitchFamily="50" charset="-128"/>
                        </a:defRPr>
                      </a:lvl5pPr>
                      <a:lvl6pPr marL="2514600" indent="-228600" eaLnBrk="0" fontAlgn="base" hangingPunct="0">
                        <a:spcBef>
                          <a:spcPct val="20000"/>
                        </a:spcBef>
                        <a:spcAft>
                          <a:spcPct val="0"/>
                        </a:spcAft>
                        <a:defRPr kumimoji="1" sz="1400">
                          <a:solidFill>
                            <a:srgbClr val="404040"/>
                          </a:solidFill>
                          <a:latin typeface="メイリオ" pitchFamily="50" charset="-128"/>
                          <a:ea typeface="メイリオ" pitchFamily="50" charset="-128"/>
                          <a:cs typeface="メイリオ" pitchFamily="50" charset="-128"/>
                        </a:defRPr>
                      </a:lvl6pPr>
                      <a:lvl7pPr marL="2971800" indent="-228600" eaLnBrk="0" fontAlgn="base" hangingPunct="0">
                        <a:spcBef>
                          <a:spcPct val="20000"/>
                        </a:spcBef>
                        <a:spcAft>
                          <a:spcPct val="0"/>
                        </a:spcAft>
                        <a:defRPr kumimoji="1" sz="1400">
                          <a:solidFill>
                            <a:srgbClr val="404040"/>
                          </a:solidFill>
                          <a:latin typeface="メイリオ" pitchFamily="50" charset="-128"/>
                          <a:ea typeface="メイリオ" pitchFamily="50" charset="-128"/>
                          <a:cs typeface="メイリオ" pitchFamily="50" charset="-128"/>
                        </a:defRPr>
                      </a:lvl7pPr>
                      <a:lvl8pPr marL="3429000" indent="-228600" eaLnBrk="0" fontAlgn="base" hangingPunct="0">
                        <a:spcBef>
                          <a:spcPct val="20000"/>
                        </a:spcBef>
                        <a:spcAft>
                          <a:spcPct val="0"/>
                        </a:spcAft>
                        <a:defRPr kumimoji="1" sz="1400">
                          <a:solidFill>
                            <a:srgbClr val="404040"/>
                          </a:solidFill>
                          <a:latin typeface="メイリオ" pitchFamily="50" charset="-128"/>
                          <a:ea typeface="メイリオ" pitchFamily="50" charset="-128"/>
                          <a:cs typeface="メイリオ" pitchFamily="50" charset="-128"/>
                        </a:defRPr>
                      </a:lvl8pPr>
                      <a:lvl9pPr marL="3886200" indent="-228600" eaLnBrk="0" fontAlgn="base" hangingPunct="0">
                        <a:spcBef>
                          <a:spcPct val="20000"/>
                        </a:spcBef>
                        <a:spcAft>
                          <a:spcPct val="0"/>
                        </a:spcAft>
                        <a:defRPr kumimoji="1" sz="1400">
                          <a:solidFill>
                            <a:srgbClr val="404040"/>
                          </a:solidFill>
                          <a:latin typeface="メイリオ" pitchFamily="50" charset="-128"/>
                          <a:ea typeface="メイリオ" pitchFamily="50" charset="-128"/>
                          <a:cs typeface="メイリオ" pitchFamily="50" charset="-128"/>
                        </a:defRPr>
                      </a:lvl9pPr>
                    </a:lstStyle>
                    <a:p>
                      <a:pPr marL="0" marR="0" lvl="0" indent="0" algn="l" defTabSz="914400" rtl="0" eaLnBrk="0" fontAlgn="base" latinLnBrk="0" hangingPunct="0">
                        <a:lnSpc>
                          <a:spcPct val="100000"/>
                        </a:lnSpc>
                        <a:spcBef>
                          <a:spcPct val="20000"/>
                        </a:spcBef>
                        <a:spcAft>
                          <a:spcPct val="0"/>
                        </a:spcAft>
                        <a:buClrTx/>
                        <a:buSzTx/>
                        <a:buFontTx/>
                        <a:buNone/>
                        <a:tabLst/>
                      </a:pPr>
                      <a:r>
                        <a:rPr kumimoji="1" lang="ja-JP" altLang="en-US" sz="1000" u="none" strike="noStrike" cap="none" normalizeH="0" baseline="0" dirty="0">
                          <a:ln>
                            <a:noFill/>
                          </a:ln>
                          <a:effectLst/>
                          <a:latin typeface="メイリオ" panose="020B0604030504040204" pitchFamily="50" charset="-128"/>
                          <a:ea typeface="メイリオ" panose="020B0604030504040204" pitchFamily="50" charset="-128"/>
                        </a:rPr>
                        <a:t>サービス提供時間帯（問合せ）</a:t>
                      </a:r>
                      <a:endParaRPr kumimoji="1" lang="en-US" altLang="ja-JP" sz="1000" b="0" i="0" u="none" strike="noStrike" cap="none" normalizeH="0" baseline="0" dirty="0">
                        <a:ln>
                          <a:noFill/>
                        </a:ln>
                        <a:solidFill>
                          <a:schemeClr val="tx1"/>
                        </a:solidFill>
                        <a:effectLst/>
                        <a:latin typeface="メイリオ" panose="020B0604030504040204" pitchFamily="50" charset="-128"/>
                        <a:ea typeface="メイリオ" panose="020B0604030504040204" pitchFamily="50" charset="-128"/>
                        <a:cs typeface="メイリオ" pitchFamily="50" charset="-128"/>
                      </a:endParaRPr>
                    </a:p>
                  </a:txBody>
                  <a:tcPr marT="45649" marB="45649" horzOverflow="overflow"/>
                </a:tc>
                <a:tc>
                  <a:txBody>
                    <a:bodyPr/>
                    <a:lstStyle>
                      <a:lvl1pPr algn="l" eaLnBrk="0" fontAlgn="base" hangingPunct="0">
                        <a:spcBef>
                          <a:spcPct val="20000"/>
                        </a:spcBef>
                        <a:defRPr kumimoji="1">
                          <a:solidFill>
                            <a:srgbClr val="404040"/>
                          </a:solidFill>
                          <a:latin typeface="メイリオ" pitchFamily="50" charset="-128"/>
                          <a:ea typeface="メイリオ" pitchFamily="50" charset="-128"/>
                          <a:cs typeface="メイリオ" pitchFamily="50" charset="-128"/>
                        </a:defRPr>
                      </a:lvl1pPr>
                      <a:lvl2pPr marL="742950" indent="-285750" algn="l" eaLnBrk="0" fontAlgn="base" hangingPunct="0">
                        <a:spcBef>
                          <a:spcPct val="20000"/>
                        </a:spcBef>
                        <a:buFont typeface="Wingdings" pitchFamily="2" charset="2"/>
                        <a:defRPr kumimoji="1" sz="1600">
                          <a:solidFill>
                            <a:srgbClr val="404040"/>
                          </a:solidFill>
                          <a:latin typeface="メイリオ" pitchFamily="50" charset="-128"/>
                          <a:ea typeface="メイリオ" pitchFamily="50" charset="-128"/>
                          <a:cs typeface="メイリオ" pitchFamily="50" charset="-128"/>
                        </a:defRPr>
                      </a:lvl2pPr>
                      <a:lvl3pPr marL="1143000" indent="-228600" algn="l" eaLnBrk="0" fontAlgn="base" hangingPunct="0">
                        <a:spcBef>
                          <a:spcPct val="20000"/>
                        </a:spcBef>
                        <a:buFont typeface="Wingdings" pitchFamily="2" charset="2"/>
                        <a:defRPr kumimoji="1" sz="1400">
                          <a:solidFill>
                            <a:srgbClr val="404040"/>
                          </a:solidFill>
                          <a:latin typeface="メイリオ" pitchFamily="50" charset="-128"/>
                          <a:ea typeface="メイリオ" pitchFamily="50" charset="-128"/>
                          <a:cs typeface="メイリオ" pitchFamily="50" charset="-128"/>
                        </a:defRPr>
                      </a:lvl3pPr>
                      <a:lvl4pPr marL="1600200" indent="-228600" algn="l" eaLnBrk="0" fontAlgn="base" hangingPunct="0">
                        <a:spcBef>
                          <a:spcPct val="20000"/>
                        </a:spcBef>
                        <a:buFont typeface="Wingdings" pitchFamily="2" charset="2"/>
                        <a:defRPr kumimoji="1" sz="1400">
                          <a:solidFill>
                            <a:srgbClr val="404040"/>
                          </a:solidFill>
                          <a:latin typeface="メイリオ" pitchFamily="50" charset="-128"/>
                          <a:ea typeface="メイリオ" pitchFamily="50" charset="-128"/>
                          <a:cs typeface="メイリオ" pitchFamily="50" charset="-128"/>
                        </a:defRPr>
                      </a:lvl4pPr>
                      <a:lvl5pPr marL="2057400" indent="-228600" algn="l" eaLnBrk="0" fontAlgn="base" hangingPunct="0">
                        <a:spcBef>
                          <a:spcPct val="20000"/>
                        </a:spcBef>
                        <a:defRPr kumimoji="1" sz="1400">
                          <a:solidFill>
                            <a:srgbClr val="404040"/>
                          </a:solidFill>
                          <a:latin typeface="メイリオ" pitchFamily="50" charset="-128"/>
                          <a:ea typeface="メイリオ" pitchFamily="50" charset="-128"/>
                          <a:cs typeface="メイリオ" pitchFamily="50" charset="-128"/>
                        </a:defRPr>
                      </a:lvl5pPr>
                      <a:lvl6pPr marL="2514600" indent="-228600" eaLnBrk="0" fontAlgn="base" hangingPunct="0">
                        <a:spcBef>
                          <a:spcPct val="20000"/>
                        </a:spcBef>
                        <a:spcAft>
                          <a:spcPct val="0"/>
                        </a:spcAft>
                        <a:defRPr kumimoji="1" sz="1400">
                          <a:solidFill>
                            <a:srgbClr val="404040"/>
                          </a:solidFill>
                          <a:latin typeface="メイリオ" pitchFamily="50" charset="-128"/>
                          <a:ea typeface="メイリオ" pitchFamily="50" charset="-128"/>
                          <a:cs typeface="メイリオ" pitchFamily="50" charset="-128"/>
                        </a:defRPr>
                      </a:lvl6pPr>
                      <a:lvl7pPr marL="2971800" indent="-228600" eaLnBrk="0" fontAlgn="base" hangingPunct="0">
                        <a:spcBef>
                          <a:spcPct val="20000"/>
                        </a:spcBef>
                        <a:spcAft>
                          <a:spcPct val="0"/>
                        </a:spcAft>
                        <a:defRPr kumimoji="1" sz="1400">
                          <a:solidFill>
                            <a:srgbClr val="404040"/>
                          </a:solidFill>
                          <a:latin typeface="メイリオ" pitchFamily="50" charset="-128"/>
                          <a:ea typeface="メイリオ" pitchFamily="50" charset="-128"/>
                          <a:cs typeface="メイリオ" pitchFamily="50" charset="-128"/>
                        </a:defRPr>
                      </a:lvl7pPr>
                      <a:lvl8pPr marL="3429000" indent="-228600" eaLnBrk="0" fontAlgn="base" hangingPunct="0">
                        <a:spcBef>
                          <a:spcPct val="20000"/>
                        </a:spcBef>
                        <a:spcAft>
                          <a:spcPct val="0"/>
                        </a:spcAft>
                        <a:defRPr kumimoji="1" sz="1400">
                          <a:solidFill>
                            <a:srgbClr val="404040"/>
                          </a:solidFill>
                          <a:latin typeface="メイリオ" pitchFamily="50" charset="-128"/>
                          <a:ea typeface="メイリオ" pitchFamily="50" charset="-128"/>
                          <a:cs typeface="メイリオ" pitchFamily="50" charset="-128"/>
                        </a:defRPr>
                      </a:lvl8pPr>
                      <a:lvl9pPr marL="3886200" indent="-228600" eaLnBrk="0" fontAlgn="base" hangingPunct="0">
                        <a:spcBef>
                          <a:spcPct val="20000"/>
                        </a:spcBef>
                        <a:spcAft>
                          <a:spcPct val="0"/>
                        </a:spcAft>
                        <a:defRPr kumimoji="1" sz="1400">
                          <a:solidFill>
                            <a:srgbClr val="404040"/>
                          </a:solidFill>
                          <a:latin typeface="メイリオ" pitchFamily="50" charset="-128"/>
                          <a:ea typeface="メイリオ" pitchFamily="50" charset="-128"/>
                          <a:cs typeface="メイリオ" pitchFamily="50" charset="-128"/>
                        </a:defRPr>
                      </a:lvl9pPr>
                    </a:lstStyle>
                    <a:p>
                      <a:pPr marL="0" marR="0" lvl="0" indent="0" algn="l" defTabSz="914400" rtl="0" eaLnBrk="0" fontAlgn="base" latinLnBrk="0" hangingPunct="0">
                        <a:lnSpc>
                          <a:spcPct val="100000"/>
                        </a:lnSpc>
                        <a:spcBef>
                          <a:spcPct val="20000"/>
                        </a:spcBef>
                        <a:spcAft>
                          <a:spcPct val="0"/>
                        </a:spcAft>
                        <a:buClrTx/>
                        <a:buSzTx/>
                        <a:buFontTx/>
                        <a:buNone/>
                        <a:tabLst/>
                      </a:pPr>
                      <a:r>
                        <a:rPr kumimoji="1" lang="ja-JP" altLang="en-US" sz="1000" u="none" strike="noStrike" cap="none" normalizeH="0" baseline="0" dirty="0">
                          <a:ln>
                            <a:noFill/>
                          </a:ln>
                          <a:effectLst/>
                          <a:latin typeface="メイリオ" panose="020B0604030504040204" pitchFamily="50" charset="-128"/>
                          <a:ea typeface="メイリオ" panose="020B0604030504040204" pitchFamily="50" charset="-128"/>
                        </a:rPr>
                        <a:t>弊社営業時間内（メール）</a:t>
                      </a:r>
                      <a:endParaRPr kumimoji="1" lang="en-US" altLang="ja-JP" sz="1000" u="none" strike="noStrike" cap="none" normalizeH="0" baseline="0" dirty="0">
                        <a:ln>
                          <a:noFill/>
                        </a:ln>
                        <a:effectLst/>
                        <a:latin typeface="メイリオ" panose="020B0604030504040204" pitchFamily="50" charset="-128"/>
                        <a:ea typeface="メイリオ" panose="020B0604030504040204" pitchFamily="50" charset="-128"/>
                      </a:endParaRPr>
                    </a:p>
                    <a:p>
                      <a:pPr marL="0" marR="0" lvl="0" indent="0" algn="l" defTabSz="914400" rtl="0" eaLnBrk="0" fontAlgn="base" latinLnBrk="0" hangingPunct="0">
                        <a:lnSpc>
                          <a:spcPct val="100000"/>
                        </a:lnSpc>
                        <a:spcBef>
                          <a:spcPct val="20000"/>
                        </a:spcBef>
                        <a:spcAft>
                          <a:spcPct val="0"/>
                        </a:spcAft>
                        <a:buClrTx/>
                        <a:buSzTx/>
                        <a:buFontTx/>
                        <a:buNone/>
                        <a:tabLst/>
                      </a:pPr>
                      <a:r>
                        <a:rPr kumimoji="1" lang="en-US" altLang="ja-JP" sz="1000" u="none" strike="noStrike" cap="none" normalizeH="0" baseline="0" dirty="0">
                          <a:ln>
                            <a:noFill/>
                          </a:ln>
                          <a:effectLst/>
                          <a:latin typeface="メイリオ" panose="020B0604030504040204" pitchFamily="50" charset="-128"/>
                          <a:ea typeface="メイリオ" panose="020B0604030504040204" pitchFamily="50" charset="-128"/>
                        </a:rPr>
                        <a:t>※</a:t>
                      </a:r>
                      <a:r>
                        <a:rPr kumimoji="1" lang="ja-JP" altLang="en-US" sz="1000" u="none" strike="noStrike" cap="none" normalizeH="0" baseline="0" dirty="0">
                          <a:ln>
                            <a:noFill/>
                          </a:ln>
                          <a:effectLst/>
                          <a:latin typeface="メイリオ" panose="020B0604030504040204" pitchFamily="50" charset="-128"/>
                          <a:ea typeface="メイリオ" panose="020B0604030504040204" pitchFamily="50" charset="-128"/>
                        </a:rPr>
                        <a:t>年末年始・土日・祝祭日を除く</a:t>
                      </a:r>
                      <a:endParaRPr kumimoji="1" lang="ja-JP" altLang="en-US" sz="1000" b="0" i="0" u="none" strike="noStrike" cap="none" normalizeH="0" baseline="0" dirty="0">
                        <a:ln>
                          <a:noFill/>
                        </a:ln>
                        <a:solidFill>
                          <a:schemeClr val="tx1"/>
                        </a:solidFill>
                        <a:effectLst/>
                        <a:latin typeface="メイリオ" panose="020B0604030504040204" pitchFamily="50" charset="-128"/>
                        <a:ea typeface="メイリオ" panose="020B0604030504040204" pitchFamily="50" charset="-128"/>
                        <a:cs typeface="メイリオ" pitchFamily="50" charset="-128"/>
                      </a:endParaRPr>
                    </a:p>
                  </a:txBody>
                  <a:tcPr marT="45649" marB="45649" horzOverflow="overflow"/>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1" lang="ja-JP" altLang="en-US" sz="1000" b="0" i="0" u="none" strike="noStrike" cap="none" normalizeH="0" baseline="0" dirty="0">
                        <a:ln>
                          <a:noFill/>
                        </a:ln>
                        <a:solidFill>
                          <a:schemeClr val="tx1"/>
                        </a:solidFill>
                        <a:effectLst/>
                        <a:latin typeface="メイリオ" panose="020B0604030504040204" pitchFamily="50" charset="-128"/>
                        <a:ea typeface="メイリオ" panose="020B0604030504040204" pitchFamily="50" charset="-128"/>
                        <a:cs typeface="メイリオ" pitchFamily="50" charset="-128"/>
                      </a:endParaRPr>
                    </a:p>
                  </a:txBody>
                  <a:tcPr marT="45649" marB="45649" horzOverflow="overflow"/>
                </a:tc>
                <a:extLst>
                  <a:ext uri="{0D108BD9-81ED-4DB2-BD59-A6C34878D82A}">
                    <a16:rowId xmlns:a16="http://schemas.microsoft.com/office/drawing/2014/main" val="10001"/>
                  </a:ext>
                </a:extLst>
              </a:tr>
              <a:tr h="129595">
                <a:tc rowSpan="5">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1" lang="ja-JP" altLang="en-US" sz="1000" u="none" strike="noStrike" cap="none" normalizeH="0" baseline="0" dirty="0">
                          <a:ln>
                            <a:noFill/>
                          </a:ln>
                          <a:effectLst/>
                          <a:latin typeface="メイリオ" panose="020B0604030504040204" pitchFamily="50" charset="-128"/>
                          <a:ea typeface="メイリオ" panose="020B0604030504040204" pitchFamily="50" charset="-128"/>
                        </a:rPr>
                        <a:t>データ管理</a:t>
                      </a:r>
                      <a:endParaRPr kumimoji="1" lang="ja-JP" altLang="en-US" sz="1000" b="0" i="0" u="none" strike="noStrike" cap="none" normalizeH="0" baseline="0" dirty="0">
                        <a:ln>
                          <a:noFill/>
                        </a:ln>
                        <a:solidFill>
                          <a:schemeClr val="tx1"/>
                        </a:solidFill>
                        <a:effectLst/>
                        <a:latin typeface="メイリオ" panose="020B0604030504040204" pitchFamily="50" charset="-128"/>
                        <a:ea typeface="メイリオ" panose="020B0604030504040204" pitchFamily="50" charset="-128"/>
                      </a:endParaRPr>
                    </a:p>
                  </a:txBody>
                  <a:tcPr marT="45649" marB="45649" vert="wordArtVertRtl" horzOverflow="overflow"/>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1" lang="ja-JP" altLang="en-US" sz="1000" b="0" i="0" u="none" strike="noStrike" cap="none" normalizeH="0" baseline="0" dirty="0">
                          <a:ln>
                            <a:noFill/>
                          </a:ln>
                          <a:solidFill>
                            <a:schemeClr val="tx1"/>
                          </a:solidFill>
                          <a:effectLst/>
                          <a:latin typeface="メイリオ" panose="020B0604030504040204" pitchFamily="50" charset="-128"/>
                          <a:ea typeface="メイリオ" panose="020B0604030504040204" pitchFamily="50" charset="-128"/>
                          <a:cs typeface="メイリオ" pitchFamily="50" charset="-128"/>
                        </a:rPr>
                        <a:t>イメージバックアップの方法</a:t>
                      </a:r>
                      <a:endParaRPr kumimoji="1" lang="en-US" altLang="ja-JP" sz="1000" b="0" i="0" u="none" strike="noStrike" cap="none" normalizeH="0" baseline="0" dirty="0">
                        <a:ln>
                          <a:noFill/>
                        </a:ln>
                        <a:solidFill>
                          <a:schemeClr val="tx1"/>
                        </a:solidFill>
                        <a:effectLst/>
                        <a:latin typeface="メイリオ" panose="020B0604030504040204" pitchFamily="50" charset="-128"/>
                        <a:ea typeface="メイリオ" panose="020B0604030504040204" pitchFamily="50" charset="-128"/>
                        <a:cs typeface="メイリオ" pitchFamily="50" charset="-128"/>
                      </a:endParaRPr>
                    </a:p>
                  </a:txBody>
                  <a:tcPr marT="45649" marB="45649" horzOverflow="overflow"/>
                </a:tc>
                <a:tc>
                  <a:txBody>
                    <a:bodyPr/>
                    <a:lstStyle/>
                    <a:p>
                      <a:pPr marL="0" marR="0" lvl="0" indent="0" algn="l" defTabSz="914400" rtl="0" eaLnBrk="0" fontAlgn="base" latinLnBrk="0" hangingPunct="0">
                        <a:lnSpc>
                          <a:spcPct val="100000"/>
                        </a:lnSpc>
                        <a:spcBef>
                          <a:spcPct val="20000"/>
                        </a:spcBef>
                        <a:spcAft>
                          <a:spcPct val="0"/>
                        </a:spcAft>
                        <a:buFontTx/>
                        <a:buNone/>
                      </a:pPr>
                      <a:r>
                        <a:rPr kumimoji="1" lang="ja-JP" altLang="en-US" sz="1000" u="none" strike="noStrike" cap="none" normalizeH="0" baseline="0" dirty="0">
                          <a:ln>
                            <a:noFill/>
                          </a:ln>
                          <a:solidFill>
                            <a:schemeClr val="tx1"/>
                          </a:solidFill>
                          <a:effectLst/>
                          <a:uFillTx/>
                          <a:latin typeface="メイリオ" pitchFamily="50" charset="-128"/>
                          <a:ea typeface="メイリオ" pitchFamily="50" charset="-128"/>
                          <a:cs typeface="メイリオ" pitchFamily="50" charset="-128"/>
                        </a:rPr>
                        <a:t>リリース時に</a:t>
                      </a:r>
                      <a:r>
                        <a:rPr kumimoji="1" lang="en-US" altLang="ja-JP" sz="1000" u="none" strike="noStrike" cap="none" normalizeH="0" baseline="0" dirty="0">
                          <a:ln>
                            <a:noFill/>
                          </a:ln>
                          <a:solidFill>
                            <a:schemeClr val="tx1"/>
                          </a:solidFill>
                          <a:effectLst/>
                          <a:uFillTx/>
                          <a:latin typeface="メイリオ" pitchFamily="50" charset="-128"/>
                          <a:ea typeface="メイリオ" pitchFamily="50" charset="-128"/>
                          <a:cs typeface="メイリオ" pitchFamily="50" charset="-128"/>
                        </a:rPr>
                        <a:t>OS</a:t>
                      </a:r>
                      <a:r>
                        <a:rPr kumimoji="1" lang="ja-JP" altLang="en-US" sz="1000" u="none" strike="noStrike" cap="none" normalizeH="0" baseline="0" dirty="0">
                          <a:ln>
                            <a:noFill/>
                          </a:ln>
                          <a:solidFill>
                            <a:schemeClr val="tx1"/>
                          </a:solidFill>
                          <a:effectLst/>
                          <a:uFillTx/>
                          <a:latin typeface="メイリオ" pitchFamily="50" charset="-128"/>
                          <a:ea typeface="メイリオ" pitchFamily="50" charset="-128"/>
                          <a:cs typeface="メイリオ" pitchFamily="50" charset="-128"/>
                        </a:rPr>
                        <a:t>全体について実施する</a:t>
                      </a:r>
                      <a:endParaRPr kumimoji="1" lang="en-US" altLang="ja-JP" sz="1000" u="none" strike="noStrike" cap="none" normalizeH="0" baseline="0" dirty="0">
                        <a:ln>
                          <a:noFill/>
                        </a:ln>
                        <a:solidFill>
                          <a:schemeClr val="tx1"/>
                        </a:solidFill>
                        <a:effectLst/>
                        <a:uFillTx/>
                        <a:latin typeface="メイリオ" pitchFamily="50" charset="-128"/>
                        <a:ea typeface="メイリオ" pitchFamily="50" charset="-128"/>
                        <a:cs typeface="メイリオ" pitchFamily="50" charset="-128"/>
                      </a:endParaRPr>
                    </a:p>
                    <a:p>
                      <a:pPr marL="0" marR="0" lvl="0" indent="0" algn="l" defTabSz="914400" rtl="0" eaLnBrk="0" fontAlgn="base" latinLnBrk="0" hangingPunct="0">
                        <a:lnSpc>
                          <a:spcPct val="100000"/>
                        </a:lnSpc>
                        <a:spcBef>
                          <a:spcPct val="20000"/>
                        </a:spcBef>
                        <a:spcAft>
                          <a:spcPct val="0"/>
                        </a:spcAft>
                        <a:buFontTx/>
                        <a:buNone/>
                      </a:pPr>
                      <a:r>
                        <a:rPr kumimoji="1" lang="ja-JP" altLang="en-US" sz="1000" u="none" strike="noStrike" cap="none" normalizeH="0" baseline="0" dirty="0">
                          <a:ln>
                            <a:noFill/>
                          </a:ln>
                          <a:solidFill>
                            <a:schemeClr val="tx1"/>
                          </a:solidFill>
                          <a:effectLst/>
                          <a:uFillTx/>
                          <a:latin typeface="メイリオ" pitchFamily="50" charset="-128"/>
                          <a:ea typeface="メイリオ" pitchFamily="50" charset="-128"/>
                          <a:cs typeface="メイリオ" pitchFamily="50" charset="-128"/>
                        </a:rPr>
                        <a:t>なお障害発生時は、格納されたバックアップデータを使い、システム復旧する</a:t>
                      </a:r>
                      <a:endParaRPr kumimoji="1" lang="ja-JP" altLang="en-US" sz="1000" b="0" i="0" u="none" strike="noStrike" cap="none" normalizeH="0" baseline="0" dirty="0">
                        <a:ln>
                          <a:noFill/>
                        </a:ln>
                        <a:solidFill>
                          <a:schemeClr val="tx1"/>
                        </a:solidFill>
                        <a:effectLst/>
                        <a:uFillTx/>
                        <a:latin typeface="メイリオ" pitchFamily="50" charset="-128"/>
                        <a:ea typeface="メイリオ" pitchFamily="50" charset="-128"/>
                        <a:cs typeface="メイリオ" pitchFamily="50" charset="-128"/>
                      </a:endParaRPr>
                    </a:p>
                  </a:txBody>
                  <a:tcPr marT="45649" marB="45649" horzOverflow="overflow"/>
                </a:tc>
                <a:tc>
                  <a:txBody>
                    <a:bodyPr/>
                    <a:lstStyle/>
                    <a:p>
                      <a:pPr marL="0" marR="0" lvl="0" indent="0" algn="l" defTabSz="914400" rtl="0" eaLnBrk="0" fontAlgn="base" latinLnBrk="0" hangingPunct="0">
                        <a:lnSpc>
                          <a:spcPct val="100000"/>
                        </a:lnSpc>
                        <a:spcBef>
                          <a:spcPct val="20000"/>
                        </a:spcBef>
                        <a:spcAft>
                          <a:spcPct val="0"/>
                        </a:spcAft>
                        <a:buFontTx/>
                        <a:buNone/>
                      </a:pPr>
                      <a:endParaRPr kumimoji="1" lang="ja-JP" altLang="en-US" sz="1000" b="0" i="0" u="none" strike="noStrike" cap="none" normalizeH="0" baseline="0" dirty="0">
                        <a:ln>
                          <a:noFill/>
                        </a:ln>
                        <a:solidFill>
                          <a:schemeClr val="tx1"/>
                        </a:solidFill>
                        <a:effectLst/>
                        <a:uFillTx/>
                        <a:latin typeface="メイリオ" pitchFamily="50" charset="-128"/>
                        <a:ea typeface="メイリオ" pitchFamily="50" charset="-128"/>
                        <a:cs typeface="メイリオ" pitchFamily="50" charset="-128"/>
                      </a:endParaRPr>
                    </a:p>
                  </a:txBody>
                  <a:tcPr marT="45649" marB="45649" horzOverflow="overflow"/>
                </a:tc>
                <a:extLst>
                  <a:ext uri="{0D108BD9-81ED-4DB2-BD59-A6C34878D82A}">
                    <a16:rowId xmlns:a16="http://schemas.microsoft.com/office/drawing/2014/main" val="3792831768"/>
                  </a:ext>
                </a:extLst>
              </a:tr>
              <a:tr h="129595">
                <a:tc vMerge="1">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1" lang="ja-JP" altLang="en-US" sz="1000" u="none" strike="noStrike" cap="none" normalizeH="0" baseline="0" dirty="0">
                          <a:ln>
                            <a:noFill/>
                          </a:ln>
                          <a:effectLst/>
                          <a:latin typeface="メイリオ" panose="020B0604030504040204" pitchFamily="50" charset="-128"/>
                          <a:ea typeface="メイリオ" panose="020B0604030504040204" pitchFamily="50" charset="-128"/>
                        </a:rPr>
                        <a:t/>
                      </a:r>
                      <a:endParaRPr kumimoji="1" lang="ja-JP" altLang="en-US" sz="1000" b="0" i="0" u="none" strike="noStrike" cap="none" normalizeH="0" baseline="0" dirty="0">
                        <a:ln>
                          <a:noFill/>
                        </a:ln>
                        <a:solidFill>
                          <a:schemeClr val="tx1"/>
                        </a:solidFill>
                        <a:effectLst/>
                        <a:latin typeface="メイリオ" panose="020B0604030504040204" pitchFamily="50" charset="-128"/>
                        <a:ea typeface="メイリオ" panose="020B0604030504040204" pitchFamily="50" charset="-128"/>
                        <a:cs typeface="メイリオ" pitchFamily="50" charset="-128"/>
                      </a:endParaRPr>
                    </a:p>
                  </a:txBody>
                  <a:tcPr marT="45649" marB="45649" vert="wordArtVertRtl" horzOverflow="overflow"/>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1" lang="ja-JP" altLang="en-US" sz="1000" u="none" strike="noStrike" cap="none" normalizeH="0" baseline="0" dirty="0">
                          <a:ln>
                            <a:noFill/>
                          </a:ln>
                          <a:solidFill>
                            <a:schemeClr val="tx1"/>
                          </a:solidFill>
                          <a:effectLst/>
                          <a:latin typeface="メイリオ" panose="020B0604030504040204" pitchFamily="50" charset="-128"/>
                          <a:ea typeface="メイリオ" panose="020B0604030504040204" pitchFamily="50" charset="-128"/>
                        </a:rPr>
                        <a:t>データバックアップの方法</a:t>
                      </a:r>
                      <a:endParaRPr kumimoji="1" lang="en-US" altLang="ja-JP" sz="1000" b="0" i="0" u="none" strike="noStrike" cap="none" normalizeH="0" baseline="0" dirty="0">
                        <a:ln>
                          <a:noFill/>
                        </a:ln>
                        <a:solidFill>
                          <a:schemeClr val="tx1"/>
                        </a:solidFill>
                        <a:effectLst/>
                        <a:latin typeface="メイリオ" panose="020B0604030504040204" pitchFamily="50" charset="-128"/>
                        <a:ea typeface="メイリオ" panose="020B0604030504040204" pitchFamily="50" charset="-128"/>
                        <a:cs typeface="メイリオ" pitchFamily="50" charset="-128"/>
                      </a:endParaRPr>
                    </a:p>
                  </a:txBody>
                  <a:tcPr marT="45649" marB="45649" horzOverflow="overflow"/>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defRPr/>
                      </a:pPr>
                      <a:r>
                        <a:rPr kumimoji="1" lang="ja-JP" altLang="en-US" sz="1000" u="none" strike="noStrike" cap="none" normalizeH="0" baseline="0" dirty="0">
                          <a:ln>
                            <a:noFill/>
                          </a:ln>
                          <a:solidFill>
                            <a:schemeClr val="tx1"/>
                          </a:solidFill>
                          <a:effectLst/>
                          <a:latin typeface="メイリオ" panose="020B0604030504040204" pitchFamily="50" charset="-128"/>
                          <a:ea typeface="メイリオ" panose="020B0604030504040204" pitchFamily="50" charset="-128"/>
                        </a:rPr>
                        <a:t>標準で1日に1回データについてバックアップを実施する。なお、障害発生時は、格納されたバックアップデータを使い、システム復旧する</a:t>
                      </a:r>
                      <a:endParaRPr kumimoji="1" lang="ja-JP" altLang="en-US" sz="1000" b="0" i="0" u="none" strike="noStrike" cap="none" normalizeH="0" baseline="0" dirty="0">
                        <a:ln>
                          <a:noFill/>
                        </a:ln>
                        <a:solidFill>
                          <a:schemeClr val="tx1"/>
                        </a:solidFill>
                        <a:effectLst/>
                        <a:latin typeface="メイリオ" panose="020B0604030504040204" pitchFamily="50" charset="-128"/>
                        <a:ea typeface="メイリオ" panose="020B0604030504040204" pitchFamily="50" charset="-128"/>
                        <a:cs typeface="メイリオ" pitchFamily="50" charset="-128"/>
                      </a:endParaRPr>
                    </a:p>
                  </a:txBody>
                  <a:tcPr marT="45649" marB="45649" horzOverflow="overflow"/>
                </a:tc>
                <a:tc>
                  <a:txBody>
                    <a:bodyPr/>
                    <a:lstStyle/>
                    <a:p>
                      <a:pPr marL="0" marR="0" lvl="0" indent="0" algn="l" defTabSz="914400" rtl="0" eaLnBrk="0" fontAlgn="base" latinLnBrk="0" hangingPunct="0">
                        <a:lnSpc>
                          <a:spcPct val="100000"/>
                        </a:lnSpc>
                        <a:spcBef>
                          <a:spcPct val="20000"/>
                        </a:spcBef>
                        <a:spcAft>
                          <a:spcPct val="0"/>
                        </a:spcAft>
                        <a:buFontTx/>
                        <a:buNone/>
                      </a:pPr>
                      <a:endParaRPr kumimoji="1" lang="ja-JP" altLang="en-US" sz="1000" b="0" i="0" u="none" strike="noStrike" cap="none" normalizeH="0" baseline="0" dirty="0">
                        <a:ln>
                          <a:noFill/>
                        </a:ln>
                        <a:solidFill>
                          <a:schemeClr val="tx1"/>
                        </a:solidFill>
                        <a:effectLst/>
                        <a:uFillTx/>
                        <a:latin typeface="メイリオ" pitchFamily="50" charset="-128"/>
                        <a:ea typeface="メイリオ" pitchFamily="50" charset="-128"/>
                        <a:cs typeface="メイリオ" pitchFamily="50" charset="-128"/>
                      </a:endParaRPr>
                    </a:p>
                  </a:txBody>
                  <a:tcPr marT="45649" marB="45649" horzOverflow="overflow"/>
                </a:tc>
                <a:extLst>
                  <a:ext uri="{0D108BD9-81ED-4DB2-BD59-A6C34878D82A}">
                    <a16:rowId xmlns:a16="http://schemas.microsoft.com/office/drawing/2014/main" val="10002"/>
                  </a:ext>
                </a:extLst>
              </a:tr>
              <a:tr h="129595">
                <a:tc vMerge="1">
                  <a:txBody>
                    <a:bodyPr/>
                    <a:lstStyle/>
                    <a:p>
                      <a:endParaRPr kumimoji="1" lang="ja-JP" altLang="en-US"/>
                    </a:p>
                  </a:txBody>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1" lang="ja-JP" altLang="en-US" sz="1000" b="0" i="0" u="none" strike="noStrike" cap="none" normalizeH="0" baseline="0" dirty="0">
                          <a:ln>
                            <a:noFill/>
                          </a:ln>
                          <a:solidFill>
                            <a:schemeClr val="tx1"/>
                          </a:solidFill>
                          <a:effectLst/>
                          <a:latin typeface="メイリオ" panose="020B0604030504040204" pitchFamily="50" charset="-128"/>
                          <a:ea typeface="メイリオ" panose="020B0604030504040204" pitchFamily="50" charset="-128"/>
                          <a:cs typeface="メイリオ" pitchFamily="50" charset="-128"/>
                        </a:rPr>
                        <a:t>イメージバックアップの保存期間</a:t>
                      </a:r>
                      <a:endParaRPr kumimoji="1" lang="en-US" altLang="ja-JP" sz="1000" b="0" i="0" u="none" strike="noStrike" cap="none" normalizeH="0" baseline="0" dirty="0">
                        <a:ln>
                          <a:noFill/>
                        </a:ln>
                        <a:solidFill>
                          <a:schemeClr val="tx1"/>
                        </a:solidFill>
                        <a:effectLst/>
                        <a:latin typeface="メイリオ" panose="020B0604030504040204" pitchFamily="50" charset="-128"/>
                        <a:ea typeface="メイリオ" panose="020B0604030504040204" pitchFamily="50" charset="-128"/>
                        <a:cs typeface="メイリオ" pitchFamily="50" charset="-128"/>
                      </a:endParaRPr>
                    </a:p>
                  </a:txBody>
                  <a:tcPr marT="45649" marB="45649" horzOverflow="overflow"/>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1" lang="en-US" altLang="ja-JP" sz="1000" b="0" i="0" u="none" strike="noStrike" cap="none" normalizeH="0" baseline="0" dirty="0">
                          <a:ln>
                            <a:noFill/>
                          </a:ln>
                          <a:solidFill>
                            <a:schemeClr val="tx1"/>
                          </a:solidFill>
                          <a:effectLst/>
                          <a:latin typeface="メイリオ" panose="020B0604030504040204" pitchFamily="50" charset="-128"/>
                          <a:ea typeface="メイリオ" panose="020B0604030504040204" pitchFamily="50" charset="-128"/>
                          <a:cs typeface="メイリオ" pitchFamily="50" charset="-128"/>
                        </a:rPr>
                        <a:t>5</a:t>
                      </a:r>
                      <a:r>
                        <a:rPr kumimoji="1" lang="ja-JP" altLang="en-US" sz="1000" b="0" i="0" u="none" strike="noStrike" cap="none" normalizeH="0" baseline="0" dirty="0">
                          <a:ln>
                            <a:noFill/>
                          </a:ln>
                          <a:solidFill>
                            <a:schemeClr val="tx1"/>
                          </a:solidFill>
                          <a:effectLst/>
                          <a:latin typeface="メイリオ" panose="020B0604030504040204" pitchFamily="50" charset="-128"/>
                          <a:ea typeface="メイリオ" panose="020B0604030504040204" pitchFamily="50" charset="-128"/>
                          <a:cs typeface="メイリオ" pitchFamily="50" charset="-128"/>
                        </a:rPr>
                        <a:t>世代</a:t>
                      </a:r>
                    </a:p>
                  </a:txBody>
                  <a:tcPr marT="45649" marB="45649" horzOverflow="overflow"/>
                </a:tc>
                <a:tc>
                  <a:txBody>
                    <a:bodyPr/>
                    <a:lstStyle/>
                    <a:p>
                      <a:pPr marL="0" marR="0" lvl="0" indent="0" algn="l" defTabSz="914400" rtl="0" eaLnBrk="0" fontAlgn="base" latinLnBrk="0" hangingPunct="0">
                        <a:lnSpc>
                          <a:spcPct val="100000"/>
                        </a:lnSpc>
                        <a:spcBef>
                          <a:spcPct val="20000"/>
                        </a:spcBef>
                        <a:spcAft>
                          <a:spcPct val="0"/>
                        </a:spcAft>
                        <a:buFontTx/>
                        <a:buNone/>
                      </a:pPr>
                      <a:endParaRPr kumimoji="1" lang="ja-JP" altLang="en-US" sz="1000" b="0" i="0" u="none" strike="noStrike" cap="none" normalizeH="0" baseline="0" dirty="0">
                        <a:ln>
                          <a:noFill/>
                        </a:ln>
                        <a:solidFill>
                          <a:schemeClr val="tx1"/>
                        </a:solidFill>
                        <a:effectLst/>
                        <a:uFillTx/>
                        <a:latin typeface="メイリオ" pitchFamily="50" charset="-128"/>
                        <a:ea typeface="メイリオ" pitchFamily="50" charset="-128"/>
                        <a:cs typeface="メイリオ" pitchFamily="50" charset="-128"/>
                      </a:endParaRPr>
                    </a:p>
                  </a:txBody>
                  <a:tcPr marT="45649" marB="45649" horzOverflow="overflow"/>
                </a:tc>
                <a:extLst>
                  <a:ext uri="{0D108BD9-81ED-4DB2-BD59-A6C34878D82A}">
                    <a16:rowId xmlns:a16="http://schemas.microsoft.com/office/drawing/2014/main" val="3565784898"/>
                  </a:ext>
                </a:extLst>
              </a:tr>
              <a:tr h="129595">
                <a:tc vMerge="1">
                  <a:txBody>
                    <a:body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1" lang="ja-JP" altLang="en-US" sz="1000" b="0" i="0" u="none" strike="noStrike" cap="none" normalizeH="0" baseline="0">
                        <a:ln>
                          <a:noFill/>
                        </a:ln>
                        <a:solidFill>
                          <a:schemeClr val="tx1"/>
                        </a:solidFill>
                        <a:effectLst/>
                        <a:latin typeface="メイリオ" pitchFamily="50" charset="-128"/>
                        <a:ea typeface="メイリオ" pitchFamily="50" charset="-128"/>
                        <a:cs typeface="メイリオ" pitchFamily="50" charset="-128"/>
                      </a:endParaRPr>
                    </a:p>
                  </a:txBody>
                  <a:tcPr marT="45649" marB="45649" vert="wordArtVertRtl" horzOverflow="overflow"/>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1" lang="ja-JP" altLang="en-US" sz="1000" u="none" strike="noStrike" cap="none" normalizeH="0" baseline="0" dirty="0">
                          <a:ln>
                            <a:noFill/>
                          </a:ln>
                          <a:solidFill>
                            <a:schemeClr val="tx1"/>
                          </a:solidFill>
                          <a:effectLst/>
                          <a:latin typeface="メイリオ" panose="020B0604030504040204" pitchFamily="50" charset="-128"/>
                          <a:ea typeface="メイリオ" panose="020B0604030504040204" pitchFamily="50" charset="-128"/>
                        </a:rPr>
                        <a:t>データバックアップの保存期間</a:t>
                      </a:r>
                      <a:endParaRPr kumimoji="1" lang="en-US" altLang="ja-JP" sz="1000" b="0" i="0" u="none" strike="noStrike" cap="none" normalizeH="0" baseline="0" dirty="0">
                        <a:ln>
                          <a:noFill/>
                        </a:ln>
                        <a:solidFill>
                          <a:schemeClr val="tx1"/>
                        </a:solidFill>
                        <a:effectLst/>
                        <a:latin typeface="メイリオ" panose="020B0604030504040204" pitchFamily="50" charset="-128"/>
                        <a:ea typeface="メイリオ" panose="020B0604030504040204" pitchFamily="50" charset="-128"/>
                        <a:cs typeface="メイリオ" pitchFamily="50" charset="-128"/>
                      </a:endParaRPr>
                    </a:p>
                  </a:txBody>
                  <a:tcPr marT="45649" marB="45649" horzOverflow="overflow"/>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1" lang="ja-JP" altLang="en-US" sz="1000" u="none" strike="noStrike" cap="none" normalizeH="0" baseline="0" dirty="0">
                          <a:ln>
                            <a:noFill/>
                          </a:ln>
                          <a:solidFill>
                            <a:schemeClr val="tx1"/>
                          </a:solidFill>
                          <a:effectLst/>
                          <a:latin typeface="メイリオ" panose="020B0604030504040204" pitchFamily="50" charset="-128"/>
                          <a:ea typeface="メイリオ" panose="020B0604030504040204" pitchFamily="50" charset="-128"/>
                        </a:rPr>
                        <a:t>データ種別により7日間または30日間保持する（詳細は6.）</a:t>
                      </a:r>
                      <a:endParaRPr kumimoji="1" lang="ja-JP" altLang="en-US" sz="1000" b="0" i="0" u="none" strike="noStrike" cap="none" normalizeH="0" baseline="0" dirty="0">
                        <a:ln>
                          <a:noFill/>
                        </a:ln>
                        <a:solidFill>
                          <a:schemeClr val="tx1"/>
                        </a:solidFill>
                        <a:effectLst/>
                        <a:latin typeface="メイリオ" panose="020B0604030504040204" pitchFamily="50" charset="-128"/>
                        <a:ea typeface="メイリオ" panose="020B0604030504040204" pitchFamily="50" charset="-128"/>
                        <a:cs typeface="メイリオ" pitchFamily="50" charset="-128"/>
                      </a:endParaRPr>
                    </a:p>
                  </a:txBody>
                  <a:tcPr marT="45649" marB="45649" horzOverflow="overflow"/>
                </a:tc>
                <a:tc>
                  <a:txBody>
                    <a:bodyPr/>
                    <a:lstStyle/>
                    <a:p>
                      <a:pPr marL="0" marR="0" lvl="0" indent="0" algn="l" defTabSz="914400" rtl="0" eaLnBrk="0" fontAlgn="base" latinLnBrk="0" hangingPunct="0">
                        <a:lnSpc>
                          <a:spcPct val="100000"/>
                        </a:lnSpc>
                        <a:spcBef>
                          <a:spcPct val="20000"/>
                        </a:spcBef>
                        <a:spcAft>
                          <a:spcPct val="0"/>
                        </a:spcAft>
                        <a:buFontTx/>
                        <a:buNone/>
                      </a:pPr>
                      <a:endParaRPr kumimoji="1" lang="ja-JP" altLang="en-US" sz="1000" b="0" i="0" u="none" strike="noStrike" cap="none" normalizeH="0" baseline="0" dirty="0">
                        <a:ln>
                          <a:noFill/>
                        </a:ln>
                        <a:solidFill>
                          <a:schemeClr val="tx1"/>
                        </a:solidFill>
                        <a:effectLst/>
                        <a:uFillTx/>
                        <a:latin typeface="メイリオ" pitchFamily="50" charset="-128"/>
                        <a:ea typeface="メイリオ" pitchFamily="50" charset="-128"/>
                        <a:cs typeface="メイリオ" pitchFamily="50" charset="-128"/>
                      </a:endParaRPr>
                    </a:p>
                  </a:txBody>
                  <a:tcPr marT="45649" marB="45649" horzOverflow="overflow"/>
                </a:tc>
                <a:extLst>
                  <a:ext uri="{0D108BD9-81ED-4DB2-BD59-A6C34878D82A}">
                    <a16:rowId xmlns:a16="http://schemas.microsoft.com/office/drawing/2014/main" val="10003"/>
                  </a:ext>
                </a:extLst>
              </a:tr>
              <a:tr h="0">
                <a:tc vMerge="1">
                  <a:txBody>
                    <a:body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1" lang="ja-JP" altLang="en-US" sz="1000" b="0" i="0" u="none" strike="noStrike" cap="none" normalizeH="0" baseline="0">
                        <a:ln>
                          <a:noFill/>
                        </a:ln>
                        <a:solidFill>
                          <a:schemeClr val="tx1"/>
                        </a:solidFill>
                        <a:effectLst/>
                        <a:latin typeface="メイリオ" pitchFamily="50" charset="-128"/>
                        <a:ea typeface="メイリオ" pitchFamily="50" charset="-128"/>
                        <a:cs typeface="メイリオ" pitchFamily="50" charset="-128"/>
                      </a:endParaRPr>
                    </a:p>
                  </a:txBody>
                  <a:tcPr marT="45649" marB="45649" vert="wordArtVertRtl" horzOverflow="overflow"/>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1" lang="ja-JP" altLang="en-US" sz="1000" u="none" strike="noStrike" cap="none" normalizeH="0" baseline="0" dirty="0">
                          <a:ln>
                            <a:noFill/>
                          </a:ln>
                          <a:effectLst/>
                          <a:latin typeface="メイリオ" panose="020B0604030504040204" pitchFamily="50" charset="-128"/>
                          <a:ea typeface="メイリオ" panose="020B0604030504040204" pitchFamily="50" charset="-128"/>
                        </a:rPr>
                        <a:t>データ消去の要件</a:t>
                      </a:r>
                      <a:endParaRPr kumimoji="1" lang="en-US" altLang="ja-JP" sz="1000" u="none" strike="noStrike" cap="none" normalizeH="0" baseline="0" dirty="0">
                        <a:ln>
                          <a:noFill/>
                        </a:ln>
                        <a:effectLst/>
                        <a:latin typeface="メイリオ" panose="020B0604030504040204" pitchFamily="50" charset="-128"/>
                        <a:ea typeface="メイリオ" panose="020B0604030504040204" pitchFamily="50" charset="-128"/>
                      </a:endParaRPr>
                    </a:p>
                  </a:txBody>
                  <a:tcPr marT="45649" marB="45649" horzOverflow="overflow"/>
                </a:tc>
                <a:tc>
                  <a:txBody>
                    <a:bodyPr/>
                    <a:lstStyle/>
                    <a:p>
                      <a:pPr marL="0" marR="0" lvl="0" indent="0" algn="l" defTabSz="914400" rtl="0" eaLnBrk="0" fontAlgn="base" latinLnBrk="0" hangingPunct="0">
                        <a:lnSpc>
                          <a:spcPct val="100000"/>
                        </a:lnSpc>
                        <a:spcBef>
                          <a:spcPct val="20000"/>
                        </a:spcBef>
                        <a:spcAft>
                          <a:spcPct val="0"/>
                        </a:spcAft>
                        <a:buFontTx/>
                        <a:buNone/>
                      </a:pPr>
                      <a:r>
                        <a:rPr kumimoji="1" lang="ja-JP" altLang="en-US" sz="1000" u="none" strike="noStrike" cap="none" normalizeH="0" baseline="0" dirty="0">
                          <a:ln>
                            <a:noFill/>
                          </a:ln>
                          <a:solidFill>
                            <a:schemeClr val="tx1"/>
                          </a:solidFill>
                          <a:effectLst/>
                          <a:uFillTx/>
                          <a:latin typeface="メイリオ" pitchFamily="50" charset="-128"/>
                          <a:ea typeface="メイリオ" pitchFamily="50" charset="-128"/>
                          <a:cs typeface="メイリオ" pitchFamily="50" charset="-128"/>
                        </a:rPr>
                        <a:t>サービス解約後一定期間以内にデータおよび保管媒体を破棄</a:t>
                      </a:r>
                      <a:endParaRPr kumimoji="1" lang="ja-JP" altLang="en-US" sz="1000" b="0" i="0" u="none" strike="noStrike" cap="none" normalizeH="0" baseline="0" dirty="0">
                        <a:ln>
                          <a:noFill/>
                        </a:ln>
                        <a:solidFill>
                          <a:schemeClr val="tx1"/>
                        </a:solidFill>
                        <a:effectLst/>
                        <a:uFillTx/>
                        <a:latin typeface="メイリオ" pitchFamily="50" charset="-128"/>
                        <a:ea typeface="メイリオ" pitchFamily="50" charset="-128"/>
                        <a:cs typeface="メイリオ" pitchFamily="50" charset="-128"/>
                      </a:endParaRPr>
                    </a:p>
                  </a:txBody>
                  <a:tcPr marT="45649" marB="45649" horzOverflow="overflow"/>
                </a:tc>
                <a:tc>
                  <a:txBody>
                    <a:bodyPr/>
                    <a:lstStyle/>
                    <a:p>
                      <a:pPr marL="0" marR="0" lvl="0" indent="0" algn="l" defTabSz="914400" rtl="0" eaLnBrk="0" fontAlgn="base" latinLnBrk="0" hangingPunct="0">
                        <a:lnSpc>
                          <a:spcPct val="100000"/>
                        </a:lnSpc>
                        <a:spcBef>
                          <a:spcPct val="20000"/>
                        </a:spcBef>
                        <a:spcAft>
                          <a:spcPct val="0"/>
                        </a:spcAft>
                        <a:buFontTx/>
                        <a:buNone/>
                      </a:pPr>
                      <a:endParaRPr kumimoji="1" lang="ja-JP" altLang="en-US" sz="1000" b="0" i="0" u="none" strike="noStrike" cap="none" normalizeH="0" baseline="0" dirty="0">
                        <a:ln>
                          <a:noFill/>
                        </a:ln>
                        <a:solidFill>
                          <a:schemeClr val="tx1"/>
                        </a:solidFill>
                        <a:effectLst/>
                        <a:uFillTx/>
                        <a:latin typeface="メイリオ" pitchFamily="50" charset="-128"/>
                        <a:ea typeface="メイリオ" pitchFamily="50" charset="-128"/>
                        <a:cs typeface="メイリオ" pitchFamily="50" charset="-128"/>
                      </a:endParaRPr>
                    </a:p>
                  </a:txBody>
                  <a:tcPr marT="45649" marB="45649" horzOverflow="overflow"/>
                </a:tc>
                <a:extLst>
                  <a:ext uri="{0D108BD9-81ED-4DB2-BD59-A6C34878D82A}">
                    <a16:rowId xmlns:a16="http://schemas.microsoft.com/office/drawing/2014/main" val="10004"/>
                  </a:ext>
                </a:extLst>
              </a:tr>
              <a:tr h="129595">
                <a:tc rowSpan="5">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1" lang="ja-JP" altLang="en-US" sz="1000" u="none" strike="noStrike" cap="none" normalizeH="0" baseline="0">
                          <a:ln>
                            <a:noFill/>
                          </a:ln>
                          <a:effectLst/>
                          <a:latin typeface="メイリオ" panose="020B0604030504040204" pitchFamily="50" charset="-128"/>
                          <a:ea typeface="メイリオ" panose="020B0604030504040204" pitchFamily="50" charset="-128"/>
                        </a:rPr>
                        <a:t>セキュリティ</a:t>
                      </a:r>
                      <a:endParaRPr kumimoji="1" lang="ja-JP" altLang="en-US" sz="1000" b="0" i="0" u="none" strike="noStrike" cap="none" normalizeH="0" baseline="0">
                        <a:ln>
                          <a:noFill/>
                        </a:ln>
                        <a:solidFill>
                          <a:schemeClr val="tx1"/>
                        </a:solidFill>
                        <a:effectLst/>
                        <a:latin typeface="メイリオ" panose="020B0604030504040204" pitchFamily="50" charset="-128"/>
                        <a:ea typeface="メイリオ" panose="020B0604030504040204" pitchFamily="50" charset="-128"/>
                        <a:cs typeface="メイリオ" pitchFamily="50" charset="-128"/>
                      </a:endParaRPr>
                    </a:p>
                  </a:txBody>
                  <a:tcPr marT="45649" marB="45649" vert="wordArtVertRtl" horzOverflow="overflow"/>
                </a:tc>
                <a:tc>
                  <a:txBody>
                    <a:bodyPr/>
                    <a:lstStyle/>
                    <a:p>
                      <a:pPr marL="0" marR="0" lvl="0" indent="0" algn="l" defTabSz="914400" rtl="0" eaLnBrk="0" fontAlgn="base" latinLnBrk="0" hangingPunct="0">
                        <a:lnSpc>
                          <a:spcPct val="100000"/>
                        </a:lnSpc>
                        <a:spcBef>
                          <a:spcPct val="20000"/>
                        </a:spcBef>
                        <a:spcAft>
                          <a:spcPct val="0"/>
                        </a:spcAft>
                        <a:buFontTx/>
                        <a:buNone/>
                      </a:pPr>
                      <a:r>
                        <a:rPr kumimoji="1" lang="ja-JP" altLang="en-US" sz="1000" u="none" strike="noStrike" cap="none" normalizeH="0" baseline="0" dirty="0">
                          <a:ln>
                            <a:noFill/>
                          </a:ln>
                          <a:solidFill>
                            <a:schemeClr val="tx1"/>
                          </a:solidFill>
                          <a:effectLst/>
                          <a:uFillTx/>
                          <a:latin typeface="メイリオ" pitchFamily="50" charset="-128"/>
                          <a:ea typeface="メイリオ" pitchFamily="50" charset="-128"/>
                          <a:cs typeface="メイリオ" pitchFamily="50" charset="-128"/>
                        </a:rPr>
                        <a:t>公的認証取得の要件</a:t>
                      </a:r>
                      <a:endParaRPr kumimoji="1" lang="en-US" altLang="ja-JP" sz="1000" b="0" i="0" u="none" strike="noStrike" cap="none" normalizeH="0" baseline="0" dirty="0">
                        <a:ln>
                          <a:noFill/>
                        </a:ln>
                        <a:solidFill>
                          <a:schemeClr val="tx1"/>
                        </a:solidFill>
                        <a:effectLst/>
                        <a:uFillTx/>
                        <a:latin typeface="メイリオ" pitchFamily="50" charset="-128"/>
                        <a:ea typeface="メイリオ" pitchFamily="50" charset="-128"/>
                        <a:cs typeface="メイリオ" pitchFamily="50" charset="-128"/>
                      </a:endParaRPr>
                    </a:p>
                  </a:txBody>
                  <a:tcPr marT="45649" marB="45649" horzOverflow="overflow"/>
                </a:tc>
                <a:tc>
                  <a:txBody>
                    <a:bodyPr/>
                    <a:lstStyle/>
                    <a:p>
                      <a:pPr marL="0" marR="0" lvl="0" indent="0" algn="l" defTabSz="914400" rtl="0" eaLnBrk="0" fontAlgn="base" latinLnBrk="0" hangingPunct="0">
                        <a:lnSpc>
                          <a:spcPct val="100000"/>
                        </a:lnSpc>
                        <a:spcBef>
                          <a:spcPct val="20000"/>
                        </a:spcBef>
                        <a:spcAft>
                          <a:spcPct val="0"/>
                        </a:spcAft>
                        <a:buFontTx/>
                        <a:buNone/>
                      </a:pPr>
                      <a:r>
                        <a:rPr kumimoji="1" lang="ja-JP" altLang="en-US" sz="1000" u="none" strike="noStrike" cap="none" normalizeH="0" baseline="0" dirty="0">
                          <a:ln>
                            <a:noFill/>
                          </a:ln>
                          <a:solidFill>
                            <a:schemeClr val="tx1"/>
                          </a:solidFill>
                          <a:effectLst/>
                          <a:uFillTx/>
                          <a:latin typeface="メイリオ" pitchFamily="50" charset="-128"/>
                          <a:ea typeface="メイリオ" pitchFamily="50" charset="-128"/>
                          <a:cs typeface="メイリオ" pitchFamily="50" charset="-128"/>
                        </a:rPr>
                        <a:t>プライバシーマーク、</a:t>
                      </a:r>
                      <a:r>
                        <a:rPr kumimoji="1" lang="en-US" altLang="ja-JP" sz="1000" u="none" strike="noStrike" cap="none" normalizeH="0" baseline="0" dirty="0">
                          <a:ln>
                            <a:noFill/>
                          </a:ln>
                          <a:solidFill>
                            <a:schemeClr val="tx1"/>
                          </a:solidFill>
                          <a:effectLst/>
                          <a:uFillTx/>
                          <a:latin typeface="メイリオ" pitchFamily="50" charset="-128"/>
                          <a:ea typeface="メイリオ" pitchFamily="50" charset="-128"/>
                          <a:cs typeface="メイリオ" pitchFamily="50" charset="-128"/>
                        </a:rPr>
                        <a:t>PCIDSS</a:t>
                      </a:r>
                      <a:r>
                        <a:rPr kumimoji="1" lang="ja-JP" altLang="en-US" sz="1000" u="none" strike="noStrike" cap="none" normalizeH="0" baseline="0" dirty="0">
                          <a:ln>
                            <a:noFill/>
                          </a:ln>
                          <a:solidFill>
                            <a:schemeClr val="tx1"/>
                          </a:solidFill>
                          <a:effectLst/>
                          <a:uFillTx/>
                          <a:latin typeface="メイリオ" pitchFamily="50" charset="-128"/>
                          <a:ea typeface="メイリオ" pitchFamily="50" charset="-128"/>
                          <a:cs typeface="メイリオ" pitchFamily="50" charset="-128"/>
                        </a:rPr>
                        <a:t>、</a:t>
                      </a:r>
                      <a:r>
                        <a:rPr kumimoji="1" lang="en-US" altLang="ja-JP" sz="1000" u="none" strike="noStrike" cap="none" normalizeH="0" baseline="0" dirty="0">
                          <a:ln>
                            <a:noFill/>
                          </a:ln>
                          <a:solidFill>
                            <a:schemeClr val="tx1"/>
                          </a:solidFill>
                          <a:effectLst/>
                          <a:uFillTx/>
                          <a:latin typeface="メイリオ" pitchFamily="50" charset="-128"/>
                          <a:ea typeface="メイリオ" pitchFamily="50" charset="-128"/>
                          <a:cs typeface="メイリオ" pitchFamily="50" charset="-128"/>
                        </a:rPr>
                        <a:t>ISMS</a:t>
                      </a:r>
                      <a:r>
                        <a:rPr kumimoji="1" lang="ja-JP" altLang="en-US" sz="1000" u="none" strike="noStrike" cap="none" normalizeH="0" baseline="0" dirty="0">
                          <a:ln>
                            <a:noFill/>
                          </a:ln>
                          <a:solidFill>
                            <a:schemeClr val="tx1"/>
                          </a:solidFill>
                          <a:effectLst/>
                          <a:uFillTx/>
                          <a:latin typeface="メイリオ" pitchFamily="50" charset="-128"/>
                          <a:ea typeface="メイリオ" pitchFamily="50" charset="-128"/>
                          <a:cs typeface="メイリオ" pitchFamily="50" charset="-128"/>
                        </a:rPr>
                        <a:t>認証取得</a:t>
                      </a:r>
                      <a:endParaRPr kumimoji="1" lang="en-US" altLang="ja-JP" sz="1000" u="none" strike="noStrike" cap="none" normalizeH="0" baseline="0" dirty="0">
                        <a:ln>
                          <a:noFill/>
                        </a:ln>
                        <a:solidFill>
                          <a:schemeClr val="tx1"/>
                        </a:solidFill>
                        <a:effectLst/>
                        <a:uFillTx/>
                        <a:latin typeface="メイリオ" pitchFamily="50" charset="-128"/>
                        <a:ea typeface="メイリオ" pitchFamily="50" charset="-128"/>
                        <a:cs typeface="メイリオ" pitchFamily="50" charset="-128"/>
                      </a:endParaRPr>
                    </a:p>
                  </a:txBody>
                  <a:tcPr marT="45649" marB="45649" horzOverflow="overflow"/>
                </a:tc>
                <a:tc>
                  <a:txBody>
                    <a:bodyPr/>
                    <a:lstStyle/>
                    <a:p>
                      <a:pPr marL="0" marR="0" lvl="0" indent="0" algn="l" defTabSz="914400" rtl="0" eaLnBrk="0" fontAlgn="base" latinLnBrk="0" hangingPunct="0">
                        <a:lnSpc>
                          <a:spcPct val="100000"/>
                        </a:lnSpc>
                        <a:spcBef>
                          <a:spcPct val="20000"/>
                        </a:spcBef>
                        <a:spcAft>
                          <a:spcPct val="0"/>
                        </a:spcAft>
                        <a:buFontTx/>
                        <a:buNone/>
                      </a:pPr>
                      <a:r>
                        <a:rPr kumimoji="1" lang="ja-JP" altLang="en-US" sz="1000" b="0" i="0" u="none" strike="noStrike" cap="none" normalizeH="0" baseline="0" dirty="0">
                          <a:ln>
                            <a:noFill/>
                          </a:ln>
                          <a:solidFill>
                            <a:schemeClr val="tx1"/>
                          </a:solidFill>
                          <a:effectLst/>
                          <a:uFillTx/>
                          <a:latin typeface="メイリオ" pitchFamily="50" charset="-128"/>
                          <a:ea typeface="メイリオ" pitchFamily="50" charset="-128"/>
                          <a:cs typeface="メイリオ" pitchFamily="50" charset="-128"/>
                        </a:rPr>
                        <a:t>利用インフラの要件</a:t>
                      </a:r>
                    </a:p>
                  </a:txBody>
                  <a:tcPr marT="45649" marB="45649" horzOverflow="overflow"/>
                </a:tc>
                <a:extLst>
                  <a:ext uri="{0D108BD9-81ED-4DB2-BD59-A6C34878D82A}">
                    <a16:rowId xmlns:a16="http://schemas.microsoft.com/office/drawing/2014/main" val="10005"/>
                  </a:ext>
                </a:extLst>
              </a:tr>
              <a:tr h="129595">
                <a:tc vMerge="1">
                  <a:txBody>
                    <a:body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1" lang="ja-JP" altLang="en-US" sz="1000" b="0" i="0" u="none" strike="noStrike" cap="none" normalizeH="0" baseline="0">
                        <a:ln>
                          <a:noFill/>
                        </a:ln>
                        <a:solidFill>
                          <a:schemeClr val="tx1"/>
                        </a:solidFill>
                        <a:effectLst/>
                        <a:latin typeface="メイリオ" pitchFamily="50" charset="-128"/>
                        <a:ea typeface="メイリオ" pitchFamily="50" charset="-128"/>
                        <a:cs typeface="メイリオ" pitchFamily="50" charset="-128"/>
                      </a:endParaRPr>
                    </a:p>
                  </a:txBody>
                  <a:tcPr marT="45649" marB="45649" vert="wordArtVertRtl" horzOverflow="overflow"/>
                </a:tc>
                <a:tc>
                  <a:txBody>
                    <a:bodyPr/>
                    <a:lstStyle/>
                    <a:p>
                      <a:pPr marL="0" marR="0" lvl="0" indent="0" algn="l" defTabSz="914400" rtl="0" eaLnBrk="0" fontAlgn="base" latinLnBrk="0" hangingPunct="0">
                        <a:lnSpc>
                          <a:spcPct val="100000"/>
                        </a:lnSpc>
                        <a:spcBef>
                          <a:spcPct val="20000"/>
                        </a:spcBef>
                        <a:spcAft>
                          <a:spcPct val="0"/>
                        </a:spcAft>
                        <a:buFontTx/>
                        <a:buNone/>
                      </a:pPr>
                      <a:r>
                        <a:rPr kumimoji="1" lang="ja-JP" altLang="en-US" sz="1000" u="none" strike="noStrike" cap="none" normalizeH="0" baseline="0" dirty="0">
                          <a:ln>
                            <a:noFill/>
                          </a:ln>
                          <a:solidFill>
                            <a:schemeClr val="tx1"/>
                          </a:solidFill>
                          <a:effectLst/>
                          <a:uFillTx/>
                          <a:latin typeface="メイリオ" pitchFamily="50" charset="-128"/>
                          <a:ea typeface="メイリオ" pitchFamily="50" charset="-128"/>
                          <a:cs typeface="メイリオ" pitchFamily="50" charset="-128"/>
                        </a:rPr>
                        <a:t>アプリケーションに関する第三者評価</a:t>
                      </a:r>
                      <a:endParaRPr kumimoji="1" lang="en-US" altLang="ja-JP" sz="1000" b="0" i="0" u="none" strike="noStrike" cap="none" normalizeH="0" baseline="0" dirty="0">
                        <a:ln>
                          <a:noFill/>
                        </a:ln>
                        <a:solidFill>
                          <a:schemeClr val="tx1"/>
                        </a:solidFill>
                        <a:effectLst/>
                        <a:uFillTx/>
                        <a:latin typeface="メイリオ" pitchFamily="50" charset="-128"/>
                        <a:ea typeface="メイリオ" pitchFamily="50" charset="-128"/>
                        <a:cs typeface="メイリオ" pitchFamily="50" charset="-128"/>
                      </a:endParaRPr>
                    </a:p>
                  </a:txBody>
                  <a:tcPr marT="45649" marB="45649" horzOverflow="overflow"/>
                </a:tc>
                <a:tc>
                  <a:txBody>
                    <a:bodyPr/>
                    <a:lstStyle/>
                    <a:p>
                      <a:pPr marL="0" marR="0" lvl="0" indent="0" algn="l" defTabSz="914400" rtl="0" eaLnBrk="0" fontAlgn="base" latinLnBrk="0" hangingPunct="0">
                        <a:lnSpc>
                          <a:spcPct val="100000"/>
                        </a:lnSpc>
                        <a:spcBef>
                          <a:spcPct val="20000"/>
                        </a:spcBef>
                        <a:spcAft>
                          <a:spcPct val="0"/>
                        </a:spcAft>
                        <a:buFontTx/>
                        <a:buNone/>
                      </a:pPr>
                      <a:r>
                        <a:rPr kumimoji="1" lang="ja-JP" altLang="en-US" sz="1000" u="none" strike="noStrike" cap="none" normalizeH="0" baseline="0" dirty="0">
                          <a:ln>
                            <a:noFill/>
                          </a:ln>
                          <a:solidFill>
                            <a:schemeClr val="tx1"/>
                          </a:solidFill>
                          <a:effectLst/>
                          <a:uFillTx/>
                          <a:latin typeface="メイリオ" pitchFamily="50" charset="-128"/>
                          <a:ea typeface="メイリオ" pitchFamily="50" charset="-128"/>
                          <a:cs typeface="メイリオ" pitchFamily="50" charset="-128"/>
                        </a:rPr>
                        <a:t>要望により別途対応可能</a:t>
                      </a:r>
                      <a:endParaRPr kumimoji="1" lang="en-US" altLang="ja-JP" sz="1000" u="none" strike="noStrike" cap="none" normalizeH="0" baseline="0" dirty="0">
                        <a:ln>
                          <a:noFill/>
                        </a:ln>
                        <a:solidFill>
                          <a:schemeClr val="tx1"/>
                        </a:solidFill>
                        <a:effectLst/>
                        <a:uFillTx/>
                        <a:latin typeface="メイリオ" pitchFamily="50" charset="-128"/>
                        <a:ea typeface="メイリオ" pitchFamily="50" charset="-128"/>
                        <a:cs typeface="メイリオ" pitchFamily="50" charset="-128"/>
                      </a:endParaRPr>
                    </a:p>
                  </a:txBody>
                  <a:tcPr marT="45649" marB="45649" horzOverflow="overflow"/>
                </a:tc>
                <a:tc>
                  <a:txBody>
                    <a:bodyPr/>
                    <a:lstStyle/>
                    <a:p>
                      <a:pPr marL="0" marR="0" lvl="0" indent="0" algn="l" defTabSz="914400" rtl="0" eaLnBrk="0" fontAlgn="base" latinLnBrk="0" hangingPunct="0">
                        <a:lnSpc>
                          <a:spcPct val="100000"/>
                        </a:lnSpc>
                        <a:spcBef>
                          <a:spcPct val="20000"/>
                        </a:spcBef>
                        <a:spcAft>
                          <a:spcPct val="0"/>
                        </a:spcAft>
                        <a:buFontTx/>
                        <a:buNone/>
                      </a:pPr>
                      <a:endParaRPr kumimoji="1" lang="ja-JP" altLang="en-US" sz="1000" b="0" i="0" u="none" strike="noStrike" cap="none" normalizeH="0" baseline="0" dirty="0">
                        <a:ln>
                          <a:noFill/>
                        </a:ln>
                        <a:solidFill>
                          <a:schemeClr val="tx1"/>
                        </a:solidFill>
                        <a:effectLst/>
                        <a:uFillTx/>
                        <a:latin typeface="メイリオ" pitchFamily="50" charset="-128"/>
                        <a:ea typeface="メイリオ" pitchFamily="50" charset="-128"/>
                        <a:cs typeface="メイリオ" pitchFamily="50" charset="-128"/>
                      </a:endParaRPr>
                    </a:p>
                  </a:txBody>
                  <a:tcPr marT="45649" marB="45649" horzOverflow="overflow"/>
                </a:tc>
                <a:extLst>
                  <a:ext uri="{0D108BD9-81ED-4DB2-BD59-A6C34878D82A}">
                    <a16:rowId xmlns:a16="http://schemas.microsoft.com/office/drawing/2014/main" val="10006"/>
                  </a:ext>
                </a:extLst>
              </a:tr>
              <a:tr h="129595">
                <a:tc vMerge="1">
                  <a:txBody>
                    <a:body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1" lang="ja-JP" altLang="en-US" sz="1000" b="0" i="0" u="none" strike="noStrike" cap="none" normalizeH="0" baseline="0">
                        <a:ln>
                          <a:noFill/>
                        </a:ln>
                        <a:solidFill>
                          <a:schemeClr val="tx1"/>
                        </a:solidFill>
                        <a:effectLst/>
                        <a:latin typeface="メイリオ" pitchFamily="50" charset="-128"/>
                        <a:ea typeface="メイリオ" pitchFamily="50" charset="-128"/>
                        <a:cs typeface="メイリオ" pitchFamily="50" charset="-128"/>
                      </a:endParaRPr>
                    </a:p>
                  </a:txBody>
                  <a:tcPr marT="45649" marB="45649" vert="wordArtVertRtl" horzOverflow="overflow"/>
                </a:tc>
                <a:tc>
                  <a:txBody>
                    <a:bodyPr/>
                    <a:lstStyle/>
                    <a:p>
                      <a:pPr marL="0" marR="0" lvl="0" indent="0" algn="l" defTabSz="914400" rtl="0" eaLnBrk="0" fontAlgn="base" latinLnBrk="0" hangingPunct="0">
                        <a:lnSpc>
                          <a:spcPct val="100000"/>
                        </a:lnSpc>
                        <a:spcBef>
                          <a:spcPct val="20000"/>
                        </a:spcBef>
                        <a:spcAft>
                          <a:spcPct val="0"/>
                        </a:spcAft>
                        <a:buFontTx/>
                        <a:buNone/>
                      </a:pPr>
                      <a:r>
                        <a:rPr kumimoji="1" lang="ja-JP" altLang="en-US" sz="1000" u="none" strike="noStrike" cap="none" normalizeH="0" baseline="0" dirty="0">
                          <a:ln>
                            <a:noFill/>
                          </a:ln>
                          <a:solidFill>
                            <a:schemeClr val="tx1"/>
                          </a:solidFill>
                          <a:effectLst/>
                          <a:uFillTx/>
                          <a:latin typeface="メイリオ" pitchFamily="50" charset="-128"/>
                          <a:ea typeface="メイリオ" pitchFamily="50" charset="-128"/>
                          <a:cs typeface="メイリオ" pitchFamily="50" charset="-128"/>
                        </a:rPr>
                        <a:t>情報取扱者の制限</a:t>
                      </a:r>
                      <a:endParaRPr kumimoji="1" lang="en-US" altLang="ja-JP" sz="1000" b="0" i="0" u="none" strike="noStrike" cap="none" normalizeH="0" baseline="0" dirty="0">
                        <a:ln>
                          <a:noFill/>
                        </a:ln>
                        <a:solidFill>
                          <a:schemeClr val="tx1"/>
                        </a:solidFill>
                        <a:effectLst/>
                        <a:uFillTx/>
                        <a:latin typeface="メイリオ" pitchFamily="50" charset="-128"/>
                        <a:ea typeface="メイリオ" pitchFamily="50" charset="-128"/>
                        <a:cs typeface="メイリオ" pitchFamily="50" charset="-128"/>
                      </a:endParaRPr>
                    </a:p>
                  </a:txBody>
                  <a:tcPr marT="45649" marB="45649" horzOverflow="overflow"/>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1" lang="ja-JP" altLang="en-US" sz="1000" u="none" strike="noStrike" cap="none" normalizeH="0" baseline="0" dirty="0">
                          <a:ln>
                            <a:noFill/>
                          </a:ln>
                          <a:solidFill>
                            <a:schemeClr val="tx1"/>
                          </a:solidFill>
                          <a:effectLst/>
                          <a:latin typeface="メイリオ" panose="020B0604030504040204" pitchFamily="50" charset="-128"/>
                          <a:ea typeface="メイリオ" panose="020B0604030504040204" pitchFamily="50" charset="-128"/>
                        </a:rPr>
                        <a:t>有（利用者のデータにアクセスできる社員等はセキュリティ管理者の許可を得た者に限る）</a:t>
                      </a:r>
                      <a:endParaRPr kumimoji="1" lang="ja-JP" altLang="en-US" sz="1000" b="0" i="0" u="none" strike="noStrike" cap="none" normalizeH="0" baseline="0" dirty="0">
                        <a:ln>
                          <a:noFill/>
                        </a:ln>
                        <a:solidFill>
                          <a:schemeClr val="tx1"/>
                        </a:solidFill>
                        <a:effectLst/>
                        <a:latin typeface="メイリオ" panose="020B0604030504040204" pitchFamily="50" charset="-128"/>
                        <a:ea typeface="メイリオ" panose="020B0604030504040204" pitchFamily="50" charset="-128"/>
                        <a:cs typeface="メイリオ" pitchFamily="50" charset="-128"/>
                      </a:endParaRPr>
                    </a:p>
                  </a:txBody>
                  <a:tcPr marT="45649" marB="45649" horzOverflow="overflow"/>
                </a:tc>
                <a:tc>
                  <a:txBody>
                    <a:bodyPr/>
                    <a:lstStyle/>
                    <a:p>
                      <a:pPr marL="0" marR="0" lvl="0" indent="0" algn="l" defTabSz="914400" rtl="0" eaLnBrk="0" fontAlgn="base" latinLnBrk="0" hangingPunct="0">
                        <a:lnSpc>
                          <a:spcPct val="100000"/>
                        </a:lnSpc>
                        <a:spcBef>
                          <a:spcPct val="20000"/>
                        </a:spcBef>
                        <a:spcAft>
                          <a:spcPct val="0"/>
                        </a:spcAft>
                        <a:buFontTx/>
                        <a:buNone/>
                      </a:pPr>
                      <a:endParaRPr kumimoji="1" lang="ja-JP" altLang="en-US" sz="1000" b="0" i="0" u="none" strike="noStrike" cap="none" normalizeH="0" baseline="0" dirty="0">
                        <a:ln>
                          <a:noFill/>
                        </a:ln>
                        <a:solidFill>
                          <a:schemeClr val="tx1"/>
                        </a:solidFill>
                        <a:effectLst/>
                        <a:uFillTx/>
                        <a:latin typeface="メイリオ" pitchFamily="50" charset="-128"/>
                        <a:ea typeface="メイリオ" pitchFamily="50" charset="-128"/>
                        <a:cs typeface="メイリオ" pitchFamily="50" charset="-128"/>
                      </a:endParaRPr>
                    </a:p>
                  </a:txBody>
                  <a:tcPr marT="45649" marB="45649" horzOverflow="overflow"/>
                </a:tc>
                <a:extLst>
                  <a:ext uri="{0D108BD9-81ED-4DB2-BD59-A6C34878D82A}">
                    <a16:rowId xmlns:a16="http://schemas.microsoft.com/office/drawing/2014/main" val="10007"/>
                  </a:ext>
                </a:extLst>
              </a:tr>
              <a:tr h="129595">
                <a:tc vMerge="1">
                  <a:txBody>
                    <a:body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1" lang="ja-JP" altLang="en-US" sz="1000" b="0" i="0" u="none" strike="noStrike" cap="none" normalizeH="0" baseline="0">
                        <a:ln>
                          <a:noFill/>
                        </a:ln>
                        <a:solidFill>
                          <a:schemeClr val="tx1"/>
                        </a:solidFill>
                        <a:effectLst/>
                        <a:latin typeface="メイリオ" pitchFamily="50" charset="-128"/>
                        <a:ea typeface="メイリオ" pitchFamily="50" charset="-128"/>
                        <a:cs typeface="メイリオ" pitchFamily="50" charset="-128"/>
                      </a:endParaRPr>
                    </a:p>
                  </a:txBody>
                  <a:tcPr marT="45649" marB="45649" vert="wordArtVertRtl" horzOverflow="overflow"/>
                </a:tc>
                <a:tc>
                  <a:txBody>
                    <a:bodyPr/>
                    <a:lstStyle/>
                    <a:p>
                      <a:pPr marL="0" marR="0" lvl="0" indent="0" algn="l" defTabSz="914400" rtl="0" eaLnBrk="0" fontAlgn="base" latinLnBrk="0" hangingPunct="0">
                        <a:lnSpc>
                          <a:spcPct val="100000"/>
                        </a:lnSpc>
                        <a:spcBef>
                          <a:spcPct val="20000"/>
                        </a:spcBef>
                        <a:spcAft>
                          <a:spcPct val="0"/>
                        </a:spcAft>
                        <a:buFontTx/>
                        <a:buNone/>
                      </a:pPr>
                      <a:r>
                        <a:rPr kumimoji="1" lang="ja-JP" altLang="en-US" sz="1000" u="none" strike="noStrike" cap="none" normalizeH="0" baseline="0" dirty="0">
                          <a:ln>
                            <a:noFill/>
                          </a:ln>
                          <a:solidFill>
                            <a:schemeClr val="tx1"/>
                          </a:solidFill>
                          <a:effectLst/>
                          <a:uFillTx/>
                          <a:latin typeface="メイリオ" pitchFamily="50" charset="-128"/>
                          <a:ea typeface="メイリオ" pitchFamily="50" charset="-128"/>
                          <a:cs typeface="メイリオ" pitchFamily="50" charset="-128"/>
                        </a:rPr>
                        <a:t>情報取扱い環境</a:t>
                      </a:r>
                      <a:endParaRPr kumimoji="1" lang="en-US" altLang="ja-JP" sz="1000" b="0" i="0" u="none" strike="noStrike" cap="none" normalizeH="0" baseline="0" dirty="0">
                        <a:ln>
                          <a:noFill/>
                        </a:ln>
                        <a:solidFill>
                          <a:schemeClr val="tx1"/>
                        </a:solidFill>
                        <a:effectLst/>
                        <a:uFillTx/>
                        <a:latin typeface="メイリオ" pitchFamily="50" charset="-128"/>
                        <a:ea typeface="メイリオ" pitchFamily="50" charset="-128"/>
                        <a:cs typeface="メイリオ" pitchFamily="50" charset="-128"/>
                      </a:endParaRPr>
                    </a:p>
                  </a:txBody>
                  <a:tcPr marT="45649" marB="45649" horzOverflow="overflow"/>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1" lang="ja-JP" altLang="en-US" sz="1000" u="none" strike="noStrike" cap="none" normalizeH="0" baseline="0" dirty="0">
                          <a:ln>
                            <a:noFill/>
                          </a:ln>
                          <a:solidFill>
                            <a:schemeClr val="tx1"/>
                          </a:solidFill>
                          <a:effectLst/>
                          <a:latin typeface="メイリオ" panose="020B0604030504040204" pitchFamily="50" charset="-128"/>
                          <a:ea typeface="メイリオ" panose="020B0604030504040204" pitchFamily="50" charset="-128"/>
                        </a:rPr>
                        <a:t>有（執務室は社員及びセキュリティに関する誓約書提示済のパートナーのみ入室可能とし、対象者を最小限に制限）</a:t>
                      </a:r>
                      <a:endParaRPr kumimoji="1" lang="ja-JP" altLang="en-US" sz="1000" b="0" i="0" u="none" strike="noStrike" cap="none" normalizeH="0" baseline="0" dirty="0">
                        <a:ln>
                          <a:noFill/>
                        </a:ln>
                        <a:solidFill>
                          <a:schemeClr val="tx1"/>
                        </a:solidFill>
                        <a:effectLst/>
                        <a:latin typeface="メイリオ" panose="020B0604030504040204" pitchFamily="50" charset="-128"/>
                        <a:ea typeface="メイリオ" panose="020B0604030504040204" pitchFamily="50" charset="-128"/>
                        <a:cs typeface="メイリオ" pitchFamily="50" charset="-128"/>
                      </a:endParaRPr>
                    </a:p>
                  </a:txBody>
                  <a:tcPr marT="45649" marB="45649" horzOverflow="overflow"/>
                </a:tc>
                <a:tc>
                  <a:txBody>
                    <a:bodyPr/>
                    <a:lstStyle/>
                    <a:p>
                      <a:pPr marL="0" marR="0" lvl="0" indent="0" algn="l" defTabSz="914400" rtl="0" eaLnBrk="0" fontAlgn="base" latinLnBrk="0" hangingPunct="0">
                        <a:lnSpc>
                          <a:spcPct val="100000"/>
                        </a:lnSpc>
                        <a:spcBef>
                          <a:spcPct val="20000"/>
                        </a:spcBef>
                        <a:spcAft>
                          <a:spcPct val="0"/>
                        </a:spcAft>
                        <a:buFontTx/>
                        <a:buNone/>
                      </a:pPr>
                      <a:endParaRPr kumimoji="1" lang="ja-JP" altLang="en-US" sz="1000" b="0" i="0" u="none" strike="noStrike" cap="none" normalizeH="0" baseline="0" dirty="0">
                        <a:ln>
                          <a:noFill/>
                        </a:ln>
                        <a:solidFill>
                          <a:schemeClr val="tx1"/>
                        </a:solidFill>
                        <a:effectLst/>
                        <a:uFillTx/>
                        <a:latin typeface="メイリオ" pitchFamily="50" charset="-128"/>
                        <a:ea typeface="メイリオ" pitchFamily="50" charset="-128"/>
                        <a:cs typeface="メイリオ" pitchFamily="50" charset="-128"/>
                      </a:endParaRPr>
                    </a:p>
                  </a:txBody>
                  <a:tcPr marT="45649" marB="45649" horzOverflow="overflow"/>
                </a:tc>
                <a:extLst>
                  <a:ext uri="{0D108BD9-81ED-4DB2-BD59-A6C34878D82A}">
                    <a16:rowId xmlns:a16="http://schemas.microsoft.com/office/drawing/2014/main" val="10008"/>
                  </a:ext>
                </a:extLst>
              </a:tr>
              <a:tr h="129595">
                <a:tc vMerge="1">
                  <a:txBody>
                    <a:body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1" lang="ja-JP" altLang="en-US" sz="1000" b="0" i="0" u="none" strike="noStrike" cap="none" normalizeH="0" baseline="0">
                        <a:ln>
                          <a:noFill/>
                        </a:ln>
                        <a:solidFill>
                          <a:schemeClr val="tx1"/>
                        </a:solidFill>
                        <a:effectLst/>
                        <a:latin typeface="メイリオ" pitchFamily="50" charset="-128"/>
                        <a:ea typeface="メイリオ" pitchFamily="50" charset="-128"/>
                        <a:cs typeface="メイリオ" pitchFamily="50" charset="-128"/>
                      </a:endParaRPr>
                    </a:p>
                  </a:txBody>
                  <a:tcPr marT="45649" marB="45649" vert="wordArtVertRtl" horzOverflow="overflow"/>
                </a:tc>
                <a:tc>
                  <a:txBody>
                    <a:bodyPr/>
                    <a:lstStyle/>
                    <a:p>
                      <a:pPr marL="0" marR="0" lvl="0" indent="0" algn="l" defTabSz="914400" rtl="0" eaLnBrk="0" fontAlgn="base" latinLnBrk="0" hangingPunct="0">
                        <a:lnSpc>
                          <a:spcPct val="100000"/>
                        </a:lnSpc>
                        <a:spcBef>
                          <a:spcPct val="20000"/>
                        </a:spcBef>
                        <a:spcAft>
                          <a:spcPct val="0"/>
                        </a:spcAft>
                        <a:buFontTx/>
                        <a:buNone/>
                      </a:pPr>
                      <a:r>
                        <a:rPr kumimoji="1" lang="ja-JP" altLang="en-US" sz="1000" u="none" strike="noStrike" cap="none" normalizeH="0" baseline="0" dirty="0">
                          <a:ln>
                            <a:noFill/>
                          </a:ln>
                          <a:solidFill>
                            <a:schemeClr val="tx1"/>
                          </a:solidFill>
                          <a:effectLst/>
                          <a:uFillTx/>
                          <a:latin typeface="メイリオ" pitchFamily="50" charset="-128"/>
                          <a:ea typeface="メイリオ" pitchFamily="50" charset="-128"/>
                          <a:cs typeface="メイリオ" pitchFamily="50" charset="-128"/>
                        </a:rPr>
                        <a:t>通信の暗号化レベル</a:t>
                      </a:r>
                      <a:endParaRPr kumimoji="1" lang="en-US" altLang="ja-JP" sz="1000" b="0" i="0" u="none" strike="noStrike" cap="none" normalizeH="0" baseline="0" dirty="0">
                        <a:ln>
                          <a:noFill/>
                        </a:ln>
                        <a:solidFill>
                          <a:schemeClr val="tx1"/>
                        </a:solidFill>
                        <a:effectLst/>
                        <a:uFillTx/>
                        <a:latin typeface="メイリオ" pitchFamily="50" charset="-128"/>
                        <a:ea typeface="メイリオ" pitchFamily="50" charset="-128"/>
                        <a:cs typeface="メイリオ" pitchFamily="50" charset="-128"/>
                      </a:endParaRPr>
                    </a:p>
                  </a:txBody>
                  <a:tcPr marT="45649" marB="45649" horzOverflow="overflow"/>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defRPr/>
                      </a:pPr>
                      <a:r>
                        <a:rPr kumimoji="1" lang="en-US" altLang="ja-JP" sz="1000" u="none" strike="noStrike" cap="none" normalizeH="0" baseline="0" dirty="0">
                          <a:ln>
                            <a:noFill/>
                          </a:ln>
                          <a:solidFill>
                            <a:schemeClr val="tx1"/>
                          </a:solidFill>
                          <a:effectLst/>
                          <a:latin typeface="メイリオ" panose="020B0604030504040204" pitchFamily="50" charset="-128"/>
                          <a:ea typeface="メイリオ" panose="020B0604030504040204" pitchFamily="50" charset="-128"/>
                        </a:rPr>
                        <a:t>TLS</a:t>
                      </a:r>
                      <a:endParaRPr kumimoji="1" lang="ja-JP" altLang="en-US" sz="1000" b="0" i="0" u="none" strike="noStrike" cap="none" normalizeH="0" baseline="0" dirty="0">
                        <a:ln>
                          <a:noFill/>
                        </a:ln>
                        <a:solidFill>
                          <a:schemeClr val="tx1"/>
                        </a:solidFill>
                        <a:effectLst/>
                        <a:latin typeface="メイリオ" panose="020B0604030504040204" pitchFamily="50" charset="-128"/>
                        <a:ea typeface="メイリオ" panose="020B0604030504040204" pitchFamily="50" charset="-128"/>
                        <a:cs typeface="メイリオ" pitchFamily="50" charset="-128"/>
                      </a:endParaRPr>
                    </a:p>
                  </a:txBody>
                  <a:tcPr marT="45649" marB="45649" horzOverflow="overflow"/>
                </a:tc>
                <a:tc>
                  <a:txBody>
                    <a:bodyPr/>
                    <a:lstStyle/>
                    <a:p>
                      <a:pPr marL="0" marR="0" lvl="0" indent="0" algn="l" defTabSz="914400" rtl="0" eaLnBrk="0" fontAlgn="base" latinLnBrk="0" hangingPunct="0">
                        <a:lnSpc>
                          <a:spcPct val="100000"/>
                        </a:lnSpc>
                        <a:spcBef>
                          <a:spcPct val="20000"/>
                        </a:spcBef>
                        <a:spcAft>
                          <a:spcPct val="0"/>
                        </a:spcAft>
                        <a:buFontTx/>
                        <a:buNone/>
                      </a:pPr>
                      <a:endParaRPr kumimoji="1" lang="ja-JP" altLang="en-US" sz="1000" b="0" i="0" u="none" strike="noStrike" cap="none" normalizeH="0" baseline="0" dirty="0">
                        <a:ln>
                          <a:noFill/>
                        </a:ln>
                        <a:solidFill>
                          <a:schemeClr val="tx1"/>
                        </a:solidFill>
                        <a:effectLst/>
                        <a:uFillTx/>
                        <a:latin typeface="メイリオ" pitchFamily="50" charset="-128"/>
                        <a:ea typeface="メイリオ" pitchFamily="50" charset="-128"/>
                        <a:cs typeface="メイリオ" pitchFamily="50" charset="-128"/>
                      </a:endParaRPr>
                    </a:p>
                  </a:txBody>
                  <a:tcPr marT="45649" marB="45649" horzOverflow="overflow"/>
                </a:tc>
                <a:extLst>
                  <a:ext uri="{0D108BD9-81ED-4DB2-BD59-A6C34878D82A}">
                    <a16:rowId xmlns:a16="http://schemas.microsoft.com/office/drawing/2014/main" val="10009"/>
                  </a:ext>
                </a:extLst>
              </a:tr>
            </a:tbl>
          </a:graphicData>
        </a:graphic>
      </p:graphicFrame>
      <p:sp>
        <p:nvSpPr>
          <p:cNvPr id="3" name="テキスト ボックス 28">
            <a:extLst>
              <a:ext uri="{FF2B5EF4-FFF2-40B4-BE49-F238E27FC236}">
                <a16:creationId xmlns:a16="http://schemas.microsoft.com/office/drawing/2014/main" id="{F1965CF7-5348-BD33-BE6D-513BC6BC7B64}"/>
              </a:ext>
            </a:extLst>
          </p:cNvPr>
          <p:cNvSpPr txBox="1">
            <a:spLocks noChangeArrowheads="1"/>
          </p:cNvSpPr>
          <p:nvPr/>
        </p:nvSpPr>
        <p:spPr bwMode="auto">
          <a:xfrm>
            <a:off x="127557" y="764704"/>
            <a:ext cx="8372475" cy="276999"/>
          </a:xfrm>
          <a:prstGeom prst="rect">
            <a:avLst/>
          </a:prstGeom>
          <a:noFill/>
          <a:ln w="9525">
            <a:noFill/>
            <a:miter lim="800000"/>
            <a:headEnd/>
            <a:tailEnd/>
          </a:ln>
        </p:spPr>
        <p:txBody>
          <a:bodyPr>
            <a:spAutoFit/>
          </a:bodyPr>
          <a:lstStyle/>
          <a:p>
            <a:pPr marL="0" marR="0" lvl="0" indent="0" algn="l" defTabSz="457200" rtl="0" eaLnBrk="1" fontAlgn="auto" latinLnBrk="0" hangingPunct="1">
              <a:lnSpc>
                <a:spcPct val="100000"/>
              </a:lnSpc>
              <a:spcBef>
                <a:spcPts val="300"/>
              </a:spcBef>
              <a:spcAft>
                <a:spcPts val="0"/>
              </a:spcAft>
              <a:buClrTx/>
              <a:buSzTx/>
              <a:buFontTx/>
              <a:buNone/>
              <a:tabLst/>
              <a:defRPr/>
            </a:pPr>
            <a:r>
              <a:rPr kumimoji="1" lang="en-US" altLang="ja-JP" sz="1200" b="0" i="0" u="none" strike="noStrike" kern="1200" cap="none" spc="0" normalizeH="0" baseline="0" noProof="0" dirty="0">
                <a:ln>
                  <a:noFill/>
                </a:ln>
                <a:solidFill>
                  <a:prstClr val="black"/>
                </a:solidFill>
                <a:effectLst/>
                <a:uLnTx/>
                <a:uFillTx/>
                <a:latin typeface="メイリオ" pitchFamily="50" charset="-128"/>
                <a:ea typeface="メイリオ" pitchFamily="50" charset="-128"/>
                <a:cs typeface="メイリオ" pitchFamily="50" charset="-128"/>
              </a:rPr>
              <a:t>(</a:t>
            </a:r>
            <a:r>
              <a:rPr kumimoji="1" lang="ja-JP" altLang="en-US" sz="1200" b="0" i="0" u="none" strike="noStrike" kern="1200" cap="none" spc="0" normalizeH="0" baseline="0" noProof="0" dirty="0">
                <a:ln>
                  <a:noFill/>
                </a:ln>
                <a:solidFill>
                  <a:prstClr val="black"/>
                </a:solidFill>
                <a:effectLst/>
                <a:uLnTx/>
                <a:uFillTx/>
                <a:latin typeface="メイリオ" pitchFamily="50" charset="-128"/>
                <a:ea typeface="メイリオ" pitchFamily="50" charset="-128"/>
                <a:cs typeface="メイリオ" pitchFamily="50" charset="-128"/>
              </a:rPr>
              <a:t>前頁からの続き</a:t>
            </a:r>
            <a:r>
              <a:rPr kumimoji="1" lang="en-US" altLang="ja-JP" sz="1200" b="0" i="0" u="none" strike="noStrike" kern="1200" cap="none" spc="0" normalizeH="0" baseline="0" noProof="0" dirty="0">
                <a:ln>
                  <a:noFill/>
                </a:ln>
                <a:solidFill>
                  <a:prstClr val="black"/>
                </a:solidFill>
                <a:effectLst/>
                <a:uLnTx/>
                <a:uFillTx/>
                <a:latin typeface="メイリオ" pitchFamily="50" charset="-128"/>
                <a:ea typeface="メイリオ" pitchFamily="50" charset="-128"/>
                <a:cs typeface="メイリオ" pitchFamily="50" charset="-128"/>
              </a:rPr>
              <a:t>)</a:t>
            </a:r>
            <a:endParaRPr kumimoji="1" lang="ja-JP" altLang="en-US" sz="1200" b="0" i="0" u="none" strike="noStrike" kern="1200" cap="none" spc="0" normalizeH="0" baseline="0" noProof="0" dirty="0">
              <a:ln>
                <a:noFill/>
              </a:ln>
              <a:solidFill>
                <a:prstClr val="black"/>
              </a:solidFill>
              <a:effectLst/>
              <a:uLnTx/>
              <a:uFillTx/>
              <a:latin typeface="メイリオ" pitchFamily="50" charset="-128"/>
              <a:ea typeface="メイリオ" pitchFamily="50" charset="-128"/>
              <a:cs typeface="メイリオ" pitchFamily="50" charset="-128"/>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C444B2-C417-7062-4516-8CB195DB4D56}"/>
            </a:ext>
          </a:extLst>
        </p:cNvPr>
        <p:cNvGrpSpPr/>
        <p:nvPr/>
      </p:nvGrpSpPr>
      <p:grpSpPr>
        <a:xfrm>
          <a:off x="0" y="0"/>
          <a:ext cx="0" cy="0"/>
          <a:chOff x="0" y="0"/>
          <a:chExt cx="0" cy="0"/>
        </a:xfrm>
      </p:grpSpPr>
      <p:sp>
        <p:nvSpPr>
          <p:cNvPr id="21" name="タイトル 1">
            <a:extLst>
              <a:ext uri="{FF2B5EF4-FFF2-40B4-BE49-F238E27FC236}">
                <a16:creationId xmlns:a16="http://schemas.microsoft.com/office/drawing/2014/main" id="{8A5AF9E6-F891-3DF7-D817-AA1B4B22C5E5}"/>
              </a:ext>
            </a:extLst>
          </p:cNvPr>
          <p:cNvSpPr txBox="1">
            <a:spLocks noChangeArrowheads="1"/>
          </p:cNvSpPr>
          <p:nvPr/>
        </p:nvSpPr>
        <p:spPr bwMode="auto">
          <a:xfrm>
            <a:off x="763588" y="231304"/>
            <a:ext cx="6537325" cy="533400"/>
          </a:xfrm>
          <a:prstGeom prst="rect">
            <a:avLst/>
          </a:prstGeom>
          <a:noFill/>
          <a:ln>
            <a:miter lim="800000"/>
            <a:headEnd/>
            <a:tailEnd/>
          </a:ln>
        </p:spPr>
        <p:txBody>
          <a:bodyPr vert="horz" lIns="91440" tIns="45720" rIns="91440" bIns="45720" rtlCol="0" anchor="ctr">
            <a:normAutofit/>
          </a:bodyPr>
          <a:lstStyle>
            <a:lvl1pPr algn="l" defTabSz="914400" rtl="0" eaLnBrk="1" latinLnBrk="0" hangingPunct="1">
              <a:spcBef>
                <a:spcPct val="0"/>
              </a:spcBef>
              <a:buNone/>
              <a:defRPr kumimoji="1" sz="3200" b="1" kern="1200">
                <a:solidFill>
                  <a:schemeClr val="tx1"/>
                </a:solidFill>
                <a:latin typeface="メイリオ" pitchFamily="50" charset="-128"/>
                <a:ea typeface="メイリオ" pitchFamily="50" charset="-128"/>
                <a:cs typeface="メイリオ" pitchFamily="50" charset="-128"/>
              </a:defRPr>
            </a:lvl1pPr>
          </a:lstStyle>
          <a:p>
            <a:pPr>
              <a:lnSpc>
                <a:spcPct val="75000"/>
              </a:lnSpc>
            </a:pPr>
            <a:r>
              <a:rPr lang="en-US" altLang="ja-JP" sz="2800" b="0" dirty="0"/>
              <a:t>2</a:t>
            </a:r>
            <a:r>
              <a:rPr lang="ja-JP" altLang="en-US" sz="2800" b="0" dirty="0"/>
              <a:t>.サービス対応</a:t>
            </a:r>
          </a:p>
        </p:txBody>
      </p:sp>
      <p:sp>
        <p:nvSpPr>
          <p:cNvPr id="2" name="テキスト ボックス 1">
            <a:extLst>
              <a:ext uri="{FF2B5EF4-FFF2-40B4-BE49-F238E27FC236}">
                <a16:creationId xmlns:a16="http://schemas.microsoft.com/office/drawing/2014/main" id="{B5070185-5229-B9E5-9692-4B17EC21BBFE}"/>
              </a:ext>
            </a:extLst>
          </p:cNvPr>
          <p:cNvSpPr txBox="1"/>
          <p:nvPr/>
        </p:nvSpPr>
        <p:spPr>
          <a:xfrm>
            <a:off x="381105" y="4239076"/>
            <a:ext cx="8381790" cy="1583767"/>
          </a:xfrm>
          <a:prstGeom prst="rect">
            <a:avLst/>
          </a:prstGeom>
          <a:noFill/>
        </p:spPr>
        <p:txBody>
          <a:bodyPr wrap="square" rtlCol="0">
            <a:spAutoFit/>
          </a:bodyPr>
          <a:lstStyle/>
          <a:p>
            <a:pPr defTabSz="422041">
              <a:defRPr/>
            </a:pPr>
            <a:r>
              <a:rPr lang="ja-JP" altLang="en-US" sz="969" dirty="0">
                <a:solidFill>
                  <a:prstClr val="black"/>
                </a:solidFill>
                <a:latin typeface="メイリオ"/>
                <a:ea typeface="メイリオ"/>
                <a:cs typeface="メイリオ"/>
              </a:rPr>
              <a:t>（</a:t>
            </a:r>
            <a:r>
              <a:rPr lang="en-US" altLang="ja-JP" sz="969" dirty="0">
                <a:solidFill>
                  <a:prstClr val="black"/>
                </a:solidFill>
                <a:latin typeface="メイリオ"/>
                <a:ea typeface="メイリオ"/>
                <a:cs typeface="メイリオ"/>
              </a:rPr>
              <a:t>※1</a:t>
            </a:r>
            <a:r>
              <a:rPr lang="ja-JP" altLang="en-US" sz="969" dirty="0">
                <a:solidFill>
                  <a:prstClr val="black"/>
                </a:solidFill>
                <a:latin typeface="メイリオ"/>
                <a:ea typeface="メイリオ"/>
                <a:cs typeface="メイリオ"/>
              </a:rPr>
              <a:t>）   </a:t>
            </a:r>
            <a:r>
              <a:rPr lang="en-US" altLang="ja-JP" sz="969" dirty="0">
                <a:solidFill>
                  <a:prstClr val="black"/>
                </a:solidFill>
                <a:latin typeface="メイリオ"/>
                <a:ea typeface="メイリオ"/>
                <a:cs typeface="メイリオ"/>
              </a:rPr>
              <a:t>24</a:t>
            </a:r>
            <a:r>
              <a:rPr lang="ja-JP" altLang="en-US" sz="969" dirty="0">
                <a:solidFill>
                  <a:prstClr val="black"/>
                </a:solidFill>
                <a:latin typeface="メイリオ"/>
                <a:ea typeface="メイリオ"/>
                <a:cs typeface="メイリオ"/>
              </a:rPr>
              <a:t>時間</a:t>
            </a:r>
            <a:r>
              <a:rPr lang="en-US" altLang="ja-JP" sz="969" dirty="0">
                <a:solidFill>
                  <a:prstClr val="black"/>
                </a:solidFill>
                <a:latin typeface="メイリオ"/>
                <a:ea typeface="メイリオ"/>
                <a:cs typeface="メイリオ"/>
              </a:rPr>
              <a:t>365</a:t>
            </a:r>
            <a:r>
              <a:rPr lang="ja-JP" altLang="en-US" sz="969" dirty="0">
                <a:solidFill>
                  <a:prstClr val="black"/>
                </a:solidFill>
                <a:latin typeface="メイリオ"/>
                <a:ea typeface="メイリオ"/>
                <a:cs typeface="メイリオ"/>
              </a:rPr>
              <a:t>日サーバーおよびサイト死活監視を行います。性能・容量は閾値監視を行います。</a:t>
            </a:r>
          </a:p>
          <a:p>
            <a:pPr defTabSz="422041">
              <a:defRPr/>
            </a:pPr>
            <a:r>
              <a:rPr lang="ja-JP" altLang="en-US" sz="969" dirty="0">
                <a:solidFill>
                  <a:prstClr val="black"/>
                </a:solidFill>
                <a:latin typeface="メイリオ"/>
                <a:ea typeface="メイリオ"/>
                <a:cs typeface="メイリオ"/>
              </a:rPr>
              <a:t>（</a:t>
            </a:r>
            <a:r>
              <a:rPr lang="en-US" altLang="ja-JP" sz="969" dirty="0">
                <a:solidFill>
                  <a:prstClr val="black"/>
                </a:solidFill>
                <a:latin typeface="メイリオ"/>
                <a:ea typeface="メイリオ"/>
                <a:cs typeface="メイリオ"/>
              </a:rPr>
              <a:t>※2</a:t>
            </a:r>
            <a:r>
              <a:rPr lang="ja-JP" altLang="en-US" sz="969" dirty="0">
                <a:solidFill>
                  <a:prstClr val="black"/>
                </a:solidFill>
                <a:latin typeface="メイリオ"/>
                <a:ea typeface="メイリオ"/>
                <a:cs typeface="メイリオ"/>
              </a:rPr>
              <a:t>）   営業時間外の対応は別途契約となります。</a:t>
            </a:r>
          </a:p>
          <a:p>
            <a:pPr defTabSz="422041">
              <a:defRPr/>
            </a:pPr>
            <a:r>
              <a:rPr lang="ja-JP" altLang="en-US" sz="969" dirty="0">
                <a:solidFill>
                  <a:prstClr val="black"/>
                </a:solidFill>
                <a:latin typeface="メイリオ"/>
                <a:ea typeface="メイリオ"/>
                <a:cs typeface="メイリオ"/>
              </a:rPr>
              <a:t>（</a:t>
            </a:r>
            <a:r>
              <a:rPr lang="en-US" altLang="ja-JP" sz="969" dirty="0">
                <a:solidFill>
                  <a:prstClr val="black"/>
                </a:solidFill>
                <a:latin typeface="メイリオ"/>
                <a:ea typeface="メイリオ"/>
                <a:cs typeface="メイリオ"/>
              </a:rPr>
              <a:t>※3</a:t>
            </a:r>
            <a:r>
              <a:rPr lang="ja-JP" altLang="en-US" sz="969" dirty="0">
                <a:solidFill>
                  <a:prstClr val="black"/>
                </a:solidFill>
                <a:latin typeface="メイリオ"/>
                <a:ea typeface="メイリオ"/>
                <a:cs typeface="メイリオ"/>
              </a:rPr>
              <a:t>）   システム運用における貴社役割は障害時の連絡のみとなります。</a:t>
            </a:r>
          </a:p>
          <a:p>
            <a:pPr defTabSz="422041">
              <a:defRPr/>
            </a:pPr>
            <a:r>
              <a:rPr lang="ja-JP" altLang="en-US" sz="969" dirty="0">
                <a:solidFill>
                  <a:prstClr val="black"/>
                </a:solidFill>
                <a:latin typeface="メイリオ"/>
                <a:ea typeface="メイリオ"/>
                <a:cs typeface="メイリオ"/>
              </a:rPr>
              <a:t>（</a:t>
            </a:r>
            <a:r>
              <a:rPr lang="en-US" altLang="ja-JP" sz="969" dirty="0">
                <a:solidFill>
                  <a:prstClr val="black"/>
                </a:solidFill>
                <a:latin typeface="メイリオ"/>
                <a:ea typeface="メイリオ"/>
                <a:cs typeface="メイリオ"/>
              </a:rPr>
              <a:t>※4</a:t>
            </a:r>
            <a:r>
              <a:rPr lang="ja-JP" altLang="en-US" sz="969" dirty="0">
                <a:solidFill>
                  <a:prstClr val="black"/>
                </a:solidFill>
                <a:latin typeface="メイリオ"/>
                <a:ea typeface="メイリオ"/>
                <a:cs typeface="メイリオ"/>
              </a:rPr>
              <a:t>）   良くある質問を</a:t>
            </a:r>
            <a:r>
              <a:rPr lang="en-US" altLang="ja-JP" sz="969" dirty="0">
                <a:solidFill>
                  <a:prstClr val="black"/>
                </a:solidFill>
                <a:latin typeface="メイリオ"/>
                <a:ea typeface="メイリオ"/>
                <a:cs typeface="メイリオ"/>
              </a:rPr>
              <a:t>FAQ</a:t>
            </a:r>
            <a:r>
              <a:rPr lang="ja-JP" altLang="en-US" sz="969" dirty="0">
                <a:solidFill>
                  <a:prstClr val="black"/>
                </a:solidFill>
                <a:latin typeface="メイリオ"/>
                <a:ea typeface="メイリオ"/>
                <a:cs typeface="メイリオ"/>
              </a:rPr>
              <a:t>に纏めました。質問が</a:t>
            </a:r>
            <a:r>
              <a:rPr lang="en-US" altLang="ja-JP" sz="969" dirty="0">
                <a:solidFill>
                  <a:prstClr val="black"/>
                </a:solidFill>
                <a:latin typeface="メイリオ"/>
                <a:ea typeface="メイリオ"/>
                <a:cs typeface="メイリオ"/>
              </a:rPr>
              <a:t>FAQ</a:t>
            </a:r>
            <a:r>
              <a:rPr lang="ja-JP" altLang="en-US" sz="969" dirty="0">
                <a:solidFill>
                  <a:prstClr val="black"/>
                </a:solidFill>
                <a:latin typeface="メイリオ"/>
                <a:ea typeface="メイリオ"/>
                <a:cs typeface="メイリオ"/>
              </a:rPr>
              <a:t>にない場合、要望事項などの有人対応は、弊社営業日の</a:t>
            </a:r>
            <a:r>
              <a:rPr lang="en-US" altLang="ja-JP" sz="969" dirty="0">
                <a:solidFill>
                  <a:prstClr val="black"/>
                </a:solidFill>
                <a:latin typeface="メイリオ"/>
                <a:ea typeface="メイリオ"/>
                <a:cs typeface="メイリオ"/>
              </a:rPr>
              <a:t>10:00</a:t>
            </a:r>
            <a:r>
              <a:rPr lang="ja-JP" altLang="en-US" sz="969" dirty="0">
                <a:solidFill>
                  <a:prstClr val="black"/>
                </a:solidFill>
                <a:latin typeface="メイリオ"/>
                <a:ea typeface="メイリオ"/>
                <a:cs typeface="メイリオ"/>
              </a:rPr>
              <a:t>～</a:t>
            </a:r>
            <a:r>
              <a:rPr lang="en-US" altLang="ja-JP" sz="969" dirty="0">
                <a:solidFill>
                  <a:prstClr val="black"/>
                </a:solidFill>
                <a:latin typeface="メイリオ"/>
                <a:ea typeface="メイリオ"/>
                <a:cs typeface="メイリオ"/>
              </a:rPr>
              <a:t>18:00</a:t>
            </a:r>
            <a:r>
              <a:rPr lang="ja-JP" altLang="en-US" sz="969" dirty="0">
                <a:solidFill>
                  <a:prstClr val="black"/>
                </a:solidFill>
                <a:latin typeface="メイリオ"/>
                <a:ea typeface="メイリオ"/>
                <a:cs typeface="メイリオ"/>
              </a:rPr>
              <a:t>となります。</a:t>
            </a:r>
          </a:p>
          <a:p>
            <a:pPr defTabSz="422041">
              <a:defRPr/>
            </a:pPr>
            <a:r>
              <a:rPr lang="ja-JP" altLang="en-US" sz="969" dirty="0">
                <a:solidFill>
                  <a:prstClr val="black"/>
                </a:solidFill>
                <a:latin typeface="メイリオ"/>
                <a:ea typeface="メイリオ"/>
                <a:cs typeface="メイリオ"/>
              </a:rPr>
              <a:t>（</a:t>
            </a:r>
            <a:r>
              <a:rPr lang="en-US" altLang="ja-JP" sz="969" dirty="0">
                <a:solidFill>
                  <a:prstClr val="black"/>
                </a:solidFill>
                <a:latin typeface="メイリオ"/>
                <a:ea typeface="メイリオ"/>
                <a:cs typeface="メイリオ"/>
              </a:rPr>
              <a:t>※5</a:t>
            </a:r>
            <a:r>
              <a:rPr lang="ja-JP" altLang="en-US" sz="969" dirty="0">
                <a:solidFill>
                  <a:prstClr val="black"/>
                </a:solidFill>
                <a:latin typeface="メイリオ"/>
                <a:ea typeface="メイリオ"/>
                <a:cs typeface="メイリオ"/>
              </a:rPr>
              <a:t>） 「標準機能保守」とは非カスタマイズ機能が仕様通りに動作しない場合の不具合対応及びリカバリー、小規模の法改正対応、セキュリティパッチ対応、</a:t>
            </a:r>
            <a:r>
              <a:rPr lang="en-US" altLang="ja-JP" sz="969" dirty="0">
                <a:solidFill>
                  <a:prstClr val="black"/>
                </a:solidFill>
                <a:latin typeface="メイリオ"/>
                <a:ea typeface="メイリオ"/>
                <a:cs typeface="メイリオ"/>
              </a:rPr>
              <a:t>OS</a:t>
            </a:r>
            <a:r>
              <a:rPr lang="ja-JP" altLang="en-US" sz="969" dirty="0">
                <a:solidFill>
                  <a:prstClr val="black"/>
                </a:solidFill>
                <a:latin typeface="メイリオ"/>
                <a:ea typeface="メイリオ"/>
                <a:cs typeface="メイリオ"/>
              </a:rPr>
              <a:t>・ミドルウェアのバージョンアップとなります。</a:t>
            </a:r>
          </a:p>
          <a:p>
            <a:pPr defTabSz="422041">
              <a:defRPr/>
            </a:pPr>
            <a:r>
              <a:rPr lang="ja-JP" altLang="en-US" sz="969" dirty="0">
                <a:solidFill>
                  <a:prstClr val="black"/>
                </a:solidFill>
                <a:latin typeface="メイリオ"/>
                <a:ea typeface="メイリオ"/>
                <a:cs typeface="メイリオ"/>
              </a:rPr>
              <a:t>（</a:t>
            </a:r>
            <a:r>
              <a:rPr lang="en-US" altLang="ja-JP" sz="969" dirty="0">
                <a:solidFill>
                  <a:prstClr val="black"/>
                </a:solidFill>
                <a:latin typeface="メイリオ"/>
                <a:ea typeface="メイリオ"/>
                <a:cs typeface="メイリオ"/>
              </a:rPr>
              <a:t>※6</a:t>
            </a:r>
            <a:r>
              <a:rPr lang="ja-JP" altLang="en-US" sz="969" dirty="0">
                <a:solidFill>
                  <a:prstClr val="black"/>
                </a:solidFill>
                <a:latin typeface="メイリオ"/>
                <a:ea typeface="メイリオ"/>
                <a:cs typeface="メイリオ"/>
              </a:rPr>
              <a:t>） 「カスタマイズ機能保守」とはカスタマイズを行っている機能が仕様通りに動作しない場合の不具合対応及びリカバリー対応となります。</a:t>
            </a:r>
            <a:endParaRPr lang="en-US" altLang="ja-JP" sz="969" dirty="0">
              <a:solidFill>
                <a:prstClr val="black"/>
              </a:solidFill>
              <a:latin typeface="メイリオ"/>
              <a:ea typeface="メイリオ"/>
              <a:cs typeface="メイリオ"/>
            </a:endParaRPr>
          </a:p>
          <a:p>
            <a:pPr defTabSz="422041">
              <a:defRPr/>
            </a:pPr>
            <a:r>
              <a:rPr lang="en-US" altLang="ja-JP" sz="969" dirty="0">
                <a:solidFill>
                  <a:prstClr val="black"/>
                </a:solidFill>
                <a:latin typeface="メイリオ"/>
                <a:ea typeface="メイリオ"/>
                <a:cs typeface="メイリオ"/>
              </a:rPr>
              <a:t>2</a:t>
            </a:r>
            <a:r>
              <a:rPr lang="ja-JP" altLang="en-US" sz="969" dirty="0">
                <a:solidFill>
                  <a:prstClr val="black"/>
                </a:solidFill>
                <a:latin typeface="メイリオ"/>
                <a:ea typeface="メイリオ"/>
                <a:cs typeface="メイリオ"/>
              </a:rPr>
              <a:t>年目以降はチケット制による対応となります。</a:t>
            </a:r>
          </a:p>
          <a:p>
            <a:pPr defTabSz="422041">
              <a:defRPr/>
            </a:pPr>
            <a:r>
              <a:rPr lang="ja-JP" altLang="en-US" sz="969" dirty="0">
                <a:solidFill>
                  <a:prstClr val="black"/>
                </a:solidFill>
                <a:latin typeface="メイリオ"/>
                <a:ea typeface="メイリオ"/>
                <a:cs typeface="メイリオ"/>
              </a:rPr>
              <a:t>（</a:t>
            </a:r>
            <a:r>
              <a:rPr lang="en-US" altLang="ja-JP" sz="969" dirty="0">
                <a:solidFill>
                  <a:prstClr val="black"/>
                </a:solidFill>
                <a:latin typeface="メイリオ"/>
                <a:ea typeface="メイリオ"/>
                <a:cs typeface="メイリオ"/>
              </a:rPr>
              <a:t>※7</a:t>
            </a:r>
            <a:r>
              <a:rPr lang="ja-JP" altLang="en-US" sz="969" dirty="0">
                <a:solidFill>
                  <a:prstClr val="black"/>
                </a:solidFill>
                <a:latin typeface="メイリオ"/>
                <a:ea typeface="メイリオ"/>
                <a:cs typeface="メイリオ"/>
              </a:rPr>
              <a:t>） 「保守契約以外の付帯作業」とはカスタマイズ機能の保守、システム全般の問合せ、小規模改修、データパッチ等の作業をいいます。</a:t>
            </a:r>
          </a:p>
          <a:p>
            <a:pPr defTabSz="422041">
              <a:defRPr/>
            </a:pPr>
            <a:r>
              <a:rPr lang="ja-JP" altLang="en-US" sz="969" dirty="0">
                <a:solidFill>
                  <a:prstClr val="black"/>
                </a:solidFill>
                <a:latin typeface="メイリオ"/>
                <a:ea typeface="メイリオ"/>
                <a:cs typeface="メイリオ"/>
              </a:rPr>
              <a:t>（</a:t>
            </a:r>
            <a:r>
              <a:rPr lang="en-US" altLang="ja-JP" sz="969" dirty="0">
                <a:solidFill>
                  <a:prstClr val="black"/>
                </a:solidFill>
                <a:latin typeface="メイリオ"/>
                <a:ea typeface="メイリオ"/>
                <a:cs typeface="メイリオ"/>
              </a:rPr>
              <a:t>※8</a:t>
            </a:r>
            <a:r>
              <a:rPr lang="ja-JP" altLang="en-US" sz="969" dirty="0">
                <a:solidFill>
                  <a:prstClr val="black"/>
                </a:solidFill>
                <a:latin typeface="メイリオ"/>
                <a:ea typeface="メイリオ"/>
                <a:cs typeface="メイリオ"/>
              </a:rPr>
              <a:t>）  チケット制によるサポートは、カスタマイズ機能の保守、システム全般の問合せ、小規模改修、データパッチ等の作業を行います。</a:t>
            </a:r>
          </a:p>
        </p:txBody>
      </p:sp>
      <p:grpSp>
        <p:nvGrpSpPr>
          <p:cNvPr id="15" name="Google Shape;954;p31">
            <a:extLst>
              <a:ext uri="{FF2B5EF4-FFF2-40B4-BE49-F238E27FC236}">
                <a16:creationId xmlns:a16="http://schemas.microsoft.com/office/drawing/2014/main" id="{0D08B221-C590-0034-AF73-F45A5C2FDFD0}"/>
              </a:ext>
            </a:extLst>
          </p:cNvPr>
          <p:cNvGrpSpPr/>
          <p:nvPr/>
        </p:nvGrpSpPr>
        <p:grpSpPr>
          <a:xfrm>
            <a:off x="789283" y="962862"/>
            <a:ext cx="7051882" cy="3122978"/>
            <a:chOff x="855056" y="1185115"/>
            <a:chExt cx="7639539" cy="3383226"/>
          </a:xfrm>
        </p:grpSpPr>
        <p:sp>
          <p:nvSpPr>
            <p:cNvPr id="16" name="Google Shape;955;p31">
              <a:extLst>
                <a:ext uri="{FF2B5EF4-FFF2-40B4-BE49-F238E27FC236}">
                  <a16:creationId xmlns:a16="http://schemas.microsoft.com/office/drawing/2014/main" id="{ACE7885C-9ABE-5840-3BA8-45406298E305}"/>
                </a:ext>
              </a:extLst>
            </p:cNvPr>
            <p:cNvSpPr/>
            <p:nvPr/>
          </p:nvSpPr>
          <p:spPr>
            <a:xfrm>
              <a:off x="3006258" y="1185115"/>
              <a:ext cx="2708308" cy="332308"/>
            </a:xfrm>
            <a:prstGeom prst="roundRect">
              <a:avLst>
                <a:gd name="adj" fmla="val 0"/>
              </a:avLst>
            </a:prstGeom>
            <a:solidFill>
              <a:srgbClr val="00A693"/>
            </a:solidFill>
            <a:ln>
              <a:noFill/>
            </a:ln>
          </p:spPr>
          <p:txBody>
            <a:bodyPr spcFirstLastPara="1" wrap="square" lIns="84392" tIns="42185" rIns="84392" bIns="42185" anchor="ctr" anchorCtr="0">
              <a:noAutofit/>
            </a:bodyPr>
            <a:lstStyle/>
            <a:p>
              <a:pPr algn="ctr"/>
              <a:r>
                <a:rPr lang="en-US" altLang="ja-JP" sz="1023" b="1">
                  <a:solidFill>
                    <a:schemeClr val="lt1"/>
                  </a:solidFill>
                  <a:latin typeface="Meiryo"/>
                  <a:ea typeface="Meiryo"/>
                  <a:cs typeface="Meiryo"/>
                  <a:sym typeface="Meiryo"/>
                </a:rPr>
                <a:t>1</a:t>
              </a:r>
              <a:r>
                <a:rPr lang="ja-JP" altLang="en-US" sz="1023" b="1">
                  <a:solidFill>
                    <a:schemeClr val="lt1"/>
                  </a:solidFill>
                  <a:latin typeface="Meiryo"/>
                  <a:ea typeface="Meiryo"/>
                  <a:cs typeface="Meiryo"/>
                  <a:sym typeface="Meiryo"/>
                </a:rPr>
                <a:t>年目</a:t>
              </a:r>
              <a:endParaRPr sz="1662"/>
            </a:p>
          </p:txBody>
        </p:sp>
        <p:sp>
          <p:nvSpPr>
            <p:cNvPr id="17" name="Google Shape;956;p31">
              <a:extLst>
                <a:ext uri="{FF2B5EF4-FFF2-40B4-BE49-F238E27FC236}">
                  <a16:creationId xmlns:a16="http://schemas.microsoft.com/office/drawing/2014/main" id="{857406CE-39C7-3494-4970-A51946D1F25D}"/>
                </a:ext>
              </a:extLst>
            </p:cNvPr>
            <p:cNvSpPr/>
            <p:nvPr/>
          </p:nvSpPr>
          <p:spPr>
            <a:xfrm>
              <a:off x="5785655" y="1185115"/>
              <a:ext cx="2708308" cy="332308"/>
            </a:xfrm>
            <a:prstGeom prst="roundRect">
              <a:avLst>
                <a:gd name="adj" fmla="val 0"/>
              </a:avLst>
            </a:prstGeom>
            <a:solidFill>
              <a:srgbClr val="00A693"/>
            </a:solidFill>
            <a:ln>
              <a:noFill/>
            </a:ln>
          </p:spPr>
          <p:txBody>
            <a:bodyPr spcFirstLastPara="1" wrap="square" lIns="84392" tIns="42185" rIns="84392" bIns="42185" anchor="ctr" anchorCtr="0">
              <a:noAutofit/>
            </a:bodyPr>
            <a:lstStyle/>
            <a:p>
              <a:pPr algn="ctr"/>
              <a:r>
                <a:rPr lang="en-US" altLang="ja-JP" sz="1023" b="1">
                  <a:solidFill>
                    <a:schemeClr val="lt1"/>
                  </a:solidFill>
                  <a:latin typeface="Meiryo"/>
                  <a:ea typeface="Meiryo"/>
                  <a:cs typeface="Meiryo"/>
                  <a:sym typeface="Meiryo"/>
                </a:rPr>
                <a:t>2</a:t>
              </a:r>
              <a:r>
                <a:rPr lang="ja-JP" altLang="en-US" sz="1023" b="1">
                  <a:solidFill>
                    <a:schemeClr val="lt1"/>
                  </a:solidFill>
                  <a:latin typeface="Meiryo"/>
                  <a:ea typeface="Meiryo"/>
                  <a:cs typeface="Meiryo"/>
                  <a:sym typeface="Meiryo"/>
                </a:rPr>
                <a:t>年目以降</a:t>
              </a:r>
              <a:endParaRPr sz="1662"/>
            </a:p>
          </p:txBody>
        </p:sp>
        <p:sp>
          <p:nvSpPr>
            <p:cNvPr id="18" name="Google Shape;957;p31">
              <a:extLst>
                <a:ext uri="{FF2B5EF4-FFF2-40B4-BE49-F238E27FC236}">
                  <a16:creationId xmlns:a16="http://schemas.microsoft.com/office/drawing/2014/main" id="{72A30BBE-CD5D-FBE0-D26B-31785F1597B0}"/>
                </a:ext>
              </a:extLst>
            </p:cNvPr>
            <p:cNvSpPr/>
            <p:nvPr/>
          </p:nvSpPr>
          <p:spPr>
            <a:xfrm>
              <a:off x="1743349" y="3076698"/>
              <a:ext cx="1196441" cy="465231"/>
            </a:xfrm>
            <a:prstGeom prst="roundRect">
              <a:avLst>
                <a:gd name="adj" fmla="val 0"/>
              </a:avLst>
            </a:prstGeom>
            <a:solidFill>
              <a:srgbClr val="235AC8"/>
            </a:solidFill>
            <a:ln>
              <a:noFill/>
            </a:ln>
          </p:spPr>
          <p:txBody>
            <a:bodyPr spcFirstLastPara="1" wrap="square" lIns="84392" tIns="42185" rIns="84392" bIns="42185" anchor="ctr" anchorCtr="0">
              <a:noAutofit/>
            </a:bodyPr>
            <a:lstStyle/>
            <a:p>
              <a:pPr algn="ctr"/>
              <a:r>
                <a:rPr lang="ja-JP" altLang="en-US" sz="851" b="1">
                  <a:solidFill>
                    <a:schemeClr val="lt1"/>
                  </a:solidFill>
                  <a:latin typeface="Meiryo"/>
                  <a:ea typeface="Meiryo"/>
                  <a:cs typeface="Meiryo"/>
                  <a:sym typeface="Meiryo"/>
                </a:rPr>
                <a:t>標準機能保守</a:t>
              </a:r>
              <a:r>
                <a:rPr lang="ja-JP" altLang="en-US" sz="1023" b="1">
                  <a:solidFill>
                    <a:schemeClr val="lt1"/>
                  </a:solidFill>
                  <a:latin typeface="Meiryo"/>
                  <a:ea typeface="Meiryo"/>
                  <a:cs typeface="Meiryo"/>
                  <a:sym typeface="Meiryo"/>
                </a:rPr>
                <a:t> </a:t>
              </a:r>
              <a:r>
                <a:rPr lang="en-US" altLang="ja-JP" sz="1023" b="1" baseline="30000">
                  <a:solidFill>
                    <a:schemeClr val="lt1"/>
                  </a:solidFill>
                  <a:latin typeface="Meiryo"/>
                  <a:ea typeface="Meiryo"/>
                  <a:cs typeface="Meiryo"/>
                  <a:sym typeface="Meiryo"/>
                </a:rPr>
                <a:t>※5</a:t>
              </a:r>
              <a:endParaRPr sz="1023" b="1" baseline="30000">
                <a:solidFill>
                  <a:schemeClr val="lt1"/>
                </a:solidFill>
                <a:latin typeface="Meiryo"/>
                <a:ea typeface="Meiryo"/>
                <a:cs typeface="Meiryo"/>
                <a:sym typeface="Meiryo"/>
              </a:endParaRPr>
            </a:p>
          </p:txBody>
        </p:sp>
        <p:sp>
          <p:nvSpPr>
            <p:cNvPr id="19" name="Google Shape;958;p31">
              <a:extLst>
                <a:ext uri="{FF2B5EF4-FFF2-40B4-BE49-F238E27FC236}">
                  <a16:creationId xmlns:a16="http://schemas.microsoft.com/office/drawing/2014/main" id="{ACFE39F7-CAB5-73B0-93AA-0A30BA74BFB0}"/>
                </a:ext>
              </a:extLst>
            </p:cNvPr>
            <p:cNvSpPr/>
            <p:nvPr/>
          </p:nvSpPr>
          <p:spPr>
            <a:xfrm>
              <a:off x="1742106" y="3586130"/>
              <a:ext cx="1196441" cy="465231"/>
            </a:xfrm>
            <a:prstGeom prst="roundRect">
              <a:avLst>
                <a:gd name="adj" fmla="val 0"/>
              </a:avLst>
            </a:prstGeom>
            <a:solidFill>
              <a:srgbClr val="235AC8"/>
            </a:solidFill>
            <a:ln>
              <a:noFill/>
            </a:ln>
          </p:spPr>
          <p:txBody>
            <a:bodyPr spcFirstLastPara="1" wrap="square" lIns="84392" tIns="42185" rIns="84392" bIns="42185" anchor="ctr" anchorCtr="0">
              <a:noAutofit/>
            </a:bodyPr>
            <a:lstStyle/>
            <a:p>
              <a:pPr algn="ctr"/>
              <a:r>
                <a:rPr lang="ja-JP" altLang="en-US" sz="851" b="1">
                  <a:solidFill>
                    <a:schemeClr val="lt1"/>
                  </a:solidFill>
                  <a:latin typeface="Meiryo"/>
                  <a:ea typeface="Meiryo"/>
                  <a:cs typeface="Meiryo"/>
                  <a:sym typeface="Meiryo"/>
                </a:rPr>
                <a:t>カスタマイズ</a:t>
              </a:r>
              <a:endParaRPr sz="851" b="1">
                <a:solidFill>
                  <a:schemeClr val="lt1"/>
                </a:solidFill>
                <a:latin typeface="Meiryo"/>
                <a:ea typeface="Meiryo"/>
                <a:cs typeface="Meiryo"/>
                <a:sym typeface="Meiryo"/>
              </a:endParaRPr>
            </a:p>
            <a:p>
              <a:pPr algn="ctr"/>
              <a:r>
                <a:rPr lang="ja-JP" altLang="en-US" sz="851" b="1">
                  <a:solidFill>
                    <a:schemeClr val="lt1"/>
                  </a:solidFill>
                  <a:latin typeface="Meiryo"/>
                  <a:ea typeface="Meiryo"/>
                  <a:cs typeface="Meiryo"/>
                  <a:sym typeface="Meiryo"/>
                </a:rPr>
                <a:t>機能保守</a:t>
              </a:r>
              <a:r>
                <a:rPr lang="ja-JP" altLang="en-US" sz="1023" b="1">
                  <a:solidFill>
                    <a:schemeClr val="lt1"/>
                  </a:solidFill>
                  <a:latin typeface="Meiryo"/>
                  <a:ea typeface="Meiryo"/>
                  <a:cs typeface="Meiryo"/>
                  <a:sym typeface="Meiryo"/>
                </a:rPr>
                <a:t> </a:t>
              </a:r>
              <a:r>
                <a:rPr lang="en-US" altLang="ja-JP" sz="1023" b="1" baseline="30000">
                  <a:solidFill>
                    <a:schemeClr val="lt1"/>
                  </a:solidFill>
                  <a:latin typeface="Meiryo"/>
                  <a:ea typeface="Meiryo"/>
                  <a:cs typeface="Meiryo"/>
                  <a:sym typeface="Meiryo"/>
                </a:rPr>
                <a:t>※6</a:t>
              </a:r>
              <a:endParaRPr sz="1023" b="1" baseline="30000">
                <a:solidFill>
                  <a:schemeClr val="lt1"/>
                </a:solidFill>
                <a:latin typeface="Meiryo"/>
                <a:ea typeface="Meiryo"/>
                <a:cs typeface="Meiryo"/>
                <a:sym typeface="Meiryo"/>
              </a:endParaRPr>
            </a:p>
          </p:txBody>
        </p:sp>
        <p:sp>
          <p:nvSpPr>
            <p:cNvPr id="20" name="Google Shape;959;p31">
              <a:extLst>
                <a:ext uri="{FF2B5EF4-FFF2-40B4-BE49-F238E27FC236}">
                  <a16:creationId xmlns:a16="http://schemas.microsoft.com/office/drawing/2014/main" id="{92AA2FDF-E2D8-75EB-4A1A-89BFEF23B845}"/>
                </a:ext>
              </a:extLst>
            </p:cNvPr>
            <p:cNvSpPr/>
            <p:nvPr/>
          </p:nvSpPr>
          <p:spPr>
            <a:xfrm>
              <a:off x="3006258" y="3080329"/>
              <a:ext cx="5483077" cy="465231"/>
            </a:xfrm>
            <a:prstGeom prst="roundRect">
              <a:avLst>
                <a:gd name="adj" fmla="val 0"/>
              </a:avLst>
            </a:prstGeom>
            <a:solidFill>
              <a:schemeClr val="lt1"/>
            </a:solidFill>
            <a:ln w="19050" cap="flat" cmpd="sng">
              <a:solidFill>
                <a:srgbClr val="235AC8"/>
              </a:solidFill>
              <a:prstDash val="solid"/>
              <a:round/>
              <a:headEnd type="none" w="sm" len="sm"/>
              <a:tailEnd type="none" w="sm" len="sm"/>
            </a:ln>
          </p:spPr>
          <p:txBody>
            <a:bodyPr spcFirstLastPara="1" wrap="square" lIns="84392" tIns="42185" rIns="84392" bIns="42185" anchor="ctr" anchorCtr="0">
              <a:noAutofit/>
            </a:bodyPr>
            <a:lstStyle/>
            <a:p>
              <a:pPr algn="ctr"/>
              <a:r>
                <a:rPr lang="en-US" altLang="ja-JP" sz="1023" b="1">
                  <a:solidFill>
                    <a:srgbClr val="333333"/>
                  </a:solidFill>
                  <a:latin typeface="Meiryo"/>
                  <a:ea typeface="Meiryo"/>
                  <a:cs typeface="Meiryo"/>
                  <a:sym typeface="Meiryo"/>
                </a:rPr>
                <a:t>ASP</a:t>
              </a:r>
              <a:r>
                <a:rPr lang="ja-JP" altLang="en-US" sz="1023" b="1">
                  <a:solidFill>
                    <a:srgbClr val="333333"/>
                  </a:solidFill>
                  <a:latin typeface="Meiryo"/>
                  <a:ea typeface="Meiryo"/>
                  <a:cs typeface="Meiryo"/>
                  <a:sym typeface="Meiryo"/>
                </a:rPr>
                <a:t>サービスに含む</a:t>
              </a:r>
              <a:endParaRPr sz="1662"/>
            </a:p>
          </p:txBody>
        </p:sp>
        <p:sp>
          <p:nvSpPr>
            <p:cNvPr id="22" name="Google Shape;960;p31">
              <a:extLst>
                <a:ext uri="{FF2B5EF4-FFF2-40B4-BE49-F238E27FC236}">
                  <a16:creationId xmlns:a16="http://schemas.microsoft.com/office/drawing/2014/main" id="{2FA09D2D-076A-0498-6C6F-92C1B7A8B8EB}"/>
                </a:ext>
              </a:extLst>
            </p:cNvPr>
            <p:cNvSpPr/>
            <p:nvPr/>
          </p:nvSpPr>
          <p:spPr>
            <a:xfrm>
              <a:off x="3006258" y="3589116"/>
              <a:ext cx="2708308" cy="465231"/>
            </a:xfrm>
            <a:prstGeom prst="roundRect">
              <a:avLst>
                <a:gd name="adj" fmla="val 0"/>
              </a:avLst>
            </a:prstGeom>
            <a:solidFill>
              <a:schemeClr val="lt1"/>
            </a:solidFill>
            <a:ln w="19050" cap="flat" cmpd="sng">
              <a:solidFill>
                <a:srgbClr val="235AC8"/>
              </a:solidFill>
              <a:prstDash val="solid"/>
              <a:round/>
              <a:headEnd type="none" w="sm" len="sm"/>
              <a:tailEnd type="none" w="sm" len="sm"/>
            </a:ln>
          </p:spPr>
          <p:txBody>
            <a:bodyPr spcFirstLastPara="1" wrap="square" lIns="84392" tIns="42185" rIns="84392" bIns="42185" anchor="ctr" anchorCtr="0">
              <a:noAutofit/>
            </a:bodyPr>
            <a:lstStyle/>
            <a:p>
              <a:pPr algn="ctr"/>
              <a:r>
                <a:rPr lang="ja-JP" altLang="en-US" sz="1023" b="1">
                  <a:solidFill>
                    <a:srgbClr val="333333"/>
                  </a:solidFill>
                  <a:latin typeface="Meiryo"/>
                  <a:ea typeface="Meiryo"/>
                  <a:cs typeface="Meiryo"/>
                  <a:sym typeface="Meiryo"/>
                </a:rPr>
                <a:t>瑕疵担保期間（無償）</a:t>
              </a:r>
              <a:endParaRPr sz="1662"/>
            </a:p>
          </p:txBody>
        </p:sp>
        <p:sp>
          <p:nvSpPr>
            <p:cNvPr id="30" name="Google Shape;961;p31">
              <a:extLst>
                <a:ext uri="{FF2B5EF4-FFF2-40B4-BE49-F238E27FC236}">
                  <a16:creationId xmlns:a16="http://schemas.microsoft.com/office/drawing/2014/main" id="{A8BB79E0-D1A0-6512-B71A-C57D44803221}"/>
                </a:ext>
              </a:extLst>
            </p:cNvPr>
            <p:cNvSpPr/>
            <p:nvPr/>
          </p:nvSpPr>
          <p:spPr>
            <a:xfrm>
              <a:off x="855056" y="1552543"/>
              <a:ext cx="830769" cy="1993846"/>
            </a:xfrm>
            <a:prstGeom prst="roundRect">
              <a:avLst>
                <a:gd name="adj" fmla="val 0"/>
              </a:avLst>
            </a:prstGeom>
            <a:solidFill>
              <a:srgbClr val="00A693"/>
            </a:solidFill>
            <a:ln>
              <a:noFill/>
            </a:ln>
          </p:spPr>
          <p:txBody>
            <a:bodyPr spcFirstLastPara="1" wrap="square" lIns="84392" tIns="42185" rIns="84392" bIns="42185" anchor="ctr" anchorCtr="0">
              <a:noAutofit/>
            </a:bodyPr>
            <a:lstStyle/>
            <a:p>
              <a:pPr algn="ctr"/>
              <a:r>
                <a:rPr lang="en-US" altLang="ja-JP" sz="1023" b="1">
                  <a:solidFill>
                    <a:schemeClr val="lt1"/>
                  </a:solidFill>
                  <a:latin typeface="Meiryo"/>
                  <a:ea typeface="Meiryo"/>
                  <a:cs typeface="Meiryo"/>
                  <a:sym typeface="Meiryo"/>
                </a:rPr>
                <a:t>ASP</a:t>
              </a:r>
              <a:endParaRPr sz="1023" b="1">
                <a:solidFill>
                  <a:schemeClr val="lt1"/>
                </a:solidFill>
                <a:latin typeface="Meiryo"/>
                <a:ea typeface="Meiryo"/>
                <a:cs typeface="Meiryo"/>
                <a:sym typeface="Meiryo"/>
              </a:endParaRPr>
            </a:p>
          </p:txBody>
        </p:sp>
        <p:sp>
          <p:nvSpPr>
            <p:cNvPr id="31" name="Google Shape;962;p31">
              <a:extLst>
                <a:ext uri="{FF2B5EF4-FFF2-40B4-BE49-F238E27FC236}">
                  <a16:creationId xmlns:a16="http://schemas.microsoft.com/office/drawing/2014/main" id="{48145251-B1EF-85F0-B10B-0F590EBFEBC2}"/>
                </a:ext>
              </a:extLst>
            </p:cNvPr>
            <p:cNvSpPr/>
            <p:nvPr/>
          </p:nvSpPr>
          <p:spPr>
            <a:xfrm>
              <a:off x="3006258" y="2570829"/>
              <a:ext cx="5483077" cy="465231"/>
            </a:xfrm>
            <a:prstGeom prst="roundRect">
              <a:avLst>
                <a:gd name="adj" fmla="val 0"/>
              </a:avLst>
            </a:prstGeom>
            <a:solidFill>
              <a:schemeClr val="lt1"/>
            </a:solidFill>
            <a:ln w="19050" cap="flat" cmpd="sng">
              <a:solidFill>
                <a:srgbClr val="00A693"/>
              </a:solidFill>
              <a:prstDash val="solid"/>
              <a:round/>
              <a:headEnd type="none" w="sm" len="sm"/>
              <a:tailEnd type="none" w="sm" len="sm"/>
            </a:ln>
          </p:spPr>
          <p:txBody>
            <a:bodyPr spcFirstLastPara="1" wrap="square" lIns="84392" tIns="42185" rIns="84392" bIns="42185" anchor="ctr" anchorCtr="0">
              <a:noAutofit/>
            </a:bodyPr>
            <a:lstStyle/>
            <a:p>
              <a:pPr algn="ctr"/>
              <a:r>
                <a:rPr lang="ja-JP" altLang="en-US" sz="1023" b="1">
                  <a:solidFill>
                    <a:srgbClr val="333333"/>
                  </a:solidFill>
                  <a:latin typeface="Meiryo"/>
                  <a:ea typeface="Meiryo"/>
                  <a:cs typeface="Meiryo"/>
                  <a:sym typeface="Meiryo"/>
                </a:rPr>
                <a:t>契約サイトに設置のチャットボット：</a:t>
              </a:r>
              <a:r>
                <a:rPr lang="en-US" altLang="ja-JP" sz="1023" b="1">
                  <a:solidFill>
                    <a:srgbClr val="333333"/>
                  </a:solidFill>
                  <a:latin typeface="Meiryo"/>
                  <a:ea typeface="Meiryo"/>
                  <a:cs typeface="Meiryo"/>
                  <a:sym typeface="Meiryo"/>
                </a:rPr>
                <a:t>24</a:t>
              </a:r>
              <a:r>
                <a:rPr lang="ja-JP" altLang="en-US" sz="1023" b="1">
                  <a:solidFill>
                    <a:srgbClr val="333333"/>
                  </a:solidFill>
                  <a:latin typeface="Meiryo"/>
                  <a:ea typeface="Meiryo"/>
                  <a:cs typeface="Meiryo"/>
                  <a:sym typeface="Meiryo"/>
                </a:rPr>
                <a:t>時間</a:t>
              </a:r>
              <a:r>
                <a:rPr lang="en-US" altLang="ja-JP" sz="1023" b="1">
                  <a:solidFill>
                    <a:srgbClr val="333333"/>
                  </a:solidFill>
                  <a:latin typeface="Meiryo"/>
                  <a:ea typeface="Meiryo"/>
                  <a:cs typeface="Meiryo"/>
                  <a:sym typeface="Meiryo"/>
                </a:rPr>
                <a:t>365</a:t>
              </a:r>
              <a:r>
                <a:rPr lang="ja-JP" altLang="en-US" sz="1023" b="1">
                  <a:solidFill>
                    <a:srgbClr val="333333"/>
                  </a:solidFill>
                  <a:latin typeface="Meiryo"/>
                  <a:ea typeface="Meiryo"/>
                  <a:cs typeface="Meiryo"/>
                  <a:sym typeface="Meiryo"/>
                </a:rPr>
                <a:t>日受付 </a:t>
              </a:r>
              <a:r>
                <a:rPr lang="en-US" altLang="ja-JP" sz="1023" b="1" baseline="30000">
                  <a:solidFill>
                    <a:srgbClr val="333333"/>
                  </a:solidFill>
                  <a:latin typeface="Meiryo"/>
                  <a:ea typeface="Meiryo"/>
                  <a:cs typeface="Meiryo"/>
                  <a:sym typeface="Meiryo"/>
                </a:rPr>
                <a:t>※4</a:t>
              </a:r>
              <a:endParaRPr sz="1023" b="1" baseline="30000">
                <a:solidFill>
                  <a:srgbClr val="333333"/>
                </a:solidFill>
                <a:latin typeface="Meiryo"/>
                <a:ea typeface="Meiryo"/>
                <a:cs typeface="Meiryo"/>
                <a:sym typeface="Meiryo"/>
              </a:endParaRPr>
            </a:p>
          </p:txBody>
        </p:sp>
        <p:sp>
          <p:nvSpPr>
            <p:cNvPr id="32" name="Google Shape;963;p31">
              <a:extLst>
                <a:ext uri="{FF2B5EF4-FFF2-40B4-BE49-F238E27FC236}">
                  <a16:creationId xmlns:a16="http://schemas.microsoft.com/office/drawing/2014/main" id="{CF0939C2-1AF1-42CD-8CA7-89115F8EFF7B}"/>
                </a:ext>
              </a:extLst>
            </p:cNvPr>
            <p:cNvSpPr/>
            <p:nvPr/>
          </p:nvSpPr>
          <p:spPr>
            <a:xfrm>
              <a:off x="1743349" y="2570829"/>
              <a:ext cx="1196441" cy="465231"/>
            </a:xfrm>
            <a:prstGeom prst="roundRect">
              <a:avLst>
                <a:gd name="adj" fmla="val 0"/>
              </a:avLst>
            </a:prstGeom>
            <a:solidFill>
              <a:srgbClr val="DEF3F1"/>
            </a:solidFill>
            <a:ln>
              <a:noFill/>
            </a:ln>
          </p:spPr>
          <p:txBody>
            <a:bodyPr spcFirstLastPara="1" wrap="square" lIns="84392" tIns="42185" rIns="84392" bIns="42185" anchor="ctr" anchorCtr="0">
              <a:noAutofit/>
            </a:bodyPr>
            <a:lstStyle/>
            <a:p>
              <a:pPr algn="ctr"/>
              <a:r>
                <a:rPr lang="ja-JP" altLang="en-US" sz="851" b="1">
                  <a:solidFill>
                    <a:srgbClr val="333333"/>
                  </a:solidFill>
                  <a:latin typeface="Meiryo"/>
                  <a:ea typeface="Meiryo"/>
                  <a:cs typeface="Meiryo"/>
                  <a:sym typeface="Meiryo"/>
                </a:rPr>
                <a:t>操作に関する</a:t>
              </a:r>
              <a:r>
                <a:rPr lang="en-US" altLang="ja-JP" sz="851" b="1">
                  <a:solidFill>
                    <a:srgbClr val="333333"/>
                  </a:solidFill>
                  <a:latin typeface="Meiryo"/>
                  <a:ea typeface="Meiryo"/>
                  <a:cs typeface="Meiryo"/>
                  <a:sym typeface="Meiryo"/>
                </a:rPr>
                <a:t>Q&amp;A</a:t>
              </a:r>
              <a:r>
                <a:rPr lang="ja-JP" altLang="en-US" sz="851" b="1">
                  <a:solidFill>
                    <a:srgbClr val="333333"/>
                  </a:solidFill>
                  <a:latin typeface="Meiryo"/>
                  <a:ea typeface="Meiryo"/>
                  <a:cs typeface="Meiryo"/>
                  <a:sym typeface="Meiryo"/>
                </a:rPr>
                <a:t>サポート対応</a:t>
              </a:r>
              <a:endParaRPr sz="1662"/>
            </a:p>
          </p:txBody>
        </p:sp>
        <p:sp>
          <p:nvSpPr>
            <p:cNvPr id="33" name="Google Shape;964;p31">
              <a:extLst>
                <a:ext uri="{FF2B5EF4-FFF2-40B4-BE49-F238E27FC236}">
                  <a16:creationId xmlns:a16="http://schemas.microsoft.com/office/drawing/2014/main" id="{E9DDAB30-25E0-5387-25F6-91EA79CCD64F}"/>
                </a:ext>
              </a:extLst>
            </p:cNvPr>
            <p:cNvSpPr/>
            <p:nvPr/>
          </p:nvSpPr>
          <p:spPr>
            <a:xfrm>
              <a:off x="3006258" y="1556539"/>
              <a:ext cx="5483077" cy="465231"/>
            </a:xfrm>
            <a:prstGeom prst="roundRect">
              <a:avLst>
                <a:gd name="adj" fmla="val 0"/>
              </a:avLst>
            </a:prstGeom>
            <a:solidFill>
              <a:schemeClr val="lt1"/>
            </a:solidFill>
            <a:ln w="19050" cap="flat" cmpd="sng">
              <a:solidFill>
                <a:srgbClr val="00A693"/>
              </a:solidFill>
              <a:prstDash val="solid"/>
              <a:round/>
              <a:headEnd type="none" w="sm" len="sm"/>
              <a:tailEnd type="none" w="sm" len="sm"/>
            </a:ln>
          </p:spPr>
          <p:txBody>
            <a:bodyPr spcFirstLastPara="1" wrap="square" lIns="84392" tIns="42185" rIns="84392" bIns="42185" anchor="ctr" anchorCtr="0">
              <a:noAutofit/>
            </a:bodyPr>
            <a:lstStyle/>
            <a:p>
              <a:pPr algn="ctr"/>
              <a:r>
                <a:rPr lang="en-US" altLang="ja-JP" sz="1023" b="1" dirty="0">
                  <a:solidFill>
                    <a:srgbClr val="333333"/>
                  </a:solidFill>
                  <a:latin typeface="Meiryo"/>
                  <a:ea typeface="Meiryo"/>
                  <a:cs typeface="Meiryo"/>
                  <a:sym typeface="Meiryo"/>
                </a:rPr>
                <a:t>24</a:t>
              </a:r>
              <a:r>
                <a:rPr lang="ja-JP" altLang="en-US" sz="1023" b="1" dirty="0">
                  <a:solidFill>
                    <a:srgbClr val="333333"/>
                  </a:solidFill>
                  <a:latin typeface="Meiryo"/>
                  <a:ea typeface="Meiryo"/>
                  <a:cs typeface="Meiryo"/>
                  <a:sym typeface="Meiryo"/>
                </a:rPr>
                <a:t>時間</a:t>
              </a:r>
              <a:r>
                <a:rPr lang="en-US" altLang="ja-JP" sz="1023" b="1" dirty="0">
                  <a:solidFill>
                    <a:srgbClr val="333333"/>
                  </a:solidFill>
                  <a:latin typeface="Meiryo"/>
                  <a:ea typeface="Meiryo"/>
                  <a:cs typeface="Meiryo"/>
                  <a:sym typeface="Meiryo"/>
                </a:rPr>
                <a:t>365</a:t>
              </a:r>
              <a:r>
                <a:rPr lang="ja-JP" altLang="en-US" sz="1023" b="1" dirty="0">
                  <a:solidFill>
                    <a:srgbClr val="333333"/>
                  </a:solidFill>
                  <a:latin typeface="Meiryo"/>
                  <a:ea typeface="Meiryo"/>
                  <a:cs typeface="Meiryo"/>
                  <a:sym typeface="Meiryo"/>
                </a:rPr>
                <a:t>日（</a:t>
              </a:r>
              <a:r>
                <a:rPr lang="en-US" altLang="ja-JP" sz="1023" b="1" dirty="0">
                  <a:solidFill>
                    <a:srgbClr val="333333"/>
                  </a:solidFill>
                  <a:latin typeface="Meiryo"/>
                  <a:ea typeface="Meiryo"/>
                  <a:cs typeface="Meiryo"/>
                  <a:sym typeface="Meiryo"/>
                </a:rPr>
                <a:t>ASP</a:t>
              </a:r>
              <a:r>
                <a:rPr lang="ja-JP" altLang="en-US" sz="1023" b="1" dirty="0">
                  <a:solidFill>
                    <a:srgbClr val="333333"/>
                  </a:solidFill>
                  <a:latin typeface="Meiryo"/>
                  <a:ea typeface="Meiryo"/>
                  <a:cs typeface="Meiryo"/>
                  <a:sym typeface="Meiryo"/>
                </a:rPr>
                <a:t>サービスに含む）</a:t>
              </a:r>
              <a:endParaRPr sz="1023" b="1" dirty="0">
                <a:solidFill>
                  <a:srgbClr val="333333"/>
                </a:solidFill>
                <a:latin typeface="Meiryo"/>
                <a:ea typeface="Meiryo"/>
                <a:cs typeface="Meiryo"/>
                <a:sym typeface="Meiryo"/>
              </a:endParaRPr>
            </a:p>
          </p:txBody>
        </p:sp>
        <p:sp>
          <p:nvSpPr>
            <p:cNvPr id="34" name="Google Shape;965;p31">
              <a:extLst>
                <a:ext uri="{FF2B5EF4-FFF2-40B4-BE49-F238E27FC236}">
                  <a16:creationId xmlns:a16="http://schemas.microsoft.com/office/drawing/2014/main" id="{DC4A1944-5677-0B6F-A395-FF7C433F80F2}"/>
                </a:ext>
              </a:extLst>
            </p:cNvPr>
            <p:cNvSpPr/>
            <p:nvPr/>
          </p:nvSpPr>
          <p:spPr>
            <a:xfrm>
              <a:off x="1743349" y="1552543"/>
              <a:ext cx="1196441" cy="465231"/>
            </a:xfrm>
            <a:prstGeom prst="roundRect">
              <a:avLst>
                <a:gd name="adj" fmla="val 0"/>
              </a:avLst>
            </a:prstGeom>
            <a:solidFill>
              <a:srgbClr val="DEF3F1"/>
            </a:solidFill>
            <a:ln>
              <a:noFill/>
            </a:ln>
          </p:spPr>
          <p:txBody>
            <a:bodyPr spcFirstLastPara="1" wrap="square" lIns="84392" tIns="42185" rIns="84392" bIns="42185" anchor="ctr" anchorCtr="0">
              <a:noAutofit/>
            </a:bodyPr>
            <a:lstStyle/>
            <a:p>
              <a:pPr algn="ctr"/>
              <a:r>
                <a:rPr lang="ja-JP" altLang="en-US" sz="1023" b="1">
                  <a:solidFill>
                    <a:srgbClr val="333333"/>
                  </a:solidFill>
                  <a:latin typeface="Meiryo"/>
                  <a:ea typeface="Meiryo"/>
                  <a:cs typeface="Meiryo"/>
                  <a:sym typeface="Meiryo"/>
                </a:rPr>
                <a:t>運用監視 </a:t>
              </a:r>
              <a:r>
                <a:rPr lang="en-US" altLang="ja-JP" sz="1023" b="1" baseline="30000">
                  <a:solidFill>
                    <a:srgbClr val="333333"/>
                  </a:solidFill>
                  <a:latin typeface="Meiryo"/>
                  <a:ea typeface="Meiryo"/>
                  <a:cs typeface="Meiryo"/>
                  <a:sym typeface="Meiryo"/>
                </a:rPr>
                <a:t>※1</a:t>
              </a:r>
              <a:endParaRPr sz="1023" b="1" baseline="30000">
                <a:solidFill>
                  <a:srgbClr val="333333"/>
                </a:solidFill>
                <a:latin typeface="Meiryo"/>
                <a:ea typeface="Meiryo"/>
                <a:cs typeface="Meiryo"/>
                <a:sym typeface="Meiryo"/>
              </a:endParaRPr>
            </a:p>
          </p:txBody>
        </p:sp>
        <p:sp>
          <p:nvSpPr>
            <p:cNvPr id="35" name="Google Shape;966;p31">
              <a:extLst>
                <a:ext uri="{FF2B5EF4-FFF2-40B4-BE49-F238E27FC236}">
                  <a16:creationId xmlns:a16="http://schemas.microsoft.com/office/drawing/2014/main" id="{B1637413-A233-878D-338B-843BC8C3CED9}"/>
                </a:ext>
              </a:extLst>
            </p:cNvPr>
            <p:cNvSpPr/>
            <p:nvPr/>
          </p:nvSpPr>
          <p:spPr>
            <a:xfrm>
              <a:off x="3011518" y="2065326"/>
              <a:ext cx="5483077" cy="465231"/>
            </a:xfrm>
            <a:prstGeom prst="roundRect">
              <a:avLst>
                <a:gd name="adj" fmla="val 0"/>
              </a:avLst>
            </a:prstGeom>
            <a:solidFill>
              <a:schemeClr val="lt1"/>
            </a:solidFill>
            <a:ln w="19050" cap="flat" cmpd="sng">
              <a:solidFill>
                <a:srgbClr val="00A693"/>
              </a:solidFill>
              <a:prstDash val="solid"/>
              <a:round/>
              <a:headEnd type="none" w="sm" len="sm"/>
              <a:tailEnd type="none" w="sm" len="sm"/>
            </a:ln>
          </p:spPr>
          <p:txBody>
            <a:bodyPr spcFirstLastPara="1" wrap="square" lIns="84392" tIns="42185" rIns="84392" bIns="42185" anchor="ctr" anchorCtr="0">
              <a:noAutofit/>
            </a:bodyPr>
            <a:lstStyle/>
            <a:p>
              <a:pPr algn="ctr"/>
              <a:r>
                <a:rPr lang="ja-JP" altLang="en-US" sz="1023" b="1">
                  <a:solidFill>
                    <a:srgbClr val="333333"/>
                  </a:solidFill>
                  <a:latin typeface="Meiryo"/>
                  <a:ea typeface="Meiryo"/>
                  <a:cs typeface="Meiryo"/>
                  <a:sym typeface="Meiryo"/>
                </a:rPr>
                <a:t>一次対応：</a:t>
              </a:r>
              <a:r>
                <a:rPr lang="en-US" altLang="ja-JP" sz="1023" b="1">
                  <a:solidFill>
                    <a:srgbClr val="333333"/>
                  </a:solidFill>
                  <a:latin typeface="Meiryo"/>
                  <a:ea typeface="Meiryo"/>
                  <a:cs typeface="Meiryo"/>
                  <a:sym typeface="Meiryo"/>
                </a:rPr>
                <a:t>24</a:t>
              </a:r>
              <a:r>
                <a:rPr lang="ja-JP" altLang="en-US" sz="1023" b="1">
                  <a:solidFill>
                    <a:srgbClr val="333333"/>
                  </a:solidFill>
                  <a:latin typeface="Meiryo"/>
                  <a:ea typeface="Meiryo"/>
                  <a:cs typeface="Meiryo"/>
                  <a:sym typeface="Meiryo"/>
                </a:rPr>
                <a:t>時間</a:t>
              </a:r>
              <a:r>
                <a:rPr lang="en-US" altLang="ja-JP" sz="1023" b="1">
                  <a:solidFill>
                    <a:srgbClr val="333333"/>
                  </a:solidFill>
                  <a:latin typeface="Meiryo"/>
                  <a:ea typeface="Meiryo"/>
                  <a:cs typeface="Meiryo"/>
                  <a:sym typeface="Meiryo"/>
                </a:rPr>
                <a:t>365</a:t>
              </a:r>
              <a:r>
                <a:rPr lang="ja-JP" altLang="en-US" sz="1023" b="1">
                  <a:solidFill>
                    <a:srgbClr val="333333"/>
                  </a:solidFill>
                  <a:latin typeface="Meiryo"/>
                  <a:ea typeface="Meiryo"/>
                  <a:cs typeface="Meiryo"/>
                  <a:sym typeface="Meiryo"/>
                </a:rPr>
                <a:t>日（</a:t>
              </a:r>
              <a:r>
                <a:rPr lang="en-US" altLang="ja-JP" sz="1023" b="1">
                  <a:solidFill>
                    <a:srgbClr val="333333"/>
                  </a:solidFill>
                  <a:latin typeface="Meiryo"/>
                  <a:ea typeface="Meiryo"/>
                  <a:cs typeface="Meiryo"/>
                  <a:sym typeface="Meiryo"/>
                </a:rPr>
                <a:t>ASP</a:t>
              </a:r>
              <a:r>
                <a:rPr lang="ja-JP" altLang="en-US" sz="1023" b="1">
                  <a:solidFill>
                    <a:srgbClr val="333333"/>
                  </a:solidFill>
                  <a:latin typeface="Meiryo"/>
                  <a:ea typeface="Meiryo"/>
                  <a:cs typeface="Meiryo"/>
                  <a:sym typeface="Meiryo"/>
                </a:rPr>
                <a:t>サービスに含む）</a:t>
              </a:r>
              <a:endParaRPr sz="1023" b="1">
                <a:solidFill>
                  <a:srgbClr val="333333"/>
                </a:solidFill>
                <a:latin typeface="Meiryo"/>
                <a:ea typeface="Meiryo"/>
                <a:cs typeface="Meiryo"/>
                <a:sym typeface="Meiryo"/>
              </a:endParaRPr>
            </a:p>
            <a:p>
              <a:pPr algn="ctr"/>
              <a:r>
                <a:rPr lang="ja-JP" altLang="en-US" sz="1023" b="1">
                  <a:solidFill>
                    <a:srgbClr val="333333"/>
                  </a:solidFill>
                  <a:latin typeface="Meiryo"/>
                  <a:ea typeface="Meiryo"/>
                  <a:cs typeface="Meiryo"/>
                  <a:sym typeface="Meiryo"/>
                </a:rPr>
                <a:t>二次対応：弊社営業時間内（</a:t>
              </a:r>
              <a:r>
                <a:rPr lang="en-US" altLang="ja-JP" sz="1023" b="1">
                  <a:solidFill>
                    <a:srgbClr val="333333"/>
                  </a:solidFill>
                  <a:latin typeface="Meiryo"/>
                  <a:ea typeface="Meiryo"/>
                  <a:cs typeface="Meiryo"/>
                  <a:sym typeface="Meiryo"/>
                </a:rPr>
                <a:t>ASP</a:t>
              </a:r>
              <a:r>
                <a:rPr lang="ja-JP" altLang="en-US" sz="1023" b="1">
                  <a:solidFill>
                    <a:srgbClr val="333333"/>
                  </a:solidFill>
                  <a:latin typeface="Meiryo"/>
                  <a:ea typeface="Meiryo"/>
                  <a:cs typeface="Meiryo"/>
                  <a:sym typeface="Meiryo"/>
                </a:rPr>
                <a:t>サービスに含む）</a:t>
              </a:r>
              <a:r>
                <a:rPr lang="en-US" altLang="ja-JP" sz="1023" b="1" baseline="30000">
                  <a:solidFill>
                    <a:srgbClr val="333333"/>
                  </a:solidFill>
                  <a:latin typeface="Meiryo"/>
                  <a:ea typeface="Meiryo"/>
                  <a:cs typeface="Meiryo"/>
                  <a:sym typeface="Meiryo"/>
                </a:rPr>
                <a:t>※2※3</a:t>
              </a:r>
              <a:endParaRPr sz="1662"/>
            </a:p>
          </p:txBody>
        </p:sp>
        <p:sp>
          <p:nvSpPr>
            <p:cNvPr id="36" name="Google Shape;967;p31">
              <a:extLst>
                <a:ext uri="{FF2B5EF4-FFF2-40B4-BE49-F238E27FC236}">
                  <a16:creationId xmlns:a16="http://schemas.microsoft.com/office/drawing/2014/main" id="{F482CC3B-544E-E588-107C-C2D63128FD58}"/>
                </a:ext>
              </a:extLst>
            </p:cNvPr>
            <p:cNvSpPr/>
            <p:nvPr/>
          </p:nvSpPr>
          <p:spPr>
            <a:xfrm>
              <a:off x="1743349" y="2061686"/>
              <a:ext cx="1196441" cy="465231"/>
            </a:xfrm>
            <a:prstGeom prst="roundRect">
              <a:avLst>
                <a:gd name="adj" fmla="val 0"/>
              </a:avLst>
            </a:prstGeom>
            <a:solidFill>
              <a:srgbClr val="DEF3F1"/>
            </a:solidFill>
            <a:ln>
              <a:noFill/>
            </a:ln>
          </p:spPr>
          <p:txBody>
            <a:bodyPr spcFirstLastPara="1" wrap="square" lIns="84392" tIns="42185" rIns="84392" bIns="42185" anchor="ctr" anchorCtr="0">
              <a:noAutofit/>
            </a:bodyPr>
            <a:lstStyle/>
            <a:p>
              <a:pPr algn="ctr"/>
              <a:r>
                <a:rPr lang="ja-JP" altLang="en-US" sz="851" b="1">
                  <a:solidFill>
                    <a:srgbClr val="333333"/>
                  </a:solidFill>
                  <a:latin typeface="Meiryo"/>
                  <a:ea typeface="Meiryo"/>
                  <a:cs typeface="Meiryo"/>
                  <a:sym typeface="Meiryo"/>
                </a:rPr>
                <a:t>システム異常時の対応</a:t>
              </a:r>
              <a:endParaRPr sz="1662"/>
            </a:p>
          </p:txBody>
        </p:sp>
        <p:sp>
          <p:nvSpPr>
            <p:cNvPr id="37" name="Google Shape;968;p31">
              <a:extLst>
                <a:ext uri="{FF2B5EF4-FFF2-40B4-BE49-F238E27FC236}">
                  <a16:creationId xmlns:a16="http://schemas.microsoft.com/office/drawing/2014/main" id="{FFCFBF6A-85A8-63F8-CABB-19AF18CA3E5D}"/>
                </a:ext>
              </a:extLst>
            </p:cNvPr>
            <p:cNvSpPr/>
            <p:nvPr/>
          </p:nvSpPr>
          <p:spPr>
            <a:xfrm>
              <a:off x="1743349" y="4103109"/>
              <a:ext cx="1196441" cy="465231"/>
            </a:xfrm>
            <a:prstGeom prst="roundRect">
              <a:avLst>
                <a:gd name="adj" fmla="val 0"/>
              </a:avLst>
            </a:prstGeom>
            <a:solidFill>
              <a:srgbClr val="235AC8"/>
            </a:solidFill>
            <a:ln>
              <a:noFill/>
            </a:ln>
          </p:spPr>
          <p:txBody>
            <a:bodyPr spcFirstLastPara="1" wrap="square" lIns="84392" tIns="42185" rIns="84392" bIns="42185" anchor="ctr" anchorCtr="0">
              <a:noAutofit/>
            </a:bodyPr>
            <a:lstStyle/>
            <a:p>
              <a:pPr algn="ctr"/>
              <a:r>
                <a:rPr lang="ja-JP" altLang="en-US" sz="851" b="1">
                  <a:solidFill>
                    <a:schemeClr val="lt1"/>
                  </a:solidFill>
                  <a:latin typeface="Meiryo"/>
                  <a:ea typeface="Meiryo"/>
                  <a:cs typeface="Meiryo"/>
                  <a:sym typeface="Meiryo"/>
                </a:rPr>
                <a:t>保守を含む</a:t>
              </a:r>
              <a:endParaRPr sz="851" b="1">
                <a:solidFill>
                  <a:schemeClr val="lt1"/>
                </a:solidFill>
                <a:latin typeface="Meiryo"/>
                <a:ea typeface="Meiryo"/>
                <a:cs typeface="Meiryo"/>
                <a:sym typeface="Meiryo"/>
              </a:endParaRPr>
            </a:p>
            <a:p>
              <a:pPr algn="ctr">
                <a:spcBef>
                  <a:spcPts val="511"/>
                </a:spcBef>
              </a:pPr>
              <a:r>
                <a:rPr lang="ja-JP" altLang="en-US" sz="851" b="1">
                  <a:solidFill>
                    <a:schemeClr val="lt1"/>
                  </a:solidFill>
                  <a:latin typeface="Meiryo"/>
                  <a:ea typeface="Meiryo"/>
                  <a:cs typeface="Meiryo"/>
                  <a:sym typeface="Meiryo"/>
                </a:rPr>
                <a:t>付帯作業 </a:t>
              </a:r>
              <a:r>
                <a:rPr lang="en-US" altLang="ja-JP" sz="1023" b="1" baseline="30000">
                  <a:solidFill>
                    <a:schemeClr val="lt1"/>
                  </a:solidFill>
                  <a:latin typeface="Meiryo"/>
                  <a:ea typeface="Meiryo"/>
                  <a:cs typeface="Meiryo"/>
                  <a:sym typeface="Meiryo"/>
                </a:rPr>
                <a:t>※7</a:t>
              </a:r>
              <a:endParaRPr sz="851" b="1">
                <a:solidFill>
                  <a:schemeClr val="lt1"/>
                </a:solidFill>
                <a:latin typeface="Meiryo"/>
                <a:ea typeface="Meiryo"/>
                <a:cs typeface="Meiryo"/>
                <a:sym typeface="Meiryo"/>
              </a:endParaRPr>
            </a:p>
          </p:txBody>
        </p:sp>
        <p:sp>
          <p:nvSpPr>
            <p:cNvPr id="38" name="Google Shape;969;p31">
              <a:extLst>
                <a:ext uri="{FF2B5EF4-FFF2-40B4-BE49-F238E27FC236}">
                  <a16:creationId xmlns:a16="http://schemas.microsoft.com/office/drawing/2014/main" id="{5ADBDCB7-7857-C4F3-EDC1-770B7B3FEF49}"/>
                </a:ext>
              </a:extLst>
            </p:cNvPr>
            <p:cNvSpPr/>
            <p:nvPr/>
          </p:nvSpPr>
          <p:spPr>
            <a:xfrm>
              <a:off x="3006232" y="4103109"/>
              <a:ext cx="5483077" cy="465231"/>
            </a:xfrm>
            <a:prstGeom prst="roundRect">
              <a:avLst>
                <a:gd name="adj" fmla="val 0"/>
              </a:avLst>
            </a:prstGeom>
            <a:solidFill>
              <a:schemeClr val="lt1"/>
            </a:solidFill>
            <a:ln w="19050" cap="flat" cmpd="sng">
              <a:solidFill>
                <a:srgbClr val="235AC8"/>
              </a:solidFill>
              <a:prstDash val="solid"/>
              <a:round/>
              <a:headEnd type="none" w="sm" len="sm"/>
              <a:tailEnd type="none" w="sm" len="sm"/>
            </a:ln>
          </p:spPr>
          <p:txBody>
            <a:bodyPr spcFirstLastPara="1" wrap="square" lIns="84392" tIns="42185" rIns="84392" bIns="42185" anchor="ctr" anchorCtr="0">
              <a:noAutofit/>
            </a:bodyPr>
            <a:lstStyle/>
            <a:p>
              <a:pPr algn="ctr"/>
              <a:r>
                <a:rPr lang="ja-JP" altLang="en-US" sz="1023" b="1">
                  <a:solidFill>
                    <a:srgbClr val="333333"/>
                  </a:solidFill>
                  <a:latin typeface="Meiryo"/>
                  <a:ea typeface="Meiryo"/>
                  <a:cs typeface="Meiryo"/>
                  <a:sym typeface="Meiryo"/>
                </a:rPr>
                <a:t>チケット制によるサポート（有償）</a:t>
              </a:r>
              <a:r>
                <a:rPr lang="en-US" altLang="ja-JP" sz="1023" b="1" baseline="30000">
                  <a:solidFill>
                    <a:srgbClr val="333333"/>
                  </a:solidFill>
                  <a:latin typeface="Meiryo"/>
                  <a:ea typeface="Meiryo"/>
                  <a:cs typeface="Meiryo"/>
                  <a:sym typeface="Meiryo"/>
                </a:rPr>
                <a:t>※8</a:t>
              </a:r>
              <a:endParaRPr sz="1023" b="1" baseline="30000">
                <a:solidFill>
                  <a:srgbClr val="333333"/>
                </a:solidFill>
                <a:latin typeface="Meiryo"/>
                <a:ea typeface="Meiryo"/>
                <a:cs typeface="Meiryo"/>
                <a:sym typeface="Meiryo"/>
              </a:endParaRPr>
            </a:p>
          </p:txBody>
        </p:sp>
        <p:sp>
          <p:nvSpPr>
            <p:cNvPr id="39" name="Google Shape;970;p31">
              <a:extLst>
                <a:ext uri="{FF2B5EF4-FFF2-40B4-BE49-F238E27FC236}">
                  <a16:creationId xmlns:a16="http://schemas.microsoft.com/office/drawing/2014/main" id="{A137EBA3-5F41-33AE-4524-47787E4E8DD3}"/>
                </a:ext>
              </a:extLst>
            </p:cNvPr>
            <p:cNvSpPr/>
            <p:nvPr/>
          </p:nvSpPr>
          <p:spPr>
            <a:xfrm>
              <a:off x="5782277" y="3591719"/>
              <a:ext cx="2708308" cy="465231"/>
            </a:xfrm>
            <a:prstGeom prst="roundRect">
              <a:avLst>
                <a:gd name="adj" fmla="val 0"/>
              </a:avLst>
            </a:prstGeom>
            <a:solidFill>
              <a:schemeClr val="lt1"/>
            </a:solidFill>
            <a:ln w="19050" cap="flat" cmpd="sng">
              <a:solidFill>
                <a:srgbClr val="235AC8"/>
              </a:solidFill>
              <a:prstDash val="solid"/>
              <a:round/>
              <a:headEnd type="none" w="sm" len="sm"/>
              <a:tailEnd type="none" w="sm" len="sm"/>
            </a:ln>
          </p:spPr>
          <p:txBody>
            <a:bodyPr spcFirstLastPara="1" wrap="square" lIns="84392" tIns="42185" rIns="84392" bIns="42185" anchor="ctr" anchorCtr="0">
              <a:noAutofit/>
            </a:bodyPr>
            <a:lstStyle/>
            <a:p>
              <a:pPr algn="ctr"/>
              <a:r>
                <a:rPr lang="ja-JP" altLang="en-US" sz="1023" b="1">
                  <a:solidFill>
                    <a:srgbClr val="333333"/>
                  </a:solidFill>
                  <a:latin typeface="Meiryo"/>
                  <a:ea typeface="Meiryo"/>
                  <a:cs typeface="Meiryo"/>
                  <a:sym typeface="Meiryo"/>
                </a:rPr>
                <a:t>チケット制によるサポート（有償）</a:t>
              </a:r>
              <a:r>
                <a:rPr lang="ja-JP" altLang="en-US" sz="1023" b="1" baseline="30000">
                  <a:solidFill>
                    <a:srgbClr val="333333"/>
                  </a:solidFill>
                  <a:latin typeface="Meiryo"/>
                  <a:ea typeface="Meiryo"/>
                  <a:cs typeface="Meiryo"/>
                  <a:sym typeface="Meiryo"/>
                </a:rPr>
                <a:t> </a:t>
              </a:r>
              <a:r>
                <a:rPr lang="en-US" altLang="ja-JP" sz="1023" b="1" baseline="30000">
                  <a:solidFill>
                    <a:srgbClr val="333333"/>
                  </a:solidFill>
                  <a:latin typeface="Meiryo"/>
                  <a:ea typeface="Meiryo"/>
                  <a:cs typeface="Meiryo"/>
                  <a:sym typeface="Meiryo"/>
                </a:rPr>
                <a:t>※8</a:t>
              </a:r>
              <a:endParaRPr sz="1023" b="1">
                <a:solidFill>
                  <a:srgbClr val="333333"/>
                </a:solidFill>
                <a:latin typeface="Meiryo"/>
                <a:ea typeface="Meiryo"/>
                <a:cs typeface="Meiryo"/>
                <a:sym typeface="Meiryo"/>
              </a:endParaRPr>
            </a:p>
          </p:txBody>
        </p:sp>
        <p:sp>
          <p:nvSpPr>
            <p:cNvPr id="40" name="Google Shape;971;p31">
              <a:extLst>
                <a:ext uri="{FF2B5EF4-FFF2-40B4-BE49-F238E27FC236}">
                  <a16:creationId xmlns:a16="http://schemas.microsoft.com/office/drawing/2014/main" id="{59761D31-437F-ED6B-B77D-43A14210C7DA}"/>
                </a:ext>
              </a:extLst>
            </p:cNvPr>
            <p:cNvSpPr/>
            <p:nvPr/>
          </p:nvSpPr>
          <p:spPr>
            <a:xfrm>
              <a:off x="859248" y="3589116"/>
              <a:ext cx="830769" cy="979225"/>
            </a:xfrm>
            <a:prstGeom prst="roundRect">
              <a:avLst>
                <a:gd name="adj" fmla="val 0"/>
              </a:avLst>
            </a:prstGeom>
            <a:solidFill>
              <a:srgbClr val="00A693"/>
            </a:solidFill>
            <a:ln>
              <a:noFill/>
            </a:ln>
          </p:spPr>
          <p:txBody>
            <a:bodyPr spcFirstLastPara="1" wrap="square" lIns="84392" tIns="42185" rIns="84392" bIns="42185" anchor="ctr" anchorCtr="0">
              <a:noAutofit/>
            </a:bodyPr>
            <a:lstStyle/>
            <a:p>
              <a:pPr algn="ctr"/>
              <a:r>
                <a:rPr lang="ja-JP" altLang="en-US" sz="1023" b="1">
                  <a:solidFill>
                    <a:schemeClr val="lt1"/>
                  </a:solidFill>
                  <a:latin typeface="Meiryo"/>
                  <a:ea typeface="Meiryo"/>
                  <a:cs typeface="Meiryo"/>
                  <a:sym typeface="Meiryo"/>
                </a:rPr>
                <a:t>サポート対応</a:t>
              </a:r>
              <a:endParaRPr sz="1662"/>
            </a:p>
          </p:txBody>
        </p:sp>
      </p:grpSp>
    </p:spTree>
    <p:extLst>
      <p:ext uri="{BB962C8B-B14F-4D97-AF65-F5344CB8AC3E}">
        <p14:creationId xmlns:p14="http://schemas.microsoft.com/office/powerpoint/2010/main" val="190929704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00" name="タイトル 1"/>
          <p:cNvSpPr>
            <a:spLocks noGrp="1" noChangeArrowheads="1"/>
          </p:cNvSpPr>
          <p:nvPr>
            <p:ph type="title" idx="4294967295"/>
          </p:nvPr>
        </p:nvSpPr>
        <p:spPr bwMode="auto">
          <a:xfrm>
            <a:off x="763588" y="180956"/>
            <a:ext cx="6537325" cy="533400"/>
          </a:xfrm>
          <a:prstGeom prst="rect">
            <a:avLst/>
          </a:prstGeom>
          <a:noFill/>
          <a:ln>
            <a:miter lim="800000"/>
            <a:headEnd/>
            <a:tailEnd/>
          </a:ln>
        </p:spPr>
        <p:txBody>
          <a:bodyPr>
            <a:normAutofit/>
          </a:bodyPr>
          <a:lstStyle/>
          <a:p>
            <a:pPr algn="l" eaLnBrk="1" hangingPunct="1"/>
            <a:r>
              <a:rPr lang="en-US" altLang="ja-JP" sz="2800" dirty="0">
                <a:latin typeface="メイリオ" panose="020B0604030504040204" pitchFamily="50" charset="-128"/>
                <a:ea typeface="メイリオ" panose="020B0604030504040204" pitchFamily="50" charset="-128"/>
              </a:rPr>
              <a:t>3.全体俯瞰</a:t>
            </a:r>
          </a:p>
        </p:txBody>
      </p:sp>
      <p:sp>
        <p:nvSpPr>
          <p:cNvPr id="227" name="テキスト ボックス 226"/>
          <p:cNvSpPr txBox="1"/>
          <p:nvPr/>
        </p:nvSpPr>
        <p:spPr>
          <a:xfrm>
            <a:off x="428596" y="785795"/>
            <a:ext cx="8463884" cy="307777"/>
          </a:xfrm>
          <a:prstGeom prst="rect">
            <a:avLst/>
          </a:prstGeom>
          <a:noFill/>
        </p:spPr>
        <p:txBody>
          <a:bodyPr wrap="square" rtlCol="0">
            <a:spAutoFit/>
          </a:bodyPr>
          <a:lstStyle/>
          <a:p>
            <a:r>
              <a:rPr lang="ja-JP" altLang="en-US" sz="1400" dirty="0">
                <a:latin typeface="メイリオ"/>
                <a:ea typeface="メイリオ"/>
                <a:cs typeface="メイリオ"/>
              </a:rPr>
              <a:t>非機能要件項目を以下に示します。本書では、</a:t>
            </a:r>
            <a:r>
              <a:rPr lang="ja-JP" altLang="en-US" sz="1400" dirty="0">
                <a:solidFill>
                  <a:srgbClr val="FF0000"/>
                </a:solidFill>
                <a:latin typeface="メイリオ"/>
                <a:ea typeface="メイリオ"/>
                <a:cs typeface="メイリオ"/>
              </a:rPr>
              <a:t>赤字箇所</a:t>
            </a:r>
            <a:r>
              <a:rPr lang="ja-JP" altLang="en-US" sz="1400" dirty="0">
                <a:latin typeface="メイリオ"/>
                <a:ea typeface="メイリオ"/>
                <a:cs typeface="メイリオ"/>
              </a:rPr>
              <a:t>を対象とした対応内容を記載します。</a:t>
            </a:r>
            <a:endParaRPr lang="en-US" altLang="ja-JP" sz="1400" dirty="0">
              <a:latin typeface="メイリオ"/>
              <a:ea typeface="メイリオ"/>
              <a:cs typeface="メイリオ"/>
            </a:endParaRPr>
          </a:p>
        </p:txBody>
      </p:sp>
      <p:graphicFrame>
        <p:nvGraphicFramePr>
          <p:cNvPr id="11" name="表 10"/>
          <p:cNvGraphicFramePr>
            <a:graphicFrameLocks noGrp="1"/>
          </p:cNvGraphicFramePr>
          <p:nvPr>
            <p:extLst>
              <p:ext uri="{D42A27DB-BD31-4B8C-83A1-F6EECF244321}">
                <p14:modId xmlns:p14="http://schemas.microsoft.com/office/powerpoint/2010/main" val="662251736"/>
              </p:ext>
            </p:extLst>
          </p:nvPr>
        </p:nvGraphicFramePr>
        <p:xfrm>
          <a:off x="611560" y="1268760"/>
          <a:ext cx="7992888" cy="4942840"/>
        </p:xfrm>
        <a:graphic>
          <a:graphicData uri="http://schemas.openxmlformats.org/drawingml/2006/table">
            <a:tbl>
              <a:tblPr firstRow="1" bandRow="1">
                <a:tableStyleId>{5C22544A-7EE6-4342-B048-85BDC9FD1C3A}</a:tableStyleId>
              </a:tblPr>
              <a:tblGrid>
                <a:gridCol w="1512168">
                  <a:extLst>
                    <a:ext uri="{9D8B030D-6E8A-4147-A177-3AD203B41FA5}">
                      <a16:colId xmlns:a16="http://schemas.microsoft.com/office/drawing/2014/main" val="20000"/>
                    </a:ext>
                  </a:extLst>
                </a:gridCol>
                <a:gridCol w="1944216">
                  <a:extLst>
                    <a:ext uri="{9D8B030D-6E8A-4147-A177-3AD203B41FA5}">
                      <a16:colId xmlns:a16="http://schemas.microsoft.com/office/drawing/2014/main" val="20001"/>
                    </a:ext>
                  </a:extLst>
                </a:gridCol>
                <a:gridCol w="2538282">
                  <a:extLst>
                    <a:ext uri="{9D8B030D-6E8A-4147-A177-3AD203B41FA5}">
                      <a16:colId xmlns:a16="http://schemas.microsoft.com/office/drawing/2014/main" val="20002"/>
                    </a:ext>
                  </a:extLst>
                </a:gridCol>
                <a:gridCol w="1998222">
                  <a:extLst>
                    <a:ext uri="{9D8B030D-6E8A-4147-A177-3AD203B41FA5}">
                      <a16:colId xmlns:a16="http://schemas.microsoft.com/office/drawing/2014/main" val="20003"/>
                    </a:ext>
                  </a:extLst>
                </a:gridCol>
              </a:tblGrid>
              <a:tr h="370840">
                <a:tc>
                  <a:txBody>
                    <a:bodyPr/>
                    <a:lstStyle/>
                    <a:p>
                      <a:r>
                        <a:rPr kumimoji="1" lang="ja-JP" altLang="en-US" sz="1050" dirty="0">
                          <a:latin typeface="メイリオ" panose="020B0604030504040204" pitchFamily="50" charset="-128"/>
                          <a:ea typeface="メイリオ" panose="020B0604030504040204" pitchFamily="50" charset="-128"/>
                        </a:rPr>
                        <a:t>非機能要件</a:t>
                      </a:r>
                    </a:p>
                  </a:txBody>
                  <a:tcPr/>
                </a:tc>
                <a:tc>
                  <a:txBody>
                    <a:bodyPr/>
                    <a:lstStyle/>
                    <a:p>
                      <a:r>
                        <a:rPr kumimoji="1" lang="ja-JP" altLang="en-US" sz="1050" dirty="0">
                          <a:latin typeface="メイリオ" panose="020B0604030504040204" pitchFamily="50" charset="-128"/>
                          <a:ea typeface="メイリオ" panose="020B0604030504040204" pitchFamily="50" charset="-128"/>
                        </a:rPr>
                        <a:t>内容</a:t>
                      </a:r>
                    </a:p>
                  </a:txBody>
                  <a:tcPr/>
                </a:tc>
                <a:tc>
                  <a:txBody>
                    <a:bodyPr/>
                    <a:lstStyle/>
                    <a:p>
                      <a:r>
                        <a:rPr kumimoji="1" lang="ja-JP" altLang="en-US" sz="1050" dirty="0">
                          <a:latin typeface="メイリオ" panose="020B0604030504040204" pitchFamily="50" charset="-128"/>
                          <a:ea typeface="メイリオ" panose="020B0604030504040204" pitchFamily="50" charset="-128"/>
                        </a:rPr>
                        <a:t>詳細</a:t>
                      </a:r>
                    </a:p>
                  </a:txBody>
                  <a:tcPr/>
                </a:tc>
                <a:tc>
                  <a:txBody>
                    <a:bodyPr/>
                    <a:lstStyle/>
                    <a:p>
                      <a:r>
                        <a:rPr kumimoji="1" lang="ja-JP" altLang="en-US" sz="1050" dirty="0">
                          <a:latin typeface="メイリオ" panose="020B0604030504040204" pitchFamily="50" charset="-128"/>
                          <a:ea typeface="メイリオ" panose="020B0604030504040204" pitchFamily="50" charset="-128"/>
                        </a:rPr>
                        <a:t>備考</a:t>
                      </a:r>
                    </a:p>
                  </a:txBody>
                  <a:tcPr/>
                </a:tc>
                <a:extLst>
                  <a:ext uri="{0D108BD9-81ED-4DB2-BD59-A6C34878D82A}">
                    <a16:rowId xmlns:a16="http://schemas.microsoft.com/office/drawing/2014/main" val="10000"/>
                  </a:ext>
                </a:extLst>
              </a:tr>
              <a:tr h="370840">
                <a:tc>
                  <a:txBody>
                    <a:bodyPr/>
                    <a:lstStyle/>
                    <a:p>
                      <a:r>
                        <a:rPr kumimoji="1" lang="ja-JP" altLang="en-US" sz="1050" dirty="0">
                          <a:latin typeface="メイリオ" panose="020B0604030504040204" pitchFamily="50" charset="-128"/>
                          <a:ea typeface="メイリオ" panose="020B0604030504040204" pitchFamily="50" charset="-128"/>
                        </a:rPr>
                        <a:t>システム運用要件</a:t>
                      </a:r>
                    </a:p>
                  </a:txBody>
                  <a:tcPr/>
                </a:tc>
                <a:tc>
                  <a:txBody>
                    <a:bodyPr/>
                    <a:lstStyle/>
                    <a:p>
                      <a:r>
                        <a:rPr kumimoji="1" lang="ja-JP" altLang="en-US" sz="1050" dirty="0">
                          <a:latin typeface="メイリオ" panose="020B0604030504040204" pitchFamily="50" charset="-128"/>
                          <a:ea typeface="メイリオ" panose="020B0604030504040204" pitchFamily="50" charset="-128"/>
                        </a:rPr>
                        <a:t>システム運用管理</a:t>
                      </a:r>
                      <a:endParaRPr kumimoji="1" lang="en-US" altLang="ja-JP" sz="1050" dirty="0">
                        <a:latin typeface="メイリオ" panose="020B0604030504040204" pitchFamily="50" charset="-128"/>
                        <a:ea typeface="メイリオ" panose="020B0604030504040204" pitchFamily="50" charset="-128"/>
                      </a:endParaRPr>
                    </a:p>
                    <a:p>
                      <a:r>
                        <a:rPr kumimoji="1" lang="ja-JP" altLang="en-US" sz="1050" dirty="0">
                          <a:latin typeface="メイリオ" panose="020B0604030504040204" pitchFamily="50" charset="-128"/>
                          <a:ea typeface="メイリオ" panose="020B0604030504040204" pitchFamily="50" charset="-128"/>
                        </a:rPr>
                        <a:t>・アプリケーション運用</a:t>
                      </a:r>
                      <a:endParaRPr kumimoji="1" lang="en-US" altLang="ja-JP" sz="1050" dirty="0">
                        <a:latin typeface="メイリオ" panose="020B0604030504040204" pitchFamily="50" charset="-128"/>
                        <a:ea typeface="メイリオ" panose="020B0604030504040204" pitchFamily="50" charset="-128"/>
                      </a:endParaRPr>
                    </a:p>
                    <a:p>
                      <a:r>
                        <a:rPr kumimoji="1" lang="ja-JP" altLang="en-US" sz="1050" dirty="0">
                          <a:latin typeface="メイリオ" panose="020B0604030504040204" pitchFamily="50" charset="-128"/>
                          <a:ea typeface="メイリオ" panose="020B0604030504040204" pitchFamily="50" charset="-128"/>
                        </a:rPr>
                        <a:t>・ハードウェア運用</a:t>
                      </a:r>
                      <a:endParaRPr kumimoji="1" lang="en-US" altLang="ja-JP" sz="1050" dirty="0">
                        <a:latin typeface="メイリオ" panose="020B0604030504040204" pitchFamily="50" charset="-128"/>
                        <a:ea typeface="メイリオ" panose="020B0604030504040204" pitchFamily="50" charset="-128"/>
                      </a:endParaRPr>
                    </a:p>
                    <a:p>
                      <a:r>
                        <a:rPr kumimoji="1" lang="ja-JP" altLang="en-US" sz="1050" dirty="0">
                          <a:latin typeface="メイリオ" panose="020B0604030504040204" pitchFamily="50" charset="-128"/>
                          <a:ea typeface="メイリオ" panose="020B0604030504040204" pitchFamily="50" charset="-128"/>
                        </a:rPr>
                        <a:t>・ミドルウェア運用</a:t>
                      </a:r>
                      <a:endParaRPr kumimoji="1" lang="en-US" altLang="ja-JP" sz="1050" dirty="0">
                        <a:latin typeface="メイリオ" panose="020B0604030504040204" pitchFamily="50" charset="-128"/>
                        <a:ea typeface="メイリオ" panose="020B0604030504040204" pitchFamily="50" charset="-128"/>
                      </a:endParaRPr>
                    </a:p>
                    <a:p>
                      <a:r>
                        <a:rPr kumimoji="1" lang="ja-JP" altLang="en-US" sz="1050" dirty="0">
                          <a:solidFill>
                            <a:srgbClr val="FF0000"/>
                          </a:solidFill>
                          <a:latin typeface="メイリオ" panose="020B0604030504040204" pitchFamily="50" charset="-128"/>
                          <a:ea typeface="メイリオ" panose="020B0604030504040204" pitchFamily="50" charset="-128"/>
                        </a:rPr>
                        <a:t>監視</a:t>
                      </a:r>
                      <a:endParaRPr kumimoji="1" lang="en-US" altLang="ja-JP" sz="1050" dirty="0">
                        <a:solidFill>
                          <a:srgbClr val="FF0000"/>
                        </a:solidFill>
                        <a:latin typeface="メイリオ" panose="020B0604030504040204" pitchFamily="50" charset="-128"/>
                        <a:ea typeface="メイリオ" panose="020B0604030504040204" pitchFamily="50" charset="-128"/>
                      </a:endParaRPr>
                    </a:p>
                  </a:txBody>
                  <a:tcPr/>
                </a:tc>
                <a:tc>
                  <a:txBody>
                    <a:bodyPr/>
                    <a:lstStyle/>
                    <a:p>
                      <a:r>
                        <a:rPr kumimoji="1" lang="ja-JP" altLang="en-US" sz="1050" dirty="0">
                          <a:latin typeface="メイリオ" panose="020B0604030504040204" pitchFamily="50" charset="-128"/>
                          <a:ea typeface="メイリオ" panose="020B0604030504040204" pitchFamily="50" charset="-128"/>
                        </a:rPr>
                        <a:t>システムを円滑に管理・運営する為の要件を定める</a:t>
                      </a:r>
                    </a:p>
                  </a:txBody>
                  <a:tcPr/>
                </a:tc>
                <a:tc>
                  <a:txBody>
                    <a:bodyPr/>
                    <a:lstStyle/>
                    <a:p>
                      <a:r>
                        <a:rPr kumimoji="1" lang="en-US" altLang="ja-JP" sz="1050" dirty="0">
                          <a:latin typeface="メイリオ" panose="020B0604030504040204" pitchFamily="50" charset="-128"/>
                          <a:ea typeface="メイリオ" panose="020B0604030504040204" pitchFamily="50" charset="-128"/>
                        </a:rPr>
                        <a:t>5.に記載</a:t>
                      </a:r>
                    </a:p>
                  </a:txBody>
                  <a:tcPr/>
                </a:tc>
                <a:extLst>
                  <a:ext uri="{0D108BD9-81ED-4DB2-BD59-A6C34878D82A}">
                    <a16:rowId xmlns:a16="http://schemas.microsoft.com/office/drawing/2014/main" val="10001"/>
                  </a:ext>
                </a:extLst>
              </a:tr>
              <a:tr h="370840">
                <a:tc>
                  <a:txBody>
                    <a:bodyPr/>
                    <a:lstStyle/>
                    <a:p>
                      <a:r>
                        <a:rPr kumimoji="1" lang="ja-JP" altLang="en-US" sz="1050" dirty="0">
                          <a:latin typeface="メイリオ" panose="020B0604030504040204" pitchFamily="50" charset="-128"/>
                          <a:ea typeface="メイリオ" panose="020B0604030504040204" pitchFamily="50" charset="-128"/>
                        </a:rPr>
                        <a:t>保守要件</a:t>
                      </a:r>
                    </a:p>
                  </a:txBody>
                  <a:tcPr/>
                </a:tc>
                <a:tc>
                  <a:txBody>
                    <a:bodyPr/>
                    <a:lstStyle/>
                    <a:p>
                      <a:r>
                        <a:rPr kumimoji="1" lang="ja-JP" altLang="en-US" sz="1050" dirty="0">
                          <a:latin typeface="メイリオ" panose="020B0604030504040204" pitchFamily="50" charset="-128"/>
                          <a:ea typeface="メイリオ" panose="020B0604030504040204" pitchFamily="50" charset="-128"/>
                        </a:rPr>
                        <a:t>保守対象</a:t>
                      </a:r>
                      <a:endParaRPr kumimoji="1" lang="en-US" altLang="ja-JP" sz="1050" dirty="0">
                        <a:latin typeface="メイリオ" panose="020B0604030504040204" pitchFamily="50" charset="-128"/>
                        <a:ea typeface="メイリオ" panose="020B0604030504040204" pitchFamily="50" charset="-128"/>
                      </a:endParaRPr>
                    </a:p>
                    <a:p>
                      <a:r>
                        <a:rPr kumimoji="1" lang="ja-JP" altLang="en-US" sz="1050" dirty="0">
                          <a:latin typeface="メイリオ" panose="020B0604030504040204" pitchFamily="50" charset="-128"/>
                          <a:ea typeface="メイリオ" panose="020B0604030504040204" pitchFamily="50" charset="-128"/>
                        </a:rPr>
                        <a:t>保守業務</a:t>
                      </a:r>
                    </a:p>
                  </a:txBody>
                  <a:tcPr/>
                </a:tc>
                <a:tc>
                  <a:txBody>
                    <a:bodyPr/>
                    <a:lstStyle/>
                    <a:p>
                      <a:r>
                        <a:rPr kumimoji="1" lang="ja-JP" altLang="en-US" sz="1050" dirty="0">
                          <a:latin typeface="メイリオ" panose="020B0604030504040204" pitchFamily="50" charset="-128"/>
                          <a:ea typeface="メイリオ" panose="020B0604030504040204" pitchFamily="50" charset="-128"/>
                        </a:rPr>
                        <a:t>システムおよびソフトウェアを正常に運営する為に実施する予防保全</a:t>
                      </a:r>
                      <a:r>
                        <a:rPr kumimoji="1" lang="ja-JP" altLang="en-US" sz="1050" dirty="0">
                          <a:solidFill>
                            <a:srgbClr val="FF0000"/>
                          </a:solidFill>
                          <a:latin typeface="メイリオ" panose="020B0604030504040204" pitchFamily="50" charset="-128"/>
                          <a:ea typeface="メイリオ" panose="020B0604030504040204" pitchFamily="50" charset="-128"/>
                        </a:rPr>
                        <a:t>、障害解析、復旧を行う為の要件</a:t>
                      </a:r>
                      <a:r>
                        <a:rPr kumimoji="1" lang="ja-JP" altLang="en-US" sz="1050" dirty="0">
                          <a:latin typeface="メイリオ" panose="020B0604030504040204" pitchFamily="50" charset="-128"/>
                          <a:ea typeface="メイリオ" panose="020B0604030504040204" pitchFamily="50" charset="-128"/>
                        </a:rPr>
                        <a:t>を定める</a:t>
                      </a:r>
                      <a:endParaRPr kumimoji="1" lang="en-US" altLang="ja-JP" sz="1050" dirty="0">
                        <a:latin typeface="メイリオ" panose="020B0604030504040204" pitchFamily="50" charset="-128"/>
                        <a:ea typeface="メイリオ" panose="020B0604030504040204" pitchFamily="50" charset="-128"/>
                      </a:endParaRPr>
                    </a:p>
                  </a:txBody>
                  <a:tcPr/>
                </a:tc>
                <a:tc>
                  <a:txBody>
                    <a:bodyPr/>
                    <a:lstStyle/>
                    <a:p>
                      <a:r>
                        <a:rPr kumimoji="1" lang="en-US" altLang="ja-JP" sz="1050" dirty="0">
                          <a:latin typeface="メイリオ" panose="020B0604030504040204" pitchFamily="50" charset="-128"/>
                          <a:ea typeface="メイリオ" panose="020B0604030504040204" pitchFamily="50" charset="-128"/>
                        </a:rPr>
                        <a:t>2.6.に記載</a:t>
                      </a:r>
                    </a:p>
                  </a:txBody>
                  <a:tcPr/>
                </a:tc>
                <a:extLst>
                  <a:ext uri="{0D108BD9-81ED-4DB2-BD59-A6C34878D82A}">
                    <a16:rowId xmlns:a16="http://schemas.microsoft.com/office/drawing/2014/main" val="10002"/>
                  </a:ext>
                </a:extLst>
              </a:tr>
              <a:tr h="370840">
                <a:tc>
                  <a:txBody>
                    <a:bodyPr/>
                    <a:lstStyle/>
                    <a:p>
                      <a:r>
                        <a:rPr kumimoji="1" lang="ja-JP" altLang="en-US" sz="1050" dirty="0">
                          <a:latin typeface="メイリオ" panose="020B0604030504040204" pitchFamily="50" charset="-128"/>
                          <a:ea typeface="メイリオ" panose="020B0604030504040204" pitchFamily="50" charset="-128"/>
                        </a:rPr>
                        <a:t>信頼性</a:t>
                      </a:r>
                    </a:p>
                  </a:txBody>
                  <a:tcPr/>
                </a:tc>
                <a:tc>
                  <a:txBody>
                    <a:bodyPr/>
                    <a:lstStyle/>
                    <a:p>
                      <a:r>
                        <a:rPr kumimoji="1" lang="ja-JP" altLang="en-US" sz="1050" dirty="0">
                          <a:latin typeface="メイリオ" panose="020B0604030504040204" pitchFamily="50" charset="-128"/>
                          <a:ea typeface="メイリオ" panose="020B0604030504040204" pitchFamily="50" charset="-128"/>
                        </a:rPr>
                        <a:t>信頼性要件</a:t>
                      </a:r>
                    </a:p>
                  </a:txBody>
                  <a:tcPr/>
                </a:tc>
                <a:tc>
                  <a:txBody>
                    <a:bodyPr/>
                    <a:lstStyle/>
                    <a:p>
                      <a:r>
                        <a:rPr kumimoji="1" lang="ja-JP" altLang="en-US" sz="1050" dirty="0">
                          <a:latin typeface="メイリオ" panose="020B0604030504040204" pitchFamily="50" charset="-128"/>
                          <a:ea typeface="メイリオ" panose="020B0604030504040204" pitchFamily="50" charset="-128"/>
                        </a:rPr>
                        <a:t>システムの品質および障害の起こりにくさ、障害発生時の影響範囲および回復度合いを定める</a:t>
                      </a:r>
                    </a:p>
                  </a:txBody>
                  <a:tcPr/>
                </a:tc>
                <a:tc>
                  <a:txBody>
                    <a:bodyPr/>
                    <a:lstStyle/>
                    <a:p>
                      <a:endParaRPr kumimoji="1" lang="ja-JP" altLang="en-US" sz="1050" dirty="0">
                        <a:latin typeface="メイリオ" panose="020B0604030504040204" pitchFamily="50" charset="-128"/>
                        <a:ea typeface="メイリオ" panose="020B0604030504040204" pitchFamily="50" charset="-128"/>
                      </a:endParaRPr>
                    </a:p>
                  </a:txBody>
                  <a:tcPr/>
                </a:tc>
                <a:extLst>
                  <a:ext uri="{0D108BD9-81ED-4DB2-BD59-A6C34878D82A}">
                    <a16:rowId xmlns:a16="http://schemas.microsoft.com/office/drawing/2014/main" val="10003"/>
                  </a:ext>
                </a:extLst>
              </a:tr>
              <a:tr h="370840">
                <a:tc>
                  <a:txBody>
                    <a:bodyPr/>
                    <a:lstStyle/>
                    <a:p>
                      <a:r>
                        <a:rPr kumimoji="1" lang="ja-JP" altLang="en-US" sz="1050" dirty="0">
                          <a:latin typeface="メイリオ" panose="020B0604030504040204" pitchFamily="50" charset="-128"/>
                          <a:ea typeface="メイリオ" panose="020B0604030504040204" pitchFamily="50" charset="-128"/>
                        </a:rPr>
                        <a:t>安全性</a:t>
                      </a:r>
                    </a:p>
                  </a:txBody>
                  <a:tcPr/>
                </a:tc>
                <a:tc>
                  <a:txBody>
                    <a:bodyPr/>
                    <a:lstStyle/>
                    <a:p>
                      <a:r>
                        <a:rPr kumimoji="1" lang="ja-JP" altLang="en-US" sz="1050" dirty="0">
                          <a:latin typeface="メイリオ" panose="020B0604030504040204" pitchFamily="50" charset="-128"/>
                          <a:ea typeface="メイリオ" panose="020B0604030504040204" pitchFamily="50" charset="-128"/>
                        </a:rPr>
                        <a:t>安全性要件</a:t>
                      </a:r>
                    </a:p>
                  </a:txBody>
                  <a:tcPr/>
                </a:tc>
                <a:tc>
                  <a:txBody>
                    <a:bodyPr/>
                    <a:lstStyle/>
                    <a:p>
                      <a:r>
                        <a:rPr kumimoji="1" lang="ja-JP" altLang="en-US" sz="1050" dirty="0">
                          <a:latin typeface="メイリオ" panose="020B0604030504040204" pitchFamily="50" charset="-128"/>
                          <a:ea typeface="メイリオ" panose="020B0604030504040204" pitchFamily="50" charset="-128"/>
                        </a:rPr>
                        <a:t>システムの自然災害、</a:t>
                      </a:r>
                      <a:r>
                        <a:rPr kumimoji="1" lang="ja-JP" altLang="en-US" sz="1050" dirty="0">
                          <a:solidFill>
                            <a:srgbClr val="FF0000"/>
                          </a:solidFill>
                          <a:latin typeface="メイリオ" panose="020B0604030504040204" pitchFamily="50" charset="-128"/>
                          <a:ea typeface="メイリオ" panose="020B0604030504040204" pitchFamily="50" charset="-128"/>
                        </a:rPr>
                        <a:t>不正アクセスからの保護</a:t>
                      </a:r>
                      <a:r>
                        <a:rPr kumimoji="1" lang="ja-JP" altLang="en-US" sz="1050" dirty="0">
                          <a:latin typeface="メイリオ" panose="020B0604030504040204" pitchFamily="50" charset="-128"/>
                          <a:ea typeface="メイリオ" panose="020B0604030504040204" pitchFamily="50" charset="-128"/>
                        </a:rPr>
                        <a:t>の度合に対する要件を定める</a:t>
                      </a:r>
                    </a:p>
                  </a:txBody>
                  <a:tcPr/>
                </a:tc>
                <a:tc>
                  <a:txBody>
                    <a:bodyPr/>
                    <a:lstStyle/>
                    <a:p>
                      <a:r>
                        <a:rPr kumimoji="1" lang="en-US" altLang="ja-JP" sz="1050" dirty="0">
                          <a:latin typeface="メイリオ" panose="020B0604030504040204" pitchFamily="50" charset="-128"/>
                          <a:ea typeface="メイリオ" panose="020B0604030504040204" pitchFamily="50" charset="-128"/>
                        </a:rPr>
                        <a:t>7.に記載</a:t>
                      </a:r>
                    </a:p>
                  </a:txBody>
                  <a:tcPr/>
                </a:tc>
                <a:extLst>
                  <a:ext uri="{0D108BD9-81ED-4DB2-BD59-A6C34878D82A}">
                    <a16:rowId xmlns:a16="http://schemas.microsoft.com/office/drawing/2014/main" val="10004"/>
                  </a:ext>
                </a:extLst>
              </a:tr>
              <a:tr h="370840">
                <a:tc>
                  <a:txBody>
                    <a:bodyPr/>
                    <a:lstStyle/>
                    <a:p>
                      <a:r>
                        <a:rPr kumimoji="1" lang="ja-JP" altLang="en-US" sz="1050" dirty="0">
                          <a:latin typeface="メイリオ" panose="020B0604030504040204" pitchFamily="50" charset="-128"/>
                          <a:ea typeface="メイリオ" panose="020B0604030504040204" pitchFamily="50" charset="-128"/>
                        </a:rPr>
                        <a:t>セキュリティ要件</a:t>
                      </a:r>
                    </a:p>
                  </a:txBody>
                  <a:tcPr/>
                </a:tc>
                <a:tc>
                  <a:txBody>
                    <a:bodyPr/>
                    <a:lstStyle/>
                    <a:p>
                      <a:r>
                        <a:rPr kumimoji="1" lang="ja-JP" altLang="en-US" sz="1050" dirty="0">
                          <a:latin typeface="メイリオ" panose="020B0604030504040204" pitchFamily="50" charset="-128"/>
                          <a:ea typeface="メイリオ" panose="020B0604030504040204" pitchFamily="50" charset="-128"/>
                        </a:rPr>
                        <a:t>セキュリティ要件</a:t>
                      </a:r>
                      <a:endParaRPr kumimoji="1" lang="en-US" altLang="ja-JP" sz="1050" dirty="0">
                        <a:latin typeface="メイリオ" panose="020B0604030504040204" pitchFamily="50" charset="-128"/>
                        <a:ea typeface="メイリオ" panose="020B0604030504040204" pitchFamily="50" charset="-128"/>
                      </a:endParaRPr>
                    </a:p>
                  </a:txBody>
                  <a:tcPr/>
                </a:tc>
                <a:tc>
                  <a:txBody>
                    <a:bodyPr/>
                    <a:lstStyle/>
                    <a:p>
                      <a:r>
                        <a:rPr kumimoji="1" lang="ja-JP" altLang="en-US" sz="1050" dirty="0">
                          <a:latin typeface="メイリオ" panose="020B0604030504040204" pitchFamily="50" charset="-128"/>
                          <a:ea typeface="メイリオ" panose="020B0604030504040204" pitchFamily="50" charset="-128"/>
                        </a:rPr>
                        <a:t>システムの完全性・可用性・</a:t>
                      </a:r>
                      <a:r>
                        <a:rPr kumimoji="1" lang="ja-JP" altLang="en-US" sz="1050" dirty="0">
                          <a:solidFill>
                            <a:srgbClr val="FF0000"/>
                          </a:solidFill>
                          <a:latin typeface="メイリオ" panose="020B0604030504040204" pitchFamily="50" charset="-128"/>
                          <a:ea typeface="メイリオ" panose="020B0604030504040204" pitchFamily="50" charset="-128"/>
                        </a:rPr>
                        <a:t>機密性</a:t>
                      </a:r>
                      <a:r>
                        <a:rPr kumimoji="1" lang="ja-JP" altLang="en-US" sz="1050" dirty="0">
                          <a:latin typeface="メイリオ" panose="020B0604030504040204" pitchFamily="50" charset="-128"/>
                          <a:ea typeface="メイリオ" panose="020B0604030504040204" pitchFamily="50" charset="-128"/>
                        </a:rPr>
                        <a:t>に対する要件を定める</a:t>
                      </a:r>
                      <a:endParaRPr kumimoji="1" lang="en-US" altLang="ja-JP" sz="1050" dirty="0">
                        <a:latin typeface="メイリオ" panose="020B0604030504040204" pitchFamily="50" charset="-128"/>
                        <a:ea typeface="メイリオ" panose="020B0604030504040204" pitchFamily="50" charset="-128"/>
                      </a:endParaRPr>
                    </a:p>
                  </a:txBody>
                  <a:tcPr/>
                </a:tc>
                <a:tc>
                  <a:txBody>
                    <a:bodyPr/>
                    <a:lstStyle/>
                    <a:p>
                      <a:r>
                        <a:rPr kumimoji="1" lang="en-US" altLang="ja-JP" sz="1050" dirty="0">
                          <a:latin typeface="メイリオ" panose="020B0604030504040204" pitchFamily="50" charset="-128"/>
                          <a:ea typeface="メイリオ" panose="020B0604030504040204" pitchFamily="50" charset="-128"/>
                        </a:rPr>
                        <a:t>7.に記載</a:t>
                      </a:r>
                    </a:p>
                  </a:txBody>
                  <a:tcPr/>
                </a:tc>
                <a:extLst>
                  <a:ext uri="{0D108BD9-81ED-4DB2-BD59-A6C34878D82A}">
                    <a16:rowId xmlns:a16="http://schemas.microsoft.com/office/drawing/2014/main" val="10005"/>
                  </a:ext>
                </a:extLst>
              </a:tr>
              <a:tr h="370840">
                <a:tc>
                  <a:txBody>
                    <a:bodyPr/>
                    <a:lstStyle/>
                    <a:p>
                      <a:r>
                        <a:rPr kumimoji="1" lang="ja-JP" altLang="en-US" sz="1050" dirty="0">
                          <a:latin typeface="メイリオ" panose="020B0604030504040204" pitchFamily="50" charset="-128"/>
                          <a:ea typeface="メイリオ" panose="020B0604030504040204" pitchFamily="50" charset="-128"/>
                        </a:rPr>
                        <a:t>拡張性</a:t>
                      </a:r>
                    </a:p>
                  </a:txBody>
                  <a:tcPr/>
                </a:tc>
                <a:tc>
                  <a:txBody>
                    <a:bodyPr/>
                    <a:lstStyle/>
                    <a:p>
                      <a:r>
                        <a:rPr kumimoji="1" lang="ja-JP" altLang="en-US" sz="1050" dirty="0">
                          <a:solidFill>
                            <a:srgbClr val="FF0000"/>
                          </a:solidFill>
                          <a:latin typeface="メイリオ" panose="020B0604030504040204" pitchFamily="50" charset="-128"/>
                          <a:ea typeface="メイリオ" panose="020B0604030504040204" pitchFamily="50" charset="-128"/>
                        </a:rPr>
                        <a:t>ハードウェア拡張性</a:t>
                      </a:r>
                      <a:endParaRPr kumimoji="1" lang="en-US" altLang="ja-JP" sz="1050" dirty="0">
                        <a:solidFill>
                          <a:srgbClr val="FF0000"/>
                        </a:solidFill>
                        <a:latin typeface="メイリオ" panose="020B0604030504040204" pitchFamily="50" charset="-128"/>
                        <a:ea typeface="メイリオ" panose="020B0604030504040204" pitchFamily="50" charset="-128"/>
                      </a:endParaRPr>
                    </a:p>
                    <a:p>
                      <a:r>
                        <a:rPr kumimoji="1" lang="ja-JP" altLang="en-US" sz="1050" dirty="0">
                          <a:latin typeface="メイリオ" panose="020B0604030504040204" pitchFamily="50" charset="-128"/>
                          <a:ea typeface="メイリオ" panose="020B0604030504040204" pitchFamily="50" charset="-128"/>
                        </a:rPr>
                        <a:t>アプリケーション拡張性</a:t>
                      </a:r>
                      <a:endParaRPr kumimoji="1" lang="en-US" altLang="ja-JP" sz="1050" dirty="0">
                        <a:latin typeface="メイリオ" panose="020B0604030504040204" pitchFamily="50" charset="-128"/>
                        <a:ea typeface="メイリオ" panose="020B0604030504040204" pitchFamily="50" charset="-128"/>
                      </a:endParaRPr>
                    </a:p>
                    <a:p>
                      <a:r>
                        <a:rPr kumimoji="1" lang="ja-JP" altLang="en-US" sz="1050" dirty="0">
                          <a:latin typeface="メイリオ" panose="020B0604030504040204" pitchFamily="50" charset="-128"/>
                          <a:ea typeface="メイリオ" panose="020B0604030504040204" pitchFamily="50" charset="-128"/>
                        </a:rPr>
                        <a:t>ミドルウェア拡張性</a:t>
                      </a:r>
                    </a:p>
                  </a:txBody>
                  <a:tcPr/>
                </a:tc>
                <a:tc>
                  <a:txBody>
                    <a:bodyPr/>
                    <a:lstStyle/>
                    <a:p>
                      <a:r>
                        <a:rPr kumimoji="1" lang="ja-JP" altLang="en-US" sz="1050" dirty="0">
                          <a:solidFill>
                            <a:srgbClr val="FF0000"/>
                          </a:solidFill>
                          <a:latin typeface="メイリオ" panose="020B0604030504040204" pitchFamily="50" charset="-128"/>
                          <a:ea typeface="メイリオ" panose="020B0604030504040204" pitchFamily="50" charset="-128"/>
                        </a:rPr>
                        <a:t>システムの許容量</a:t>
                      </a:r>
                      <a:r>
                        <a:rPr kumimoji="1" lang="ja-JP" altLang="en-US" sz="1050" dirty="0">
                          <a:latin typeface="メイリオ" panose="020B0604030504040204" pitchFamily="50" charset="-128"/>
                          <a:ea typeface="メイリオ" panose="020B0604030504040204" pitchFamily="50" charset="-128"/>
                        </a:rPr>
                        <a:t>およびその方法に対する要件を定める。</a:t>
                      </a:r>
                      <a:endParaRPr kumimoji="1" lang="en-US" altLang="ja-JP" sz="1050" dirty="0">
                        <a:latin typeface="メイリオ" panose="020B0604030504040204" pitchFamily="50" charset="-128"/>
                        <a:ea typeface="メイリオ" panose="020B0604030504040204" pitchFamily="50" charset="-128"/>
                      </a:endParaRPr>
                    </a:p>
                  </a:txBody>
                  <a:tcPr/>
                </a:tc>
                <a:tc>
                  <a:txBody>
                    <a:bodyPr/>
                    <a:lstStyle/>
                    <a:p>
                      <a:r>
                        <a:rPr kumimoji="1" lang="en-US" altLang="ja-JP" sz="1050" dirty="0">
                          <a:latin typeface="メイリオ" panose="020B0604030504040204" pitchFamily="50" charset="-128"/>
                          <a:ea typeface="メイリオ" panose="020B0604030504040204" pitchFamily="50" charset="-128"/>
                        </a:rPr>
                        <a:t>8.に記載</a:t>
                      </a:r>
                    </a:p>
                  </a:txBody>
                  <a:tcPr/>
                </a:tc>
                <a:extLst>
                  <a:ext uri="{0D108BD9-81ED-4DB2-BD59-A6C34878D82A}">
                    <a16:rowId xmlns:a16="http://schemas.microsoft.com/office/drawing/2014/main" val="10006"/>
                  </a:ext>
                </a:extLst>
              </a:tr>
              <a:tr h="370840">
                <a:tc>
                  <a:txBody>
                    <a:bodyPr/>
                    <a:lstStyle/>
                    <a:p>
                      <a:r>
                        <a:rPr kumimoji="1" lang="ja-JP" altLang="en-US" sz="1050" dirty="0">
                          <a:latin typeface="メイリオ" panose="020B0604030504040204" pitchFamily="50" charset="-128"/>
                          <a:ea typeface="メイリオ" panose="020B0604030504040204" pitchFamily="50" charset="-128"/>
                        </a:rPr>
                        <a:t>品質要件</a:t>
                      </a:r>
                    </a:p>
                  </a:txBody>
                  <a:tcPr/>
                </a:tc>
                <a:tc>
                  <a:txBody>
                    <a:bodyPr/>
                    <a:lstStyle/>
                    <a:p>
                      <a:r>
                        <a:rPr kumimoji="1" lang="ja-JP" altLang="en-US" sz="1050" dirty="0">
                          <a:latin typeface="メイリオ" panose="020B0604030504040204" pitchFamily="50" charset="-128"/>
                          <a:ea typeface="メイリオ" panose="020B0604030504040204" pitchFamily="50" charset="-128"/>
                        </a:rPr>
                        <a:t>品質特性要件</a:t>
                      </a:r>
                    </a:p>
                  </a:txBody>
                  <a:tcPr/>
                </a:tc>
                <a:tc>
                  <a:txBody>
                    <a:bodyPr/>
                    <a:lstStyle/>
                    <a:p>
                      <a:r>
                        <a:rPr kumimoji="1" lang="ja-JP" altLang="en-US" sz="1050" dirty="0">
                          <a:latin typeface="メイリオ" panose="020B0604030504040204" pitchFamily="50" charset="-128"/>
                          <a:ea typeface="メイリオ" panose="020B0604030504040204" pitchFamily="50" charset="-128"/>
                        </a:rPr>
                        <a:t>システムの機能性・信頼性・効率性・保守性・移植性に対する要件を定める</a:t>
                      </a:r>
                      <a:endParaRPr kumimoji="1" lang="en-US" altLang="ja-JP" sz="1050" dirty="0">
                        <a:latin typeface="メイリオ" panose="020B0604030504040204" pitchFamily="50" charset="-128"/>
                        <a:ea typeface="メイリオ" panose="020B0604030504040204" pitchFamily="50" charset="-128"/>
                      </a:endParaRPr>
                    </a:p>
                  </a:txBody>
                  <a:tcPr/>
                </a:tc>
                <a:tc>
                  <a:txBody>
                    <a:bodyPr/>
                    <a:lstStyle/>
                    <a:p>
                      <a:endParaRPr kumimoji="1" lang="en-US" altLang="ja-JP" sz="1050" kern="1200" dirty="0">
                        <a:solidFill>
                          <a:schemeClr val="dk1"/>
                        </a:solidFill>
                        <a:latin typeface="メイリオ" panose="020B0604030504040204" pitchFamily="50" charset="-128"/>
                        <a:ea typeface="メイリオ" panose="020B0604030504040204" pitchFamily="50" charset="-128"/>
                        <a:cs typeface="+mn-cs"/>
                      </a:endParaRPr>
                    </a:p>
                  </a:txBody>
                  <a:tcPr/>
                </a:tc>
                <a:extLst>
                  <a:ext uri="{0D108BD9-81ED-4DB2-BD59-A6C34878D82A}">
                    <a16:rowId xmlns:a16="http://schemas.microsoft.com/office/drawing/2014/main" val="10007"/>
                  </a:ext>
                </a:extLst>
              </a:tr>
              <a:tr h="370840">
                <a:tc>
                  <a:txBody>
                    <a:bodyPr/>
                    <a:lstStyle/>
                    <a:p>
                      <a:r>
                        <a:rPr kumimoji="1" lang="ja-JP" altLang="en-US" sz="1050" dirty="0">
                          <a:latin typeface="メイリオ" panose="020B0604030504040204" pitchFamily="50" charset="-128"/>
                          <a:ea typeface="メイリオ" panose="020B0604030504040204" pitchFamily="50" charset="-128"/>
                        </a:rPr>
                        <a:t>性能要件</a:t>
                      </a:r>
                    </a:p>
                  </a:txBody>
                  <a:tcPr/>
                </a:tc>
                <a:tc>
                  <a:txBody>
                    <a:bodyPr/>
                    <a:lstStyle/>
                    <a:p>
                      <a:r>
                        <a:rPr kumimoji="1" lang="ja-JP" altLang="en-US" sz="1050" dirty="0">
                          <a:latin typeface="メイリオ" panose="020B0604030504040204" pitchFamily="50" charset="-128"/>
                          <a:ea typeface="メイリオ" panose="020B0604030504040204" pitchFamily="50" charset="-128"/>
                        </a:rPr>
                        <a:t>容量</a:t>
                      </a:r>
                      <a:endParaRPr kumimoji="1" lang="en-US" altLang="ja-JP" sz="1050" dirty="0">
                        <a:latin typeface="メイリオ" panose="020B0604030504040204" pitchFamily="50" charset="-128"/>
                        <a:ea typeface="メイリオ" panose="020B0604030504040204" pitchFamily="50" charset="-128"/>
                      </a:endParaRPr>
                    </a:p>
                    <a:p>
                      <a:r>
                        <a:rPr kumimoji="1" lang="ja-JP" altLang="en-US" sz="1050" dirty="0">
                          <a:latin typeface="メイリオ" panose="020B0604030504040204" pitchFamily="50" charset="-128"/>
                          <a:ea typeface="メイリオ" panose="020B0604030504040204" pitchFamily="50" charset="-128"/>
                        </a:rPr>
                        <a:t>オンライン性能要件</a:t>
                      </a:r>
                      <a:endParaRPr kumimoji="1" lang="en-US" altLang="ja-JP" sz="1050" dirty="0">
                        <a:latin typeface="メイリオ" panose="020B0604030504040204" pitchFamily="50" charset="-128"/>
                        <a:ea typeface="メイリオ" panose="020B0604030504040204" pitchFamily="50" charset="-128"/>
                      </a:endParaRPr>
                    </a:p>
                    <a:p>
                      <a:r>
                        <a:rPr kumimoji="1" lang="ja-JP" altLang="en-US" sz="1050" dirty="0">
                          <a:latin typeface="メイリオ" panose="020B0604030504040204" pitchFamily="50" charset="-128"/>
                          <a:ea typeface="メイリオ" panose="020B0604030504040204" pitchFamily="50" charset="-128"/>
                        </a:rPr>
                        <a:t>バッチ性能要件</a:t>
                      </a:r>
                      <a:endParaRPr kumimoji="1" lang="en-US" altLang="ja-JP" sz="1050" dirty="0">
                        <a:latin typeface="メイリオ" panose="020B0604030504040204" pitchFamily="50" charset="-128"/>
                        <a:ea typeface="メイリオ" panose="020B0604030504040204" pitchFamily="50" charset="-128"/>
                      </a:endParaRPr>
                    </a:p>
                    <a:p>
                      <a:r>
                        <a:rPr kumimoji="1" lang="ja-JP" altLang="en-US" sz="1050" dirty="0">
                          <a:latin typeface="メイリオ" panose="020B0604030504040204" pitchFamily="50" charset="-128"/>
                          <a:ea typeface="メイリオ" panose="020B0604030504040204" pitchFamily="50" charset="-128"/>
                        </a:rPr>
                        <a:t>測定方法</a:t>
                      </a:r>
                    </a:p>
                  </a:txBody>
                  <a:tcPr/>
                </a:tc>
                <a:tc>
                  <a:txBody>
                    <a:bodyPr/>
                    <a:lstStyle/>
                    <a:p>
                      <a:r>
                        <a:rPr kumimoji="1" lang="ja-JP" altLang="en-US" sz="1050" dirty="0">
                          <a:latin typeface="メイリオ" panose="020B0604030504040204" pitchFamily="50" charset="-128"/>
                          <a:ea typeface="メイリオ" panose="020B0604030504040204" pitchFamily="50" charset="-128"/>
                        </a:rPr>
                        <a:t>負荷の想定量およびその応答性能に対する要件およびその測定方法を定める。</a:t>
                      </a:r>
                      <a:endParaRPr kumimoji="1" lang="en-US" altLang="ja-JP" sz="1050" dirty="0">
                        <a:latin typeface="メイリオ" panose="020B0604030504040204" pitchFamily="50" charset="-128"/>
                        <a:ea typeface="メイリオ" panose="020B0604030504040204" pitchFamily="50" charset="-128"/>
                      </a:endParaRPr>
                    </a:p>
                  </a:txBody>
                  <a:tcPr/>
                </a:tc>
                <a:tc>
                  <a:txBody>
                    <a:bodyPr/>
                    <a:lstStyle/>
                    <a:p>
                      <a:endParaRPr kumimoji="1" lang="en-US" altLang="ja-JP" sz="1050" kern="1200" dirty="0">
                        <a:solidFill>
                          <a:schemeClr val="dk1"/>
                        </a:solidFill>
                        <a:latin typeface="メイリオ" panose="020B0604030504040204" pitchFamily="50" charset="-128"/>
                        <a:ea typeface="メイリオ" panose="020B0604030504040204" pitchFamily="50" charset="-128"/>
                        <a:cs typeface="+mn-cs"/>
                      </a:endParaRPr>
                    </a:p>
                  </a:txBody>
                  <a:tcPr/>
                </a:tc>
                <a:extLst>
                  <a:ext uri="{0D108BD9-81ED-4DB2-BD59-A6C34878D82A}">
                    <a16:rowId xmlns:a16="http://schemas.microsoft.com/office/drawing/2014/main" val="10008"/>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00" name="タイトル 1"/>
          <p:cNvSpPr>
            <a:spLocks noGrp="1" noChangeArrowheads="1"/>
          </p:cNvSpPr>
          <p:nvPr>
            <p:ph type="title" idx="4294967295"/>
          </p:nvPr>
        </p:nvSpPr>
        <p:spPr bwMode="auto">
          <a:xfrm>
            <a:off x="763588" y="180956"/>
            <a:ext cx="6537325" cy="533400"/>
          </a:xfrm>
          <a:prstGeom prst="rect">
            <a:avLst/>
          </a:prstGeom>
          <a:noFill/>
          <a:ln>
            <a:miter lim="800000"/>
            <a:headEnd/>
            <a:tailEnd/>
          </a:ln>
        </p:spPr>
        <p:txBody>
          <a:bodyPr>
            <a:normAutofit/>
          </a:bodyPr>
          <a:lstStyle/>
          <a:p>
            <a:pPr algn="l" eaLnBrk="1" hangingPunct="1"/>
            <a:r>
              <a:rPr lang="en-US" altLang="ja-JP" sz="2800" dirty="0">
                <a:latin typeface="メイリオ" panose="020B0604030504040204" pitchFamily="50" charset="-128"/>
                <a:ea typeface="メイリオ" panose="020B0604030504040204" pitchFamily="50" charset="-128"/>
              </a:rPr>
              <a:t>4.対応内容一覧（1/2）</a:t>
            </a:r>
          </a:p>
        </p:txBody>
      </p:sp>
      <p:graphicFrame>
        <p:nvGraphicFramePr>
          <p:cNvPr id="11" name="表 10"/>
          <p:cNvGraphicFramePr>
            <a:graphicFrameLocks noGrp="1"/>
          </p:cNvGraphicFramePr>
          <p:nvPr>
            <p:extLst>
              <p:ext uri="{D42A27DB-BD31-4B8C-83A1-F6EECF244321}">
                <p14:modId xmlns:p14="http://schemas.microsoft.com/office/powerpoint/2010/main" val="58730153"/>
              </p:ext>
            </p:extLst>
          </p:nvPr>
        </p:nvGraphicFramePr>
        <p:xfrm>
          <a:off x="312506" y="1256648"/>
          <a:ext cx="8291942" cy="3974192"/>
        </p:xfrm>
        <a:graphic>
          <a:graphicData uri="http://schemas.openxmlformats.org/drawingml/2006/table">
            <a:tbl>
              <a:tblPr firstRow="1" bandRow="1">
                <a:tableStyleId>{5C22544A-7EE6-4342-B048-85BDC9FD1C3A}</a:tableStyleId>
              </a:tblPr>
              <a:tblGrid>
                <a:gridCol w="1120533">
                  <a:extLst>
                    <a:ext uri="{9D8B030D-6E8A-4147-A177-3AD203B41FA5}">
                      <a16:colId xmlns:a16="http://schemas.microsoft.com/office/drawing/2014/main" val="20000"/>
                    </a:ext>
                  </a:extLst>
                </a:gridCol>
                <a:gridCol w="2465171">
                  <a:extLst>
                    <a:ext uri="{9D8B030D-6E8A-4147-A177-3AD203B41FA5}">
                      <a16:colId xmlns:a16="http://schemas.microsoft.com/office/drawing/2014/main" val="20001"/>
                    </a:ext>
                  </a:extLst>
                </a:gridCol>
                <a:gridCol w="2633252">
                  <a:extLst>
                    <a:ext uri="{9D8B030D-6E8A-4147-A177-3AD203B41FA5}">
                      <a16:colId xmlns:a16="http://schemas.microsoft.com/office/drawing/2014/main" val="20002"/>
                    </a:ext>
                  </a:extLst>
                </a:gridCol>
                <a:gridCol w="2072986">
                  <a:extLst>
                    <a:ext uri="{9D8B030D-6E8A-4147-A177-3AD203B41FA5}">
                      <a16:colId xmlns:a16="http://schemas.microsoft.com/office/drawing/2014/main" val="20003"/>
                    </a:ext>
                  </a:extLst>
                </a:gridCol>
              </a:tblGrid>
              <a:tr h="370840">
                <a:tc>
                  <a:txBody>
                    <a:bodyPr/>
                    <a:lstStyle/>
                    <a:p>
                      <a:r>
                        <a:rPr kumimoji="1" lang="ja-JP" altLang="en-US" sz="1050" dirty="0">
                          <a:latin typeface="メイリオ" panose="020B0604030504040204" pitchFamily="50" charset="-128"/>
                          <a:ea typeface="メイリオ" panose="020B0604030504040204" pitchFamily="50" charset="-128"/>
                        </a:rPr>
                        <a:t>非機能要件項目</a:t>
                      </a:r>
                    </a:p>
                  </a:txBody>
                  <a:tcPr/>
                </a:tc>
                <a:tc>
                  <a:txBody>
                    <a:bodyPr/>
                    <a:lstStyle/>
                    <a:p>
                      <a:r>
                        <a:rPr kumimoji="1" lang="ja-JP" altLang="en-US" sz="1050" dirty="0">
                          <a:latin typeface="メイリオ" panose="020B0604030504040204" pitchFamily="50" charset="-128"/>
                          <a:ea typeface="メイリオ" panose="020B0604030504040204" pitchFamily="50" charset="-128"/>
                        </a:rPr>
                        <a:t>内容</a:t>
                      </a:r>
                    </a:p>
                  </a:txBody>
                  <a:tcPr/>
                </a:tc>
                <a:tc>
                  <a:txBody>
                    <a:bodyPr/>
                    <a:lstStyle/>
                    <a:p>
                      <a:r>
                        <a:rPr kumimoji="1" lang="ja-JP" altLang="en-US" sz="1050" dirty="0">
                          <a:latin typeface="メイリオ" panose="020B0604030504040204" pitchFamily="50" charset="-128"/>
                          <a:ea typeface="メイリオ" panose="020B0604030504040204" pitchFamily="50" charset="-128"/>
                        </a:rPr>
                        <a:t>対応</a:t>
                      </a:r>
                    </a:p>
                  </a:txBody>
                  <a:tcPr/>
                </a:tc>
                <a:tc>
                  <a:txBody>
                    <a:bodyPr/>
                    <a:lstStyle/>
                    <a:p>
                      <a:r>
                        <a:rPr kumimoji="1" lang="ja-JP" altLang="en-US" sz="1050" dirty="0">
                          <a:latin typeface="メイリオ" panose="020B0604030504040204" pitchFamily="50" charset="-128"/>
                          <a:ea typeface="メイリオ" panose="020B0604030504040204" pitchFamily="50" charset="-128"/>
                        </a:rPr>
                        <a:t>備考</a:t>
                      </a:r>
                    </a:p>
                  </a:txBody>
                  <a:tcPr/>
                </a:tc>
                <a:extLst>
                  <a:ext uri="{0D108BD9-81ED-4DB2-BD59-A6C34878D82A}">
                    <a16:rowId xmlns:a16="http://schemas.microsoft.com/office/drawing/2014/main" val="10000"/>
                  </a:ext>
                </a:extLst>
              </a:tr>
              <a:tr h="277232">
                <a:tc rowSpan="2">
                  <a:txBody>
                    <a:bodyPr/>
                    <a:lstStyle/>
                    <a:p>
                      <a:r>
                        <a:rPr kumimoji="1" lang="ja-JP" altLang="en-US" sz="1050" dirty="0">
                          <a:latin typeface="メイリオ" panose="020B0604030504040204" pitchFamily="50" charset="-128"/>
                          <a:ea typeface="メイリオ" panose="020B0604030504040204" pitchFamily="50" charset="-128"/>
                        </a:rPr>
                        <a:t>監視</a:t>
                      </a:r>
                    </a:p>
                  </a:txBody>
                  <a:tcPr/>
                </a:tc>
                <a:tc rowSpan="2">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ja-JP" altLang="ja-JP" sz="1050" kern="1200" dirty="0">
                          <a:solidFill>
                            <a:schemeClr val="dk1"/>
                          </a:solidFill>
                          <a:latin typeface="メイリオ" panose="020B0604030504040204" pitchFamily="50" charset="-128"/>
                          <a:ea typeface="メイリオ" panose="020B0604030504040204" pitchFamily="50" charset="-128"/>
                          <a:cs typeface="+mn-cs"/>
                        </a:rPr>
                        <a:t>システム管理者においては、システムが正常に動作しているか各種ログを参照し、下記監視をする。</a:t>
                      </a:r>
                    </a:p>
                    <a:p>
                      <a:endParaRPr kumimoji="1" lang="en-US" altLang="ja-JP" sz="1050" dirty="0">
                        <a:latin typeface="メイリオ" panose="020B0604030504040204" pitchFamily="50" charset="-128"/>
                        <a:ea typeface="メイリオ" panose="020B0604030504040204" pitchFamily="50" charset="-128"/>
                      </a:endParaRPr>
                    </a:p>
                  </a:txBody>
                  <a:tcPr>
                    <a:solidFill>
                      <a:srgbClr val="D0D8E8"/>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050" dirty="0">
                          <a:latin typeface="メイリオ" panose="020B0604030504040204" pitchFamily="50" charset="-128"/>
                          <a:ea typeface="メイリオ" panose="020B0604030504040204" pitchFamily="50" charset="-128"/>
                        </a:rPr>
                        <a:t>[</a:t>
                      </a:r>
                      <a:r>
                        <a:rPr kumimoji="1" lang="ja-JP" altLang="en-US" sz="1050" dirty="0">
                          <a:latin typeface="メイリオ" panose="020B0604030504040204" pitchFamily="50" charset="-128"/>
                          <a:ea typeface="メイリオ" panose="020B0604030504040204" pitchFamily="50" charset="-128"/>
                        </a:rPr>
                        <a:t>内容</a:t>
                      </a:r>
                      <a:r>
                        <a:rPr kumimoji="1" lang="en-US" altLang="ja-JP" sz="1050" dirty="0">
                          <a:latin typeface="メイリオ" panose="020B0604030504040204" pitchFamily="50" charset="-128"/>
                          <a:ea typeface="メイリオ" panose="020B0604030504040204" pitchFamily="50" charset="-128"/>
                        </a:rPr>
                        <a:t>]</a:t>
                      </a:r>
                      <a:r>
                        <a:rPr kumimoji="1" lang="ja-JP" altLang="en-US" sz="1050" dirty="0">
                          <a:latin typeface="メイリオ" panose="020B0604030504040204" pitchFamily="50" charset="-128"/>
                          <a:ea typeface="メイリオ" panose="020B0604030504040204" pitchFamily="50" charset="-128"/>
                        </a:rPr>
                        <a:t>（標準）</a:t>
                      </a:r>
                      <a:endParaRPr kumimoji="1" lang="en-US" altLang="ja-JP" sz="1050" dirty="0">
                        <a:latin typeface="メイリオ" panose="020B0604030504040204" pitchFamily="50" charset="-128"/>
                        <a:ea typeface="メイリオ" panose="020B0604030504040204" pitchFamily="50" charset="-128"/>
                      </a:endParaRPr>
                    </a:p>
                    <a:p>
                      <a:pPr marL="0" marR="0" indent="0" algn="l" defTabSz="914400" rtl="0" eaLnBrk="1" fontAlgn="auto" latinLnBrk="0" hangingPunct="1">
                        <a:lnSpc>
                          <a:spcPct val="100000"/>
                        </a:lnSpc>
                        <a:spcBef>
                          <a:spcPts val="0"/>
                        </a:spcBef>
                        <a:spcAft>
                          <a:spcPts val="0"/>
                        </a:spcAft>
                        <a:buClrTx/>
                        <a:buSzTx/>
                        <a:buFontTx/>
                        <a:buNone/>
                        <a:tabLst/>
                        <a:defRPr/>
                      </a:pPr>
                      <a:r>
                        <a:rPr kumimoji="1" lang="ja-JP" altLang="en-US" sz="1050" dirty="0">
                          <a:latin typeface="メイリオ" panose="020B0604030504040204" pitchFamily="50" charset="-128"/>
                          <a:ea typeface="メイリオ" panose="020B0604030504040204" pitchFamily="50" charset="-128"/>
                        </a:rPr>
                        <a:t>外部に設置した監視サーバによって、サーバのリソース（</a:t>
                      </a:r>
                      <a:r>
                        <a:rPr kumimoji="1" lang="en-US" altLang="ja-JP" sz="1050" dirty="0">
                          <a:latin typeface="メイリオ" panose="020B0604030504040204" pitchFamily="50" charset="-128"/>
                          <a:ea typeface="メイリオ" panose="020B0604030504040204" pitchFamily="50" charset="-128"/>
                        </a:rPr>
                        <a:t>CPU</a:t>
                      </a:r>
                      <a:r>
                        <a:rPr kumimoji="1" lang="ja-JP" altLang="en-US" sz="1050" dirty="0" err="1">
                          <a:latin typeface="メイリオ" panose="020B0604030504040204" pitchFamily="50" charset="-128"/>
                          <a:ea typeface="メイリオ" panose="020B0604030504040204" pitchFamily="50" charset="-128"/>
                        </a:rPr>
                        <a:t>、</a:t>
                      </a:r>
                      <a:r>
                        <a:rPr kumimoji="1" lang="ja-JP" altLang="en-US" sz="1050" dirty="0">
                          <a:latin typeface="メイリオ" panose="020B0604030504040204" pitchFamily="50" charset="-128"/>
                          <a:ea typeface="メイリオ" panose="020B0604030504040204" pitchFamily="50" charset="-128"/>
                        </a:rPr>
                        <a:t>メモリ、ディスク容量）を監視し、定められた負荷上限を超過した場合、負荷低減を図る。</a:t>
                      </a:r>
                      <a:endParaRPr kumimoji="1" lang="en-US" altLang="ja-JP" sz="1050" dirty="0">
                        <a:latin typeface="メイリオ" panose="020B0604030504040204" pitchFamily="50" charset="-128"/>
                        <a:ea typeface="メイリオ" panose="020B0604030504040204" pitchFamily="50" charset="-128"/>
                      </a:endParaRPr>
                    </a:p>
                  </a:txBody>
                  <a:tcPr>
                    <a:solidFill>
                      <a:srgbClr val="D0D8E8"/>
                    </a:solidFill>
                  </a:tcPr>
                </a:tc>
                <a:tc>
                  <a:txBody>
                    <a:bodyPr/>
                    <a:lstStyle/>
                    <a:p>
                      <a:endParaRPr kumimoji="1" lang="ja-JP" altLang="en-US" sz="1050" dirty="0">
                        <a:latin typeface="メイリオ" panose="020B0604030504040204" pitchFamily="50" charset="-128"/>
                        <a:ea typeface="メイリオ" panose="020B0604030504040204" pitchFamily="50" charset="-128"/>
                      </a:endParaRPr>
                    </a:p>
                  </a:txBody>
                  <a:tcPr>
                    <a:solidFill>
                      <a:srgbClr val="D0D8E8"/>
                    </a:solidFill>
                  </a:tcPr>
                </a:tc>
                <a:extLst>
                  <a:ext uri="{0D108BD9-81ED-4DB2-BD59-A6C34878D82A}">
                    <a16:rowId xmlns:a16="http://schemas.microsoft.com/office/drawing/2014/main" val="10001"/>
                  </a:ext>
                </a:extLst>
              </a:tr>
              <a:tr h="357232">
                <a:tc vMerge="1">
                  <a:txBody>
                    <a:bodyPr/>
                    <a:lstStyle/>
                    <a:p>
                      <a:endParaRPr kumimoji="1" lang="ja-JP" altLang="en-US" sz="900" dirty="0">
                        <a:latin typeface="+mn-ea"/>
                        <a:ea typeface="+mn-ea"/>
                      </a:endParaRPr>
                    </a:p>
                  </a:txBody>
                  <a:tcPr/>
                </a:tc>
                <a:tc vMerge="1">
                  <a:txBody>
                    <a:bodyPr/>
                    <a:lstStyle/>
                    <a:p>
                      <a:endParaRPr kumimoji="1" lang="ja-JP" altLang="en-US" sz="900" dirty="0">
                        <a:latin typeface="+mn-ea"/>
                        <a:ea typeface="+mn-ea"/>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050" dirty="0">
                          <a:latin typeface="メイリオ" panose="020B0604030504040204" pitchFamily="50" charset="-128"/>
                          <a:ea typeface="メイリオ" panose="020B0604030504040204" pitchFamily="50" charset="-128"/>
                        </a:rPr>
                        <a:t>[</a:t>
                      </a:r>
                      <a:r>
                        <a:rPr kumimoji="1" lang="ja-JP" altLang="en-US" sz="1050" dirty="0">
                          <a:latin typeface="メイリオ" panose="020B0604030504040204" pitchFamily="50" charset="-128"/>
                          <a:ea typeface="メイリオ" panose="020B0604030504040204" pitchFamily="50" charset="-128"/>
                        </a:rPr>
                        <a:t>内容</a:t>
                      </a:r>
                      <a:r>
                        <a:rPr kumimoji="1" lang="en-US" altLang="ja-JP" sz="1050" dirty="0">
                          <a:latin typeface="メイリオ" panose="020B0604030504040204" pitchFamily="50" charset="-128"/>
                          <a:ea typeface="メイリオ" panose="020B0604030504040204" pitchFamily="50" charset="-128"/>
                        </a:rPr>
                        <a:t>]</a:t>
                      </a:r>
                      <a:r>
                        <a:rPr kumimoji="1" lang="ja-JP" altLang="en-US" sz="1050" dirty="0">
                          <a:latin typeface="メイリオ" panose="020B0604030504040204" pitchFamily="50" charset="-128"/>
                          <a:ea typeface="メイリオ" panose="020B0604030504040204" pitchFamily="50" charset="-128"/>
                        </a:rPr>
                        <a:t>（オプション）</a:t>
                      </a:r>
                      <a:endParaRPr kumimoji="1" lang="en-US" altLang="ja-JP" sz="1050" dirty="0">
                        <a:latin typeface="メイリオ" panose="020B0604030504040204" pitchFamily="50" charset="-128"/>
                        <a:ea typeface="メイリオ" panose="020B0604030504040204" pitchFamily="50" charset="-128"/>
                      </a:endParaRPr>
                    </a:p>
                    <a:p>
                      <a:pPr marL="0" marR="0" indent="0" algn="l" defTabSz="914400" rtl="0" eaLnBrk="1" fontAlgn="auto" latinLnBrk="0" hangingPunct="1">
                        <a:lnSpc>
                          <a:spcPct val="100000"/>
                        </a:lnSpc>
                        <a:spcBef>
                          <a:spcPts val="0"/>
                        </a:spcBef>
                        <a:spcAft>
                          <a:spcPts val="0"/>
                        </a:spcAft>
                        <a:buClrTx/>
                        <a:buSzTx/>
                        <a:buFontTx/>
                        <a:buNone/>
                        <a:tabLst/>
                        <a:defRPr/>
                      </a:pPr>
                      <a:r>
                        <a:rPr kumimoji="1" lang="ja-JP" altLang="en-US" sz="1050" dirty="0">
                          <a:latin typeface="メイリオ" panose="020B0604030504040204" pitchFamily="50" charset="-128"/>
                          <a:ea typeface="メイリオ" panose="020B0604030504040204" pitchFamily="50" charset="-128"/>
                        </a:rPr>
                        <a:t>システム内に設置した監視サーバによって、サーバのリソース（</a:t>
                      </a:r>
                      <a:r>
                        <a:rPr kumimoji="1" lang="en-US" altLang="ja-JP" sz="1050" dirty="0">
                          <a:latin typeface="メイリオ" panose="020B0604030504040204" pitchFamily="50" charset="-128"/>
                          <a:ea typeface="メイリオ" panose="020B0604030504040204" pitchFamily="50" charset="-128"/>
                        </a:rPr>
                        <a:t>CPU</a:t>
                      </a:r>
                      <a:r>
                        <a:rPr kumimoji="1" lang="ja-JP" altLang="en-US" sz="1050" dirty="0" err="1">
                          <a:latin typeface="メイリオ" panose="020B0604030504040204" pitchFamily="50" charset="-128"/>
                          <a:ea typeface="メイリオ" panose="020B0604030504040204" pitchFamily="50" charset="-128"/>
                        </a:rPr>
                        <a:t>、</a:t>
                      </a:r>
                      <a:r>
                        <a:rPr kumimoji="1" lang="ja-JP" altLang="en-US" sz="1050" dirty="0">
                          <a:latin typeface="メイリオ" panose="020B0604030504040204" pitchFamily="50" charset="-128"/>
                          <a:ea typeface="メイリオ" panose="020B0604030504040204" pitchFamily="50" charset="-128"/>
                        </a:rPr>
                        <a:t>メモリ、ディスク容量）を監視し、定められた負荷上限を超過した場合、負荷低減を図る。</a:t>
                      </a:r>
                      <a:endParaRPr kumimoji="1" lang="en-US" altLang="ja-JP" sz="1050" dirty="0">
                        <a:latin typeface="メイリオ" panose="020B0604030504040204" pitchFamily="50" charset="-128"/>
                        <a:ea typeface="メイリオ" panose="020B0604030504040204" pitchFamily="50" charset="-128"/>
                      </a:endParaRPr>
                    </a:p>
                  </a:txBody>
                  <a:tcPr>
                    <a:solidFill>
                      <a:schemeClr val="bg1">
                        <a:lumMod val="75000"/>
                      </a:schemeClr>
                    </a:solidFill>
                  </a:tcPr>
                </a:tc>
                <a:tc>
                  <a:txBody>
                    <a:bodyPr/>
                    <a:lstStyle/>
                    <a:p>
                      <a:r>
                        <a:rPr kumimoji="1" lang="ja-JP" altLang="en-US" sz="1050" dirty="0">
                          <a:latin typeface="メイリオ" panose="020B0604030504040204" pitchFamily="50" charset="-128"/>
                          <a:ea typeface="メイリオ" panose="020B0604030504040204" pitchFamily="50" charset="-128"/>
                        </a:rPr>
                        <a:t>別途サーバ費用</a:t>
                      </a:r>
                    </a:p>
                  </a:txBody>
                  <a:tcPr>
                    <a:solidFill>
                      <a:schemeClr val="bg1">
                        <a:lumMod val="75000"/>
                      </a:schemeClr>
                    </a:solidFill>
                  </a:tcPr>
                </a:tc>
                <a:extLst>
                  <a:ext uri="{0D108BD9-81ED-4DB2-BD59-A6C34878D82A}">
                    <a16:rowId xmlns:a16="http://schemas.microsoft.com/office/drawing/2014/main" val="10002"/>
                  </a:ext>
                </a:extLst>
              </a:tr>
              <a:tr h="357232">
                <a:tc rowSpan="3">
                  <a:txBody>
                    <a:bodyPr/>
                    <a:lstStyle/>
                    <a:p>
                      <a:r>
                        <a:rPr kumimoji="1" lang="ja-JP" altLang="en-US" sz="1050" dirty="0">
                          <a:latin typeface="メイリオ" panose="020B0604030504040204" pitchFamily="50" charset="-128"/>
                          <a:ea typeface="メイリオ" panose="020B0604030504040204" pitchFamily="50" charset="-128"/>
                        </a:rPr>
                        <a:t>障害解析・復旧</a:t>
                      </a:r>
                    </a:p>
                  </a:txBody>
                  <a:tcPr>
                    <a:solidFill>
                      <a:srgbClr val="E9EDF4"/>
                    </a:solidFill>
                  </a:tcPr>
                </a:tc>
                <a:tc gridSpan="3">
                  <a:txBody>
                    <a:bodyPr/>
                    <a:lstStyle/>
                    <a:p>
                      <a:r>
                        <a:rPr kumimoji="1" lang="ja-JP" altLang="en-US" sz="1050" dirty="0">
                          <a:latin typeface="メイリオ" panose="020B0604030504040204" pitchFamily="50" charset="-128"/>
                          <a:ea typeface="メイリオ" panose="020B0604030504040204" pitchFamily="50" charset="-128"/>
                        </a:rPr>
                        <a:t>障害の解析および復旧は、バックアップを用いて、復元する方法を用いる</a:t>
                      </a:r>
                      <a:endParaRPr kumimoji="1" lang="en-US" altLang="ja-JP" sz="1050" dirty="0">
                        <a:latin typeface="メイリオ" panose="020B0604030504040204" pitchFamily="50" charset="-128"/>
                        <a:ea typeface="メイリオ" panose="020B0604030504040204" pitchFamily="50" charset="-128"/>
                      </a:endParaRPr>
                    </a:p>
                  </a:txBody>
                  <a:tcPr/>
                </a:tc>
                <a:tc hMerge="1">
                  <a:txBody>
                    <a:bodyPr/>
                    <a:lstStyle/>
                    <a:p>
                      <a:endParaRPr kumimoji="1" lang="en-US" altLang="ja-JP" sz="900" dirty="0">
                        <a:latin typeface="+mn-ea"/>
                        <a:ea typeface="+mn-ea"/>
                      </a:endParaRPr>
                    </a:p>
                  </a:txBody>
                  <a:tcPr/>
                </a:tc>
                <a:tc hMerge="1">
                  <a:txBody>
                    <a:bodyPr/>
                    <a:lstStyle/>
                    <a:p>
                      <a:endParaRPr kumimoji="1" lang="ja-JP" altLang="en-US" sz="900" dirty="0">
                        <a:latin typeface="+mn-ea"/>
                        <a:ea typeface="+mn-ea"/>
                      </a:endParaRPr>
                    </a:p>
                  </a:txBody>
                  <a:tcPr/>
                </a:tc>
                <a:extLst>
                  <a:ext uri="{0D108BD9-81ED-4DB2-BD59-A6C34878D82A}">
                    <a16:rowId xmlns:a16="http://schemas.microsoft.com/office/drawing/2014/main" val="1193301915"/>
                  </a:ext>
                </a:extLst>
              </a:tr>
              <a:tr h="357232">
                <a:tc vMerge="1">
                  <a:txBody>
                    <a:bodyPr/>
                    <a:lstStyle/>
                    <a:p>
                      <a:endParaRPr kumimoji="1" lang="ja-JP" altLang="en-US" sz="900" dirty="0">
                        <a:latin typeface="+mn-ea"/>
                        <a:ea typeface="+mn-ea"/>
                      </a:endParaRPr>
                    </a:p>
                  </a:txBody>
                  <a:tcPr/>
                </a:tc>
                <a:tc>
                  <a:txBody>
                    <a:bodyPr/>
                    <a:lstStyle/>
                    <a:p>
                      <a:r>
                        <a:rPr kumimoji="1" lang="en-US" altLang="ja-JP" sz="1050" dirty="0">
                          <a:latin typeface="メイリオ" panose="020B0604030504040204" pitchFamily="50" charset="-128"/>
                          <a:ea typeface="メイリオ" panose="020B0604030504040204" pitchFamily="50" charset="-128"/>
                        </a:rPr>
                        <a:t>OS</a:t>
                      </a:r>
                      <a:r>
                        <a:rPr kumimoji="1" lang="ja-JP" altLang="en-US" sz="1050" dirty="0">
                          <a:latin typeface="メイリオ" panose="020B0604030504040204" pitchFamily="50" charset="-128"/>
                          <a:ea typeface="メイリオ" panose="020B0604030504040204" pitchFamily="50" charset="-128"/>
                        </a:rPr>
                        <a:t>ごとのバックアップを取得し、復旧時間を最小限にする。</a:t>
                      </a:r>
                      <a:endParaRPr kumimoji="1" lang="en-US" altLang="ja-JP" sz="1050" dirty="0">
                        <a:latin typeface="メイリオ" panose="020B0604030504040204" pitchFamily="50" charset="-128"/>
                        <a:ea typeface="メイリオ" panose="020B0604030504040204" pitchFamily="50" charset="-128"/>
                      </a:endParaRPr>
                    </a:p>
                    <a:p>
                      <a:r>
                        <a:rPr kumimoji="1" lang="ja-JP" altLang="en-US" sz="1050" dirty="0">
                          <a:latin typeface="メイリオ" panose="020B0604030504040204" pitchFamily="50" charset="-128"/>
                          <a:ea typeface="メイリオ" panose="020B0604030504040204" pitchFamily="50" charset="-128"/>
                        </a:rPr>
                        <a:t>→ インスタンスバックアップ</a:t>
                      </a:r>
                      <a:endParaRPr kumimoji="1" lang="en-US" altLang="ja-JP" sz="1050" dirty="0">
                        <a:latin typeface="メイリオ" panose="020B0604030504040204" pitchFamily="50" charset="-128"/>
                        <a:ea typeface="メイリオ" panose="020B0604030504040204" pitchFamily="50" charset="-128"/>
                      </a:endParaRPr>
                    </a:p>
                  </a:txBody>
                  <a:tcPr>
                    <a:solidFill>
                      <a:srgbClr val="E9EDF4"/>
                    </a:solidFill>
                  </a:tcPr>
                </a:tc>
                <a:tc>
                  <a:txBody>
                    <a:bodyPr/>
                    <a:lstStyle/>
                    <a:p>
                      <a:r>
                        <a:rPr kumimoji="1" lang="en-US" altLang="ja-JP" sz="1050" dirty="0">
                          <a:latin typeface="メイリオ" panose="020B0604030504040204" pitchFamily="50" charset="-128"/>
                          <a:ea typeface="メイリオ" panose="020B0604030504040204" pitchFamily="50" charset="-128"/>
                        </a:rPr>
                        <a:t>[</a:t>
                      </a:r>
                      <a:r>
                        <a:rPr kumimoji="1" lang="ja-JP" altLang="en-US" sz="1050" dirty="0">
                          <a:latin typeface="メイリオ" panose="020B0604030504040204" pitchFamily="50" charset="-128"/>
                          <a:ea typeface="メイリオ" panose="020B0604030504040204" pitchFamily="50" charset="-128"/>
                        </a:rPr>
                        <a:t>内容</a:t>
                      </a:r>
                      <a:r>
                        <a:rPr kumimoji="1" lang="en-US" altLang="ja-JP" sz="1050" dirty="0">
                          <a:latin typeface="メイリオ" panose="020B0604030504040204" pitchFamily="50" charset="-128"/>
                          <a:ea typeface="メイリオ" panose="020B0604030504040204" pitchFamily="50" charset="-128"/>
                        </a:rPr>
                        <a:t>]</a:t>
                      </a:r>
                      <a:r>
                        <a:rPr kumimoji="1" lang="ja-JP" altLang="en-US" sz="1050" dirty="0">
                          <a:latin typeface="メイリオ" panose="020B0604030504040204" pitchFamily="50" charset="-128"/>
                          <a:ea typeface="メイリオ" panose="020B0604030504040204" pitchFamily="50" charset="-128"/>
                        </a:rPr>
                        <a:t>（標準対応）</a:t>
                      </a:r>
                      <a:endParaRPr kumimoji="1" lang="en-US" altLang="ja-JP" sz="1050" dirty="0">
                        <a:latin typeface="メイリオ" panose="020B0604030504040204" pitchFamily="50" charset="-128"/>
                        <a:ea typeface="メイリオ" panose="020B0604030504040204" pitchFamily="50" charset="-128"/>
                      </a:endParaRPr>
                    </a:p>
                    <a:p>
                      <a:r>
                        <a:rPr kumimoji="1" lang="ja-JP" altLang="en-US" sz="1050" dirty="0">
                          <a:latin typeface="メイリオ" panose="020B0604030504040204" pitchFamily="50" charset="-128"/>
                          <a:ea typeface="メイリオ" panose="020B0604030504040204" pitchFamily="50" charset="-128"/>
                        </a:rPr>
                        <a:t>・クラウドのサービスを利用</a:t>
                      </a:r>
                      <a:endParaRPr kumimoji="1" lang="en-US" altLang="ja-JP" sz="1050" dirty="0">
                        <a:latin typeface="メイリオ" panose="020B0604030504040204" pitchFamily="50" charset="-128"/>
                        <a:ea typeface="メイリオ" panose="020B0604030504040204" pitchFamily="50" charset="-128"/>
                      </a:endParaRPr>
                    </a:p>
                    <a:p>
                      <a:r>
                        <a:rPr kumimoji="1" lang="ja-JP" altLang="en-US" sz="1050" dirty="0">
                          <a:latin typeface="メイリオ" panose="020B0604030504040204" pitchFamily="50" charset="-128"/>
                          <a:ea typeface="メイリオ" panose="020B0604030504040204" pitchFamily="50" charset="-128"/>
                        </a:rPr>
                        <a:t>・リリース時に取得</a:t>
                      </a:r>
                      <a:endParaRPr kumimoji="1" lang="en-US" altLang="ja-JP" sz="1050" dirty="0">
                        <a:latin typeface="メイリオ" panose="020B0604030504040204" pitchFamily="50" charset="-128"/>
                        <a:ea typeface="メイリオ" panose="020B0604030504040204" pitchFamily="50" charset="-128"/>
                      </a:endParaRPr>
                    </a:p>
                  </a:txBody>
                  <a:tcPr>
                    <a:solidFill>
                      <a:srgbClr val="E9EDF4"/>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kumimoji="1" lang="ja-JP" altLang="en-US" sz="1050" dirty="0">
                        <a:latin typeface="メイリオ" panose="020B0604030504040204" pitchFamily="50" charset="-128"/>
                        <a:ea typeface="メイリオ" panose="020B0604030504040204" pitchFamily="50" charset="-128"/>
                      </a:endParaRPr>
                    </a:p>
                  </a:txBody>
                  <a:tcPr>
                    <a:solidFill>
                      <a:srgbClr val="E9EDF4"/>
                    </a:solidFill>
                  </a:tcPr>
                </a:tc>
                <a:extLst>
                  <a:ext uri="{0D108BD9-81ED-4DB2-BD59-A6C34878D82A}">
                    <a16:rowId xmlns:a16="http://schemas.microsoft.com/office/drawing/2014/main" val="1703513572"/>
                  </a:ext>
                </a:extLst>
              </a:tr>
              <a:tr h="357232">
                <a:tc vMerge="1">
                  <a:txBody>
                    <a:bodyPr/>
                    <a:lstStyle/>
                    <a:p>
                      <a:endParaRPr kumimoji="1" lang="ja-JP" altLang="en-US" sz="900" dirty="0">
                        <a:latin typeface="+mn-ea"/>
                        <a:ea typeface="+mn-ea"/>
                      </a:endParaRPr>
                    </a:p>
                  </a:txBody>
                  <a:tcPr/>
                </a:tc>
                <a:tc>
                  <a:txBody>
                    <a:bodyPr/>
                    <a:lstStyle/>
                    <a:p>
                      <a:r>
                        <a:rPr kumimoji="1" lang="ja-JP" altLang="en-US" sz="1050" dirty="0">
                          <a:latin typeface="メイリオ" panose="020B0604030504040204" pitchFamily="50" charset="-128"/>
                          <a:ea typeface="メイリオ" panose="020B0604030504040204" pitchFamily="50" charset="-128"/>
                        </a:rPr>
                        <a:t>障害調査、局所的なリカバリーを行う為、ファイルごとのバックアップを取得する</a:t>
                      </a:r>
                      <a:endParaRPr kumimoji="1" lang="en-US" altLang="ja-JP" sz="1050" dirty="0">
                        <a:latin typeface="メイリオ" panose="020B0604030504040204" pitchFamily="50" charset="-128"/>
                        <a:ea typeface="メイリオ" panose="020B0604030504040204" pitchFamily="50" charset="-128"/>
                      </a:endParaRPr>
                    </a:p>
                    <a:p>
                      <a:r>
                        <a:rPr kumimoji="1" lang="ja-JP" altLang="en-US" sz="1050" dirty="0">
                          <a:latin typeface="メイリオ" panose="020B0604030504040204" pitchFamily="50" charset="-128"/>
                          <a:ea typeface="メイリオ" panose="020B0604030504040204" pitchFamily="50" charset="-128"/>
                        </a:rPr>
                        <a:t>→ ファイルバックアップ</a:t>
                      </a:r>
                    </a:p>
                  </a:txBody>
                  <a:tcPr/>
                </a:tc>
                <a:tc>
                  <a:txBody>
                    <a:bodyPr/>
                    <a:lstStyle/>
                    <a:p>
                      <a:r>
                        <a:rPr kumimoji="1" lang="en-US" altLang="ja-JP" sz="1050" dirty="0">
                          <a:latin typeface="メイリオ" panose="020B0604030504040204" pitchFamily="50" charset="-128"/>
                          <a:ea typeface="メイリオ" panose="020B0604030504040204" pitchFamily="50" charset="-128"/>
                        </a:rPr>
                        <a:t>[</a:t>
                      </a:r>
                      <a:r>
                        <a:rPr kumimoji="1" lang="ja-JP" altLang="en-US" sz="1050" dirty="0">
                          <a:latin typeface="メイリオ" panose="020B0604030504040204" pitchFamily="50" charset="-128"/>
                          <a:ea typeface="メイリオ" panose="020B0604030504040204" pitchFamily="50" charset="-128"/>
                        </a:rPr>
                        <a:t>内容</a:t>
                      </a:r>
                      <a:r>
                        <a:rPr kumimoji="1" lang="en-US" altLang="ja-JP" sz="1050" dirty="0">
                          <a:latin typeface="メイリオ" panose="020B0604030504040204" pitchFamily="50" charset="-128"/>
                          <a:ea typeface="メイリオ" panose="020B0604030504040204" pitchFamily="50" charset="-128"/>
                        </a:rPr>
                        <a:t>]</a:t>
                      </a:r>
                      <a:r>
                        <a:rPr kumimoji="1" lang="ja-JP" altLang="en-US" sz="1050" dirty="0">
                          <a:latin typeface="メイリオ" panose="020B0604030504040204" pitchFamily="50" charset="-128"/>
                          <a:ea typeface="メイリオ" panose="020B0604030504040204" pitchFamily="50" charset="-128"/>
                        </a:rPr>
                        <a:t>（標準対応）</a:t>
                      </a:r>
                      <a:endParaRPr kumimoji="1" lang="en-US" altLang="ja-JP" sz="1050" dirty="0">
                        <a:latin typeface="メイリオ" panose="020B0604030504040204" pitchFamily="50" charset="-128"/>
                        <a:ea typeface="メイリオ" panose="020B0604030504040204" pitchFamily="50" charset="-128"/>
                      </a:endParaRPr>
                    </a:p>
                    <a:p>
                      <a:pPr marL="92075" indent="-92075"/>
                      <a:r>
                        <a:rPr kumimoji="1" lang="ja-JP" altLang="en-US" sz="1050" dirty="0">
                          <a:latin typeface="メイリオ" panose="020B0604030504040204" pitchFamily="50" charset="-128"/>
                          <a:ea typeface="メイリオ" panose="020B0604030504040204" pitchFamily="50" charset="-128"/>
                        </a:rPr>
                        <a:t>・対象は、</a:t>
                      </a:r>
                      <a:r>
                        <a:rPr kumimoji="1" lang="en-US" altLang="ja-JP" sz="1050" dirty="0">
                          <a:latin typeface="メイリオ" panose="020B0604030504040204" pitchFamily="50" charset="-128"/>
                          <a:ea typeface="メイリオ" panose="020B0604030504040204" pitchFamily="50" charset="-128"/>
                        </a:rPr>
                        <a:t>CMS</a:t>
                      </a:r>
                      <a:r>
                        <a:rPr kumimoji="1" lang="ja-JP" altLang="en-US" sz="1050" dirty="0">
                          <a:latin typeface="メイリオ" panose="020B0604030504040204" pitchFamily="50" charset="-128"/>
                          <a:ea typeface="メイリオ" panose="020B0604030504040204" pitchFamily="50" charset="-128"/>
                        </a:rPr>
                        <a:t>データ、データベース、ログとする</a:t>
                      </a:r>
                      <a:endParaRPr kumimoji="1" lang="en-US" altLang="ja-JP" sz="1050" dirty="0">
                        <a:latin typeface="メイリオ" panose="020B0604030504040204" pitchFamily="50" charset="-128"/>
                        <a:ea typeface="メイリオ" panose="020B0604030504040204" pitchFamily="50" charset="-128"/>
                      </a:endParaRPr>
                    </a:p>
                    <a:p>
                      <a:pPr marL="92075" indent="-92075"/>
                      <a:r>
                        <a:rPr kumimoji="1" lang="ja-JP" altLang="en-US" sz="1050" dirty="0">
                          <a:latin typeface="メイリオ" panose="020B0604030504040204" pitchFamily="50" charset="-128"/>
                          <a:ea typeface="メイリオ" panose="020B0604030504040204" pitchFamily="50" charset="-128"/>
                        </a:rPr>
                        <a:t>・取得したバックアップは、</a:t>
                      </a:r>
                      <a:r>
                        <a:rPr kumimoji="1" lang="en-US" altLang="ja-JP" sz="1050" dirty="0">
                          <a:latin typeface="メイリオ" panose="020B0604030504040204" pitchFamily="50" charset="-128"/>
                          <a:ea typeface="メイリオ" panose="020B0604030504040204" pitchFamily="50" charset="-128"/>
                        </a:rPr>
                        <a:t>EC</a:t>
                      </a:r>
                      <a:r>
                        <a:rPr kumimoji="1" lang="ja-JP" altLang="en-US" sz="1050" dirty="0">
                          <a:latin typeface="メイリオ" panose="020B0604030504040204" pitchFamily="50" charset="-128"/>
                          <a:ea typeface="メイリオ" panose="020B0604030504040204" pitchFamily="50" charset="-128"/>
                        </a:rPr>
                        <a:t>システム内で管理する。</a:t>
                      </a:r>
                      <a:endParaRPr kumimoji="1" lang="en-US" altLang="ja-JP" sz="1050" dirty="0">
                        <a:latin typeface="メイリオ" panose="020B0604030504040204" pitchFamily="50" charset="-128"/>
                        <a:ea typeface="メイリオ" panose="020B0604030504040204" pitchFamily="50" charset="-128"/>
                      </a:endParaRPr>
                    </a:p>
                  </a:txBody>
                  <a:tcPr/>
                </a:tc>
                <a:tc>
                  <a:txBody>
                    <a:bodyPr/>
                    <a:lstStyle/>
                    <a:p>
                      <a:r>
                        <a:rPr kumimoji="1" lang="ja-JP" altLang="en-US" sz="1050" dirty="0">
                          <a:latin typeface="メイリオ" panose="020B0604030504040204" pitchFamily="50" charset="-128"/>
                          <a:ea typeface="メイリオ" panose="020B0604030504040204" pitchFamily="50" charset="-128"/>
                        </a:rPr>
                        <a:t>保管場所はクラウドサービス内</a:t>
                      </a:r>
                    </a:p>
                  </a:txBody>
                  <a:tcPr/>
                </a:tc>
                <a:extLst>
                  <a:ext uri="{0D108BD9-81ED-4DB2-BD59-A6C34878D82A}">
                    <a16:rowId xmlns:a16="http://schemas.microsoft.com/office/drawing/2014/main" val="509695056"/>
                  </a:ext>
                </a:extLst>
              </a:tr>
            </a:tbl>
          </a:graphicData>
        </a:graphic>
      </p:graphicFrame>
      <p:sp>
        <p:nvSpPr>
          <p:cNvPr id="4" name="テキスト ボックス 3"/>
          <p:cNvSpPr txBox="1"/>
          <p:nvPr/>
        </p:nvSpPr>
        <p:spPr>
          <a:xfrm>
            <a:off x="140564" y="779740"/>
            <a:ext cx="8463884" cy="307777"/>
          </a:xfrm>
          <a:prstGeom prst="rect">
            <a:avLst/>
          </a:prstGeom>
          <a:noFill/>
        </p:spPr>
        <p:txBody>
          <a:bodyPr wrap="square" rtlCol="0">
            <a:spAutoFit/>
          </a:bodyPr>
          <a:lstStyle/>
          <a:p>
            <a:r>
              <a:rPr lang="ja-JP" altLang="en-US" sz="1400" dirty="0">
                <a:latin typeface="メイリオ"/>
                <a:ea typeface="メイリオ"/>
                <a:cs typeface="メイリオ"/>
              </a:rPr>
              <a:t>全体俯瞰における対象項目に関して、以下に詳細内容を記載します。</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00" name="タイトル 1"/>
          <p:cNvSpPr>
            <a:spLocks noGrp="1" noChangeArrowheads="1"/>
          </p:cNvSpPr>
          <p:nvPr>
            <p:ph type="title" idx="4294967295"/>
          </p:nvPr>
        </p:nvSpPr>
        <p:spPr bwMode="auto">
          <a:xfrm>
            <a:off x="763588" y="180956"/>
            <a:ext cx="6537325" cy="533400"/>
          </a:xfrm>
          <a:prstGeom prst="rect">
            <a:avLst/>
          </a:prstGeom>
          <a:noFill/>
          <a:ln>
            <a:miter lim="800000"/>
            <a:headEnd/>
            <a:tailEnd/>
          </a:ln>
        </p:spPr>
        <p:txBody>
          <a:bodyPr>
            <a:normAutofit/>
          </a:bodyPr>
          <a:lstStyle/>
          <a:p>
            <a:pPr algn="l" eaLnBrk="1" hangingPunct="1"/>
            <a:r>
              <a:rPr lang="en-US" altLang="ja-JP" sz="2800" dirty="0">
                <a:latin typeface="メイリオ" panose="020B0604030504040204" pitchFamily="50" charset="-128"/>
                <a:ea typeface="メイリオ" panose="020B0604030504040204" pitchFamily="50" charset="-128"/>
              </a:rPr>
              <a:t>4.対応内容一覧（2/2）</a:t>
            </a:r>
          </a:p>
        </p:txBody>
      </p:sp>
      <p:graphicFrame>
        <p:nvGraphicFramePr>
          <p:cNvPr id="11" name="表 10"/>
          <p:cNvGraphicFramePr>
            <a:graphicFrameLocks noGrp="1"/>
          </p:cNvGraphicFramePr>
          <p:nvPr>
            <p:extLst>
              <p:ext uri="{D42A27DB-BD31-4B8C-83A1-F6EECF244321}">
                <p14:modId xmlns:p14="http://schemas.microsoft.com/office/powerpoint/2010/main" val="3616537216"/>
              </p:ext>
            </p:extLst>
          </p:nvPr>
        </p:nvGraphicFramePr>
        <p:xfrm>
          <a:off x="278501" y="799719"/>
          <a:ext cx="8496106" cy="5704840"/>
        </p:xfrm>
        <a:graphic>
          <a:graphicData uri="http://schemas.openxmlformats.org/drawingml/2006/table">
            <a:tbl>
              <a:tblPr firstRow="1" bandRow="1">
                <a:tableStyleId>{5C22544A-7EE6-4342-B048-85BDC9FD1C3A}</a:tableStyleId>
              </a:tblPr>
              <a:tblGrid>
                <a:gridCol w="1023460">
                  <a:extLst>
                    <a:ext uri="{9D8B030D-6E8A-4147-A177-3AD203B41FA5}">
                      <a16:colId xmlns:a16="http://schemas.microsoft.com/office/drawing/2014/main" val="20000"/>
                    </a:ext>
                  </a:extLst>
                </a:gridCol>
                <a:gridCol w="1659242">
                  <a:extLst>
                    <a:ext uri="{9D8B030D-6E8A-4147-A177-3AD203B41FA5}">
                      <a16:colId xmlns:a16="http://schemas.microsoft.com/office/drawing/2014/main" val="20001"/>
                    </a:ext>
                  </a:extLst>
                </a:gridCol>
                <a:gridCol w="3342707">
                  <a:extLst>
                    <a:ext uri="{9D8B030D-6E8A-4147-A177-3AD203B41FA5}">
                      <a16:colId xmlns:a16="http://schemas.microsoft.com/office/drawing/2014/main" val="2917382390"/>
                    </a:ext>
                  </a:extLst>
                </a:gridCol>
                <a:gridCol w="2470697">
                  <a:extLst>
                    <a:ext uri="{9D8B030D-6E8A-4147-A177-3AD203B41FA5}">
                      <a16:colId xmlns:a16="http://schemas.microsoft.com/office/drawing/2014/main" val="214903997"/>
                    </a:ext>
                  </a:extLst>
                </a:gridCol>
              </a:tblGrid>
              <a:tr h="370840">
                <a:tc>
                  <a:txBody>
                    <a:bodyPr/>
                    <a:lstStyle/>
                    <a:p>
                      <a:r>
                        <a:rPr kumimoji="1" lang="ja-JP" altLang="en-US" sz="1000" dirty="0">
                          <a:latin typeface="メイリオ" panose="020B0604030504040204" pitchFamily="50" charset="-128"/>
                          <a:ea typeface="メイリオ" panose="020B0604030504040204" pitchFamily="50" charset="-128"/>
                        </a:rPr>
                        <a:t>非機能要件</a:t>
                      </a:r>
                    </a:p>
                  </a:txBody>
                  <a:tcPr/>
                </a:tc>
                <a:tc>
                  <a:txBody>
                    <a:bodyPr/>
                    <a:lstStyle/>
                    <a:p>
                      <a:r>
                        <a:rPr kumimoji="1" lang="ja-JP" altLang="en-US" sz="1000" dirty="0">
                          <a:latin typeface="メイリオ" panose="020B0604030504040204" pitchFamily="50" charset="-128"/>
                          <a:ea typeface="メイリオ" panose="020B0604030504040204" pitchFamily="50" charset="-128"/>
                        </a:rPr>
                        <a:t>要求</a:t>
                      </a:r>
                    </a:p>
                  </a:txBody>
                  <a:tcPr/>
                </a:tc>
                <a:tc>
                  <a:txBody>
                    <a:bodyPr/>
                    <a:lstStyle/>
                    <a:p>
                      <a:r>
                        <a:rPr kumimoji="1" lang="ja-JP" altLang="en-US" sz="1000" dirty="0">
                          <a:latin typeface="メイリオ" panose="020B0604030504040204" pitchFamily="50" charset="-128"/>
                          <a:ea typeface="メイリオ" panose="020B0604030504040204" pitchFamily="50" charset="-128"/>
                        </a:rPr>
                        <a:t>対応</a:t>
                      </a:r>
                    </a:p>
                  </a:txBody>
                  <a:tcPr/>
                </a:tc>
                <a:tc>
                  <a:txBody>
                    <a:bodyPr/>
                    <a:lstStyle/>
                    <a:p>
                      <a:r>
                        <a:rPr kumimoji="1" lang="ja-JP" altLang="en-US" sz="1000" dirty="0">
                          <a:latin typeface="メイリオ" panose="020B0604030504040204" pitchFamily="50" charset="-128"/>
                          <a:ea typeface="メイリオ" panose="020B0604030504040204" pitchFamily="50" charset="-128"/>
                        </a:rPr>
                        <a:t>備考</a:t>
                      </a:r>
                    </a:p>
                  </a:txBody>
                  <a:tcPr/>
                </a:tc>
                <a:extLst>
                  <a:ext uri="{0D108BD9-81ED-4DB2-BD59-A6C34878D82A}">
                    <a16:rowId xmlns:a16="http://schemas.microsoft.com/office/drawing/2014/main" val="10000"/>
                  </a:ext>
                </a:extLst>
              </a:tr>
              <a:tr h="0">
                <a:tc rowSpan="5">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ja-JP" altLang="en-US" sz="1000" dirty="0">
                          <a:latin typeface="メイリオ" panose="020B0604030504040204" pitchFamily="50" charset="-128"/>
                          <a:ea typeface="メイリオ" panose="020B0604030504040204" pitchFamily="50" charset="-128"/>
                        </a:rPr>
                        <a:t>不正アクセスからの保護</a:t>
                      </a:r>
                    </a:p>
                  </a:txBody>
                  <a:tcPr/>
                </a:tc>
                <a:tc gridSpan="3">
                  <a:txBody>
                    <a:bodyPr/>
                    <a:lstStyle/>
                    <a:p>
                      <a:r>
                        <a:rPr kumimoji="1" lang="ja-JP" altLang="en-US" sz="1000" dirty="0">
                          <a:latin typeface="メイリオ" panose="020B0604030504040204" pitchFamily="50" charset="-128"/>
                          <a:ea typeface="メイリオ" panose="020B0604030504040204" pitchFamily="50" charset="-128"/>
                        </a:rPr>
                        <a:t>システムの脆弱性対策、不正侵入からの防止・予防を行う</a:t>
                      </a:r>
                    </a:p>
                  </a:txBody>
                  <a:tcPr/>
                </a:tc>
                <a:tc hMerge="1">
                  <a:txBody>
                    <a:bodyPr/>
                    <a:lstStyle/>
                    <a:p>
                      <a:endParaRPr kumimoji="1" lang="ja-JP" altLang="en-US"/>
                    </a:p>
                  </a:txBody>
                  <a:tcPr/>
                </a:tc>
                <a:tc hMerge="1">
                  <a:txBody>
                    <a:bodyPr/>
                    <a:lstStyle/>
                    <a:p>
                      <a:endParaRPr kumimoji="1" lang="ja-JP" altLang="en-US"/>
                    </a:p>
                  </a:txBody>
                  <a:tcPr/>
                </a:tc>
                <a:extLst>
                  <a:ext uri="{0D108BD9-81ED-4DB2-BD59-A6C34878D82A}">
                    <a16:rowId xmlns:a16="http://schemas.microsoft.com/office/drawing/2014/main" val="10004"/>
                  </a:ext>
                </a:extLst>
              </a:tr>
              <a:tr h="370840">
                <a:tc vMerge="1">
                  <a:txBody>
                    <a:bodyPr/>
                    <a:lstStyle/>
                    <a:p>
                      <a:endParaRPr kumimoji="1" lang="ja-JP" altLang="en-US" sz="900" dirty="0">
                        <a:latin typeface="+mn-ea"/>
                        <a:ea typeface="+mn-ea"/>
                      </a:endParaRPr>
                    </a:p>
                  </a:txBody>
                  <a:tcPr/>
                </a:tc>
                <a:tc rowSpan="2">
                  <a:txBody>
                    <a:bodyPr/>
                    <a:lstStyle/>
                    <a:p>
                      <a:r>
                        <a:rPr kumimoji="1" lang="ja-JP" altLang="en-US" sz="1000" dirty="0">
                          <a:latin typeface="メイリオ" panose="020B0604030504040204" pitchFamily="50" charset="-128"/>
                          <a:ea typeface="メイリオ" panose="020B0604030504040204" pitchFamily="50" charset="-128"/>
                        </a:rPr>
                        <a:t>脆弱性診断</a:t>
                      </a:r>
                    </a:p>
                  </a:txBody>
                  <a:tcPr/>
                </a:tc>
                <a:tc>
                  <a:txBody>
                    <a:bodyPr/>
                    <a:lstStyle/>
                    <a:p>
                      <a:r>
                        <a:rPr kumimoji="1" lang="en-US" altLang="ja-JP" sz="1000" dirty="0">
                          <a:latin typeface="メイリオ" panose="020B0604030504040204" pitchFamily="50" charset="-128"/>
                          <a:ea typeface="メイリオ" panose="020B0604030504040204" pitchFamily="50" charset="-128"/>
                        </a:rPr>
                        <a:t>[</a:t>
                      </a:r>
                      <a:r>
                        <a:rPr kumimoji="1" lang="ja-JP" altLang="en-US" sz="1000" dirty="0">
                          <a:latin typeface="メイリオ" panose="020B0604030504040204" pitchFamily="50" charset="-128"/>
                          <a:ea typeface="メイリオ" panose="020B0604030504040204" pitchFamily="50" charset="-128"/>
                        </a:rPr>
                        <a:t>内容</a:t>
                      </a:r>
                      <a:r>
                        <a:rPr kumimoji="1" lang="en-US" altLang="ja-JP" sz="1000" dirty="0">
                          <a:latin typeface="メイリオ" panose="020B0604030504040204" pitchFamily="50" charset="-128"/>
                          <a:ea typeface="メイリオ" panose="020B0604030504040204" pitchFamily="50" charset="-128"/>
                        </a:rPr>
                        <a:t>]</a:t>
                      </a:r>
                      <a:r>
                        <a:rPr kumimoji="1" lang="ja-JP" altLang="en-US" sz="1000" dirty="0">
                          <a:latin typeface="メイリオ" panose="020B0604030504040204" pitchFamily="50" charset="-128"/>
                          <a:ea typeface="メイリオ" panose="020B0604030504040204" pitchFamily="50" charset="-128"/>
                        </a:rPr>
                        <a:t>（標準対応）</a:t>
                      </a:r>
                      <a:endParaRPr kumimoji="1" lang="en-US" altLang="ja-JP" sz="1000" dirty="0">
                        <a:latin typeface="メイリオ" panose="020B0604030504040204" pitchFamily="50" charset="-128"/>
                        <a:ea typeface="メイリオ" panose="020B0604030504040204" pitchFamily="50" charset="-128"/>
                      </a:endParaRPr>
                    </a:p>
                    <a:p>
                      <a:r>
                        <a:rPr kumimoji="1" lang="en-US" altLang="ja-JP" sz="1000" dirty="0">
                          <a:latin typeface="メイリオ" panose="020B0604030504040204" pitchFamily="50" charset="-128"/>
                          <a:ea typeface="メイリオ" panose="020B0604030504040204" pitchFamily="50" charset="-128"/>
                        </a:rPr>
                        <a:t>OSS</a:t>
                      </a:r>
                      <a:r>
                        <a:rPr kumimoji="1" lang="ja-JP" altLang="en-US" sz="1000" dirty="0">
                          <a:latin typeface="メイリオ" panose="020B0604030504040204" pitchFamily="50" charset="-128"/>
                          <a:ea typeface="メイリオ" panose="020B0604030504040204" pitchFamily="50" charset="-128"/>
                        </a:rPr>
                        <a:t>ツールを用いた検証を行う</a:t>
                      </a:r>
                      <a:endParaRPr kumimoji="1" lang="en-US" altLang="ja-JP" sz="1000" dirty="0">
                        <a:latin typeface="メイリオ" panose="020B0604030504040204" pitchFamily="50" charset="-128"/>
                        <a:ea typeface="メイリオ" panose="020B0604030504040204" pitchFamily="50" charset="-128"/>
                      </a:endParaRPr>
                    </a:p>
                    <a:p>
                      <a:r>
                        <a:rPr kumimoji="1" lang="ja-JP" altLang="en-US" sz="1000" dirty="0">
                          <a:latin typeface="メイリオ" panose="020B0604030504040204" pitchFamily="50" charset="-128"/>
                          <a:ea typeface="メイリオ" panose="020B0604030504040204" pitchFamily="50" charset="-128"/>
                        </a:rPr>
                        <a:t>・</a:t>
                      </a:r>
                      <a:r>
                        <a:rPr kumimoji="1" lang="en-US" altLang="ja-JP" sz="1000" dirty="0">
                          <a:latin typeface="メイリオ" panose="020B0604030504040204" pitchFamily="50" charset="-128"/>
                          <a:ea typeface="メイリオ" panose="020B0604030504040204" pitchFamily="50" charset="-128"/>
                        </a:rPr>
                        <a:t>OWASP ZAP</a:t>
                      </a:r>
                      <a:r>
                        <a:rPr kumimoji="1" lang="ja-JP" altLang="en-US" sz="1000" dirty="0">
                          <a:latin typeface="メイリオ" panose="020B0604030504040204" pitchFamily="50" charset="-128"/>
                          <a:ea typeface="メイリオ" panose="020B0604030504040204" pitchFamily="50" charset="-128"/>
                        </a:rPr>
                        <a:t>による静的、動的診断の実施</a:t>
                      </a:r>
                      <a:endParaRPr kumimoji="1" lang="en-US" altLang="ja-JP" sz="1000" dirty="0">
                        <a:latin typeface="メイリオ" panose="020B0604030504040204" pitchFamily="50" charset="-128"/>
                        <a:ea typeface="メイリオ" panose="020B0604030504040204" pitchFamily="50" charset="-128"/>
                      </a:endParaRPr>
                    </a:p>
                    <a:p>
                      <a:pPr marL="92075" indent="-92075"/>
                      <a:r>
                        <a:rPr kumimoji="1" lang="ja-JP" altLang="en-US" sz="1000" dirty="0">
                          <a:latin typeface="メイリオ" panose="020B0604030504040204" pitchFamily="50" charset="-128"/>
                          <a:ea typeface="メイリオ" panose="020B0604030504040204" pitchFamily="50" charset="-128"/>
                        </a:rPr>
                        <a:t>・</a:t>
                      </a:r>
                      <a:r>
                        <a:rPr kumimoji="1" lang="en-US" altLang="ja-JP" sz="1000" dirty="0">
                          <a:latin typeface="メイリオ" panose="020B0604030504040204" pitchFamily="50" charset="-128"/>
                          <a:ea typeface="メイリオ" panose="020B0604030504040204" pitchFamily="50" charset="-128"/>
                        </a:rPr>
                        <a:t>NESSUS</a:t>
                      </a:r>
                      <a:r>
                        <a:rPr kumimoji="1" lang="ja-JP" altLang="en-US" sz="1000" dirty="0">
                          <a:latin typeface="メイリオ" panose="020B0604030504040204" pitchFamily="50" charset="-128"/>
                          <a:ea typeface="メイリオ" panose="020B0604030504040204" pitchFamily="50" charset="-128"/>
                        </a:rPr>
                        <a:t>による</a:t>
                      </a:r>
                      <a:r>
                        <a:rPr kumimoji="1" lang="en-US" altLang="ja-JP" sz="1000" dirty="0">
                          <a:latin typeface="メイリオ" panose="020B0604030504040204" pitchFamily="50" charset="-128"/>
                          <a:ea typeface="メイリオ" panose="020B0604030504040204" pitchFamily="50" charset="-128"/>
                        </a:rPr>
                        <a:t>CVE</a:t>
                      </a:r>
                      <a:r>
                        <a:rPr kumimoji="1" lang="ja-JP" altLang="en-US" sz="1000" dirty="0">
                          <a:latin typeface="メイリオ" panose="020B0604030504040204" pitchFamily="50" charset="-128"/>
                          <a:ea typeface="メイリオ" panose="020B0604030504040204" pitchFamily="50" charset="-128"/>
                        </a:rPr>
                        <a:t>を対象に</a:t>
                      </a:r>
                      <a:r>
                        <a:rPr kumimoji="1" lang="en-US" altLang="ja-JP" sz="1000" dirty="0">
                          <a:latin typeface="メイリオ" panose="020B0604030504040204" pitchFamily="50" charset="-128"/>
                          <a:ea typeface="メイリオ" panose="020B0604030504040204" pitchFamily="50" charset="-128"/>
                        </a:rPr>
                        <a:t>OS</a:t>
                      </a:r>
                      <a:r>
                        <a:rPr kumimoji="1" lang="ja-JP" altLang="en-US" sz="1000" dirty="0">
                          <a:latin typeface="メイリオ" panose="020B0604030504040204" pitchFamily="50" charset="-128"/>
                          <a:ea typeface="メイリオ" panose="020B0604030504040204" pitchFamily="50" charset="-128"/>
                        </a:rPr>
                        <a:t>、ミドルウェアの脆弱性検査を実施</a:t>
                      </a:r>
                    </a:p>
                  </a:txBody>
                  <a:tcPr/>
                </a:tc>
                <a:tc>
                  <a:txBody>
                    <a:bodyPr/>
                    <a:lstStyle/>
                    <a:p>
                      <a:pPr marL="171450" indent="-171450">
                        <a:buFont typeface="Arial" panose="020B0604020202020204" pitchFamily="34" charset="0"/>
                        <a:buChar char="•"/>
                      </a:pPr>
                      <a:r>
                        <a:rPr kumimoji="1" lang="ja-JP" altLang="en-US" sz="1000" dirty="0">
                          <a:latin typeface="メイリオ" panose="020B0604030504040204" pitchFamily="50" charset="-128"/>
                          <a:ea typeface="メイリオ" panose="020B0604030504040204" pitchFamily="50" charset="-128"/>
                        </a:rPr>
                        <a:t>実装者は、</a:t>
                      </a:r>
                      <a:r>
                        <a:rPr kumimoji="1" lang="en-US" altLang="ja-JP" sz="1000" dirty="0">
                          <a:latin typeface="メイリオ" panose="020B0604030504040204" pitchFamily="50" charset="-128"/>
                          <a:ea typeface="メイリオ" panose="020B0604030504040204" pitchFamily="50" charset="-128"/>
                        </a:rPr>
                        <a:t>IPA</a:t>
                      </a:r>
                      <a:r>
                        <a:rPr kumimoji="1" lang="ja-JP" altLang="en-US" sz="1000" dirty="0">
                          <a:latin typeface="メイリオ" panose="020B0604030504040204" pitchFamily="50" charset="-128"/>
                          <a:ea typeface="メイリオ" panose="020B0604030504040204" pitchFamily="50" charset="-128"/>
                        </a:rPr>
                        <a:t>策定セキュアプログラミングに関する社内教育を受講</a:t>
                      </a:r>
                    </a:p>
                  </a:txBody>
                  <a:tcPr/>
                </a:tc>
                <a:extLst>
                  <a:ext uri="{0D108BD9-81ED-4DB2-BD59-A6C34878D82A}">
                    <a16:rowId xmlns:a16="http://schemas.microsoft.com/office/drawing/2014/main" val="10005"/>
                  </a:ext>
                </a:extLst>
              </a:tr>
              <a:tr h="370840">
                <a:tc vMerge="1">
                  <a:txBody>
                    <a:bodyPr/>
                    <a:lstStyle/>
                    <a:p>
                      <a:endParaRPr kumimoji="1" lang="ja-JP" altLang="en-US" sz="900">
                        <a:latin typeface="+mn-ea"/>
                        <a:ea typeface="+mn-ea"/>
                      </a:endParaRPr>
                    </a:p>
                  </a:txBody>
                  <a:tcPr/>
                </a:tc>
                <a:tc vMerge="1">
                  <a:txBody>
                    <a:bodyPr/>
                    <a:lstStyle/>
                    <a:p>
                      <a:endParaRPr kumimoji="1" lang="ja-JP" altLang="en-US" sz="900">
                        <a:latin typeface="+mn-ea"/>
                        <a:ea typeface="+mn-ea"/>
                      </a:endParaRPr>
                    </a:p>
                  </a:txBody>
                  <a:tcPr/>
                </a:tc>
                <a:tc>
                  <a:txBody>
                    <a:bodyPr/>
                    <a:lstStyle/>
                    <a:p>
                      <a:r>
                        <a:rPr kumimoji="1" lang="en-US" altLang="ja-JP" sz="1000" dirty="0">
                          <a:latin typeface="メイリオ" panose="020B0604030504040204" pitchFamily="50" charset="-128"/>
                          <a:ea typeface="メイリオ" panose="020B0604030504040204" pitchFamily="50" charset="-128"/>
                        </a:rPr>
                        <a:t>[</a:t>
                      </a:r>
                      <a:r>
                        <a:rPr kumimoji="1" lang="ja-JP" altLang="en-US" sz="1000" dirty="0">
                          <a:latin typeface="メイリオ" panose="020B0604030504040204" pitchFamily="50" charset="-128"/>
                          <a:ea typeface="メイリオ" panose="020B0604030504040204" pitchFamily="50" charset="-128"/>
                        </a:rPr>
                        <a:t>内容</a:t>
                      </a:r>
                      <a:r>
                        <a:rPr kumimoji="1" lang="en-US" altLang="ja-JP" sz="1000" dirty="0">
                          <a:latin typeface="メイリオ" panose="020B0604030504040204" pitchFamily="50" charset="-128"/>
                          <a:ea typeface="メイリオ" panose="020B0604030504040204" pitchFamily="50" charset="-128"/>
                        </a:rPr>
                        <a:t>]</a:t>
                      </a:r>
                      <a:r>
                        <a:rPr kumimoji="1" lang="ja-JP" altLang="en-US" sz="1000" dirty="0">
                          <a:latin typeface="メイリオ" panose="020B0604030504040204" pitchFamily="50" charset="-128"/>
                          <a:ea typeface="メイリオ" panose="020B0604030504040204" pitchFamily="50" charset="-128"/>
                        </a:rPr>
                        <a:t>（オプション（有償））</a:t>
                      </a:r>
                      <a:endParaRPr kumimoji="1" lang="en-US" altLang="ja-JP" sz="1000" dirty="0">
                        <a:latin typeface="メイリオ" panose="020B0604030504040204" pitchFamily="50" charset="-128"/>
                        <a:ea typeface="メイリオ" panose="020B0604030504040204" pitchFamily="50" charset="-128"/>
                      </a:endParaRPr>
                    </a:p>
                    <a:p>
                      <a:r>
                        <a:rPr kumimoji="1" lang="ja-JP" altLang="en-US" sz="1000" dirty="0">
                          <a:latin typeface="メイリオ" panose="020B0604030504040204" pitchFamily="50" charset="-128"/>
                          <a:ea typeface="メイリオ" panose="020B0604030504040204" pitchFamily="50" charset="-128"/>
                        </a:rPr>
                        <a:t>・第</a:t>
                      </a:r>
                      <a:r>
                        <a:rPr kumimoji="1" lang="en-US" altLang="ja-JP" sz="1000" dirty="0">
                          <a:latin typeface="メイリオ" panose="020B0604030504040204" pitchFamily="50" charset="-128"/>
                          <a:ea typeface="メイリオ" panose="020B0604030504040204" pitchFamily="50" charset="-128"/>
                        </a:rPr>
                        <a:t>3</a:t>
                      </a:r>
                      <a:r>
                        <a:rPr kumimoji="1" lang="ja-JP" altLang="en-US" sz="1000" dirty="0">
                          <a:latin typeface="メイリオ" panose="020B0604030504040204" pitchFamily="50" charset="-128"/>
                          <a:ea typeface="メイリオ" panose="020B0604030504040204" pitchFamily="50" charset="-128"/>
                        </a:rPr>
                        <a:t>者による脆弱性診断を受診</a:t>
                      </a:r>
                      <a:endParaRPr kumimoji="1" lang="ja-JP" altLang="en-US" sz="1600" dirty="0"/>
                    </a:p>
                  </a:txBody>
                  <a:tcPr>
                    <a:solidFill>
                      <a:schemeClr val="bg1">
                        <a:lumMod val="75000"/>
                      </a:schemeClr>
                    </a:solidFill>
                  </a:tcPr>
                </a:tc>
                <a:tc>
                  <a:txBody>
                    <a:bodyPr/>
                    <a:lstStyle/>
                    <a:p>
                      <a:endParaRPr kumimoji="1" lang="ja-JP" altLang="en-US" sz="1600" dirty="0"/>
                    </a:p>
                  </a:txBody>
                  <a:tcPr>
                    <a:solidFill>
                      <a:schemeClr val="bg1">
                        <a:lumMod val="75000"/>
                      </a:schemeClr>
                    </a:solidFill>
                  </a:tcPr>
                </a:tc>
                <a:extLst>
                  <a:ext uri="{0D108BD9-81ED-4DB2-BD59-A6C34878D82A}">
                    <a16:rowId xmlns:a16="http://schemas.microsoft.com/office/drawing/2014/main" val="10006"/>
                  </a:ext>
                </a:extLst>
              </a:tr>
              <a:tr h="370840">
                <a:tc vMerge="1">
                  <a:txBody>
                    <a:bodyPr/>
                    <a:lstStyle/>
                    <a:p>
                      <a:endParaRPr kumimoji="1" lang="ja-JP" altLang="en-US" sz="900">
                        <a:latin typeface="+mn-ea"/>
                        <a:ea typeface="+mn-ea"/>
                      </a:endParaRPr>
                    </a:p>
                  </a:txBody>
                  <a:tcPr/>
                </a:tc>
                <a:tc rowSpan="2">
                  <a:txBody>
                    <a:bodyPr/>
                    <a:lstStyle/>
                    <a:p>
                      <a:r>
                        <a:rPr kumimoji="1" lang="en-US" altLang="ja-JP" sz="1000" dirty="0">
                          <a:latin typeface="メイリオ" panose="020B0604030504040204" pitchFamily="50" charset="-128"/>
                          <a:ea typeface="メイリオ" panose="020B0604030504040204" pitchFamily="50" charset="-128"/>
                        </a:rPr>
                        <a:t>IDS/IPS</a:t>
                      </a:r>
                      <a:endParaRPr kumimoji="1" lang="ja-JP" altLang="en-US" sz="1000" dirty="0">
                        <a:latin typeface="メイリオ" panose="020B0604030504040204" pitchFamily="50" charset="-128"/>
                        <a:ea typeface="メイリオ" panose="020B0604030504040204" pitchFamily="50" charset="-128"/>
                      </a:endParaRPr>
                    </a:p>
                  </a:txBody>
                  <a:tcPr/>
                </a:tc>
                <a:tc>
                  <a:txBody>
                    <a:bodyPr/>
                    <a:lstStyle/>
                    <a:p>
                      <a:r>
                        <a:rPr kumimoji="1" lang="en-US" altLang="ja-JP" sz="1000" dirty="0">
                          <a:latin typeface="メイリオ" panose="020B0604030504040204" pitchFamily="50" charset="-128"/>
                          <a:ea typeface="メイリオ" panose="020B0604030504040204" pitchFamily="50" charset="-128"/>
                        </a:rPr>
                        <a:t>[</a:t>
                      </a:r>
                      <a:r>
                        <a:rPr kumimoji="1" lang="ja-JP" altLang="en-US" sz="1000" dirty="0">
                          <a:latin typeface="メイリオ" panose="020B0604030504040204" pitchFamily="50" charset="-128"/>
                          <a:ea typeface="メイリオ" panose="020B0604030504040204" pitchFamily="50" charset="-128"/>
                        </a:rPr>
                        <a:t>内容</a:t>
                      </a:r>
                      <a:r>
                        <a:rPr kumimoji="1" lang="en-US" altLang="ja-JP" sz="1000" dirty="0">
                          <a:latin typeface="メイリオ" panose="020B0604030504040204" pitchFamily="50" charset="-128"/>
                          <a:ea typeface="メイリオ" panose="020B0604030504040204" pitchFamily="50" charset="-128"/>
                        </a:rPr>
                        <a:t>]</a:t>
                      </a:r>
                      <a:r>
                        <a:rPr kumimoji="1" lang="ja-JP" altLang="en-US" sz="1000" dirty="0">
                          <a:latin typeface="メイリオ" panose="020B0604030504040204" pitchFamily="50" charset="-128"/>
                          <a:ea typeface="メイリオ" panose="020B0604030504040204" pitchFamily="50" charset="-128"/>
                        </a:rPr>
                        <a:t>（標準対応）</a:t>
                      </a:r>
                      <a:endParaRPr kumimoji="1" lang="en-US" altLang="ja-JP" sz="1000" dirty="0">
                        <a:latin typeface="メイリオ" panose="020B0604030504040204" pitchFamily="50" charset="-128"/>
                        <a:ea typeface="メイリオ" panose="020B0604030504040204" pitchFamily="50" charset="-128"/>
                      </a:endParaRPr>
                    </a:p>
                    <a:p>
                      <a:r>
                        <a:rPr kumimoji="1" lang="en-US" altLang="ja-JP" sz="1000" dirty="0">
                          <a:latin typeface="メイリオ" panose="020B0604030504040204" pitchFamily="50" charset="-128"/>
                          <a:ea typeface="メイリオ" panose="020B0604030504040204" pitchFamily="50" charset="-128"/>
                        </a:rPr>
                        <a:t>OSS</a:t>
                      </a:r>
                      <a:r>
                        <a:rPr kumimoji="1" lang="ja-JP" altLang="en-US" sz="1000" dirty="0">
                          <a:latin typeface="メイリオ" panose="020B0604030504040204" pitchFamily="50" charset="-128"/>
                          <a:ea typeface="メイリオ" panose="020B0604030504040204" pitchFamily="50" charset="-128"/>
                        </a:rPr>
                        <a:t>による</a:t>
                      </a:r>
                      <a:r>
                        <a:rPr kumimoji="1" lang="en-US" altLang="ja-JP" sz="1000" dirty="0">
                          <a:latin typeface="メイリオ" panose="020B0604030504040204" pitchFamily="50" charset="-128"/>
                          <a:ea typeface="メイリオ" panose="020B0604030504040204" pitchFamily="50" charset="-128"/>
                        </a:rPr>
                        <a:t>IDS/IPS</a:t>
                      </a:r>
                      <a:r>
                        <a:rPr kumimoji="1" lang="ja-JP" altLang="en-US" sz="1000" dirty="0">
                          <a:latin typeface="メイリオ" panose="020B0604030504040204" pitchFamily="50" charset="-128"/>
                          <a:ea typeface="メイリオ" panose="020B0604030504040204" pitchFamily="50" charset="-128"/>
                        </a:rPr>
                        <a:t>対応を行う</a:t>
                      </a:r>
                      <a:endParaRPr kumimoji="1" lang="en-US" altLang="ja-JP" sz="1000" dirty="0">
                        <a:latin typeface="メイリオ" panose="020B0604030504040204" pitchFamily="50" charset="-128"/>
                        <a:ea typeface="メイリオ" panose="020B0604030504040204" pitchFamily="50" charset="-128"/>
                      </a:endParaRPr>
                    </a:p>
                    <a:p>
                      <a:r>
                        <a:rPr kumimoji="1" lang="ja-JP" altLang="en-US" sz="1000" dirty="0">
                          <a:latin typeface="メイリオ" panose="020B0604030504040204" pitchFamily="50" charset="-128"/>
                          <a:ea typeface="メイリオ" panose="020B0604030504040204" pitchFamily="50" charset="-128"/>
                        </a:rPr>
                        <a:t>・</a:t>
                      </a:r>
                      <a:r>
                        <a:rPr kumimoji="1" lang="en-US" altLang="ja-JP" sz="1000" dirty="0">
                          <a:latin typeface="メイリオ" panose="020B0604030504040204" pitchFamily="50" charset="-128"/>
                          <a:ea typeface="メイリオ" panose="020B0604030504040204" pitchFamily="50" charset="-128"/>
                        </a:rPr>
                        <a:t>tripwire</a:t>
                      </a:r>
                      <a:r>
                        <a:rPr kumimoji="1" lang="ja-JP" altLang="en-US" sz="1000" dirty="0">
                          <a:latin typeface="メイリオ" panose="020B0604030504040204" pitchFamily="50" charset="-128"/>
                          <a:ea typeface="メイリオ" panose="020B0604030504040204" pitchFamily="50" charset="-128"/>
                        </a:rPr>
                        <a:t>による改ざん検出を実施</a:t>
                      </a:r>
                      <a:endParaRPr kumimoji="1" lang="en-US" altLang="ja-JP" sz="1000" dirty="0">
                        <a:latin typeface="メイリオ" panose="020B0604030504040204" pitchFamily="50" charset="-128"/>
                        <a:ea typeface="メイリオ" panose="020B0604030504040204" pitchFamily="50" charset="-128"/>
                      </a:endParaRPr>
                    </a:p>
                    <a:p>
                      <a:r>
                        <a:rPr kumimoji="1" lang="ja-JP" altLang="en-US" sz="1000" dirty="0">
                          <a:latin typeface="メイリオ" panose="020B0604030504040204" pitchFamily="50" charset="-128"/>
                          <a:ea typeface="メイリオ" panose="020B0604030504040204" pitchFamily="50" charset="-128"/>
                        </a:rPr>
                        <a:t>・</a:t>
                      </a:r>
                      <a:r>
                        <a:rPr kumimoji="1" lang="en-US" altLang="ja-JP" sz="1000" dirty="0">
                          <a:latin typeface="メイリオ" panose="020B0604030504040204" pitchFamily="50" charset="-128"/>
                          <a:ea typeface="メイリオ" panose="020B0604030504040204" pitchFamily="50" charset="-128"/>
                        </a:rPr>
                        <a:t>fail2ban</a:t>
                      </a:r>
                      <a:r>
                        <a:rPr kumimoji="1" lang="ja-JP" altLang="en-US" sz="1000" dirty="0">
                          <a:latin typeface="メイリオ" panose="020B0604030504040204" pitchFamily="50" charset="-128"/>
                          <a:ea typeface="メイリオ" panose="020B0604030504040204" pitchFamily="50" charset="-128"/>
                        </a:rPr>
                        <a:t>によるブルートフォース対策を実施</a:t>
                      </a:r>
                      <a:endParaRPr kumimoji="1" lang="en-US" altLang="ja-JP" sz="1000" dirty="0">
                        <a:latin typeface="メイリオ" panose="020B0604030504040204" pitchFamily="50" charset="-128"/>
                        <a:ea typeface="メイリオ" panose="020B0604030504040204" pitchFamily="50" charset="-128"/>
                      </a:endParaRPr>
                    </a:p>
                    <a:p>
                      <a:r>
                        <a:rPr kumimoji="1" lang="ja-JP" altLang="en-US" sz="1000" dirty="0">
                          <a:latin typeface="メイリオ" panose="020B0604030504040204" pitchFamily="50" charset="-128"/>
                          <a:ea typeface="メイリオ" panose="020B0604030504040204" pitchFamily="50" charset="-128"/>
                        </a:rPr>
                        <a:t>・</a:t>
                      </a:r>
                      <a:r>
                        <a:rPr kumimoji="1" lang="en-US" altLang="ja-JP" sz="1000" dirty="0" err="1">
                          <a:latin typeface="メイリオ" panose="020B0604030504040204" pitchFamily="50" charset="-128"/>
                          <a:ea typeface="メイリオ" panose="020B0604030504040204" pitchFamily="50" charset="-128"/>
                        </a:rPr>
                        <a:t>clamAV</a:t>
                      </a:r>
                      <a:r>
                        <a:rPr kumimoji="1" lang="ja-JP" altLang="en-US" sz="1000" dirty="0">
                          <a:latin typeface="メイリオ" panose="020B0604030504040204" pitchFamily="50" charset="-128"/>
                          <a:ea typeface="メイリオ" panose="020B0604030504040204" pitchFamily="50" charset="-128"/>
                        </a:rPr>
                        <a:t>によるウィルス検出を実施</a:t>
                      </a:r>
                    </a:p>
                    <a:p>
                      <a:r>
                        <a:rPr kumimoji="1" lang="ja-JP" altLang="en-US" sz="1000" dirty="0">
                          <a:latin typeface="メイリオ" panose="020B0604030504040204" pitchFamily="50" charset="-128"/>
                          <a:ea typeface="メイリオ" panose="020B0604030504040204" pitchFamily="50" charset="-128"/>
                        </a:rPr>
                        <a:t>・</a:t>
                      </a:r>
                      <a:r>
                        <a:rPr kumimoji="1" lang="en-US" altLang="ja-JP" sz="1000" dirty="0" err="1">
                          <a:latin typeface="メイリオ" panose="020B0604030504040204" pitchFamily="50" charset="-128"/>
                          <a:ea typeface="メイリオ" panose="020B0604030504040204" pitchFamily="50" charset="-128"/>
                        </a:rPr>
                        <a:t>Modsecurity</a:t>
                      </a:r>
                      <a:r>
                        <a:rPr kumimoji="1" lang="ja-JP" altLang="en-US" sz="1000" dirty="0">
                          <a:latin typeface="メイリオ" panose="020B0604030504040204" pitchFamily="50" charset="-128"/>
                          <a:ea typeface="メイリオ" panose="020B0604030504040204" pitchFamily="50" charset="-128"/>
                        </a:rPr>
                        <a:t>による</a:t>
                      </a:r>
                      <a:r>
                        <a:rPr kumimoji="1" lang="en-US" altLang="ja-JP" sz="1000" dirty="0">
                          <a:latin typeface="メイリオ" panose="020B0604030504040204" pitchFamily="50" charset="-128"/>
                          <a:ea typeface="メイリオ" panose="020B0604030504040204" pitchFamily="50" charset="-128"/>
                        </a:rPr>
                        <a:t>WAF</a:t>
                      </a:r>
                      <a:r>
                        <a:rPr kumimoji="1" lang="ja-JP" altLang="en-US" sz="1000" dirty="0">
                          <a:latin typeface="メイリオ" panose="020B0604030504040204" pitchFamily="50" charset="-128"/>
                          <a:ea typeface="メイリオ" panose="020B0604030504040204" pitchFamily="50" charset="-128"/>
                        </a:rPr>
                        <a:t>を</a:t>
                      </a:r>
                      <a:r>
                        <a:rPr kumimoji="1" lang="en-US" altLang="ja-JP" sz="1000" dirty="0">
                          <a:latin typeface="メイリオ" panose="020B0604030504040204" pitchFamily="50" charset="-128"/>
                          <a:ea typeface="メイリオ" panose="020B0604030504040204" pitchFamily="50" charset="-128"/>
                        </a:rPr>
                        <a:t>LB</a:t>
                      </a:r>
                      <a:r>
                        <a:rPr kumimoji="1" lang="ja-JP" altLang="en-US" sz="1000" dirty="0">
                          <a:latin typeface="メイリオ" panose="020B0604030504040204" pitchFamily="50" charset="-128"/>
                          <a:ea typeface="メイリオ" panose="020B0604030504040204" pitchFamily="50" charset="-128"/>
                        </a:rPr>
                        <a:t>サーバに設置</a:t>
                      </a:r>
                    </a:p>
                  </a:txBody>
                  <a:tcPr/>
                </a:tc>
                <a:tc>
                  <a:txBody>
                    <a:bodyPr/>
                    <a:lstStyle/>
                    <a:p>
                      <a:endParaRPr kumimoji="1" lang="ja-JP" altLang="en-US" sz="1000" dirty="0">
                        <a:latin typeface="メイリオ" panose="020B0604030504040204" pitchFamily="50" charset="-128"/>
                        <a:ea typeface="メイリオ" panose="020B0604030504040204" pitchFamily="50" charset="-128"/>
                      </a:endParaRPr>
                    </a:p>
                  </a:txBody>
                  <a:tcPr/>
                </a:tc>
                <a:extLst>
                  <a:ext uri="{0D108BD9-81ED-4DB2-BD59-A6C34878D82A}">
                    <a16:rowId xmlns:a16="http://schemas.microsoft.com/office/drawing/2014/main" val="10007"/>
                  </a:ext>
                </a:extLst>
              </a:tr>
              <a:tr h="370840">
                <a:tc vMerge="1">
                  <a:txBody>
                    <a:bodyPr/>
                    <a:lstStyle/>
                    <a:p>
                      <a:endParaRPr kumimoji="1" lang="ja-JP" altLang="en-US" sz="900">
                        <a:latin typeface="+mn-ea"/>
                        <a:ea typeface="+mn-ea"/>
                      </a:endParaRPr>
                    </a:p>
                  </a:txBody>
                  <a:tcPr/>
                </a:tc>
                <a:tc vMerge="1">
                  <a:txBody>
                    <a:bodyPr/>
                    <a:lstStyle/>
                    <a:p>
                      <a:endParaRPr kumimoji="1" lang="ja-JP" altLang="en-US" sz="900" dirty="0">
                        <a:latin typeface="+mn-ea"/>
                        <a:ea typeface="+mn-ea"/>
                      </a:endParaRPr>
                    </a:p>
                  </a:txBody>
                  <a:tcPr/>
                </a:tc>
                <a:tc>
                  <a:txBody>
                    <a:bodyPr/>
                    <a:lstStyle/>
                    <a:p>
                      <a:r>
                        <a:rPr kumimoji="1" lang="en-US" altLang="ja-JP" sz="1000" dirty="0">
                          <a:latin typeface="メイリオ" panose="020B0604030504040204" pitchFamily="50" charset="-128"/>
                          <a:ea typeface="メイリオ" panose="020B0604030504040204" pitchFamily="50" charset="-128"/>
                        </a:rPr>
                        <a:t>[</a:t>
                      </a:r>
                      <a:r>
                        <a:rPr kumimoji="1" lang="ja-JP" altLang="en-US" sz="1000" dirty="0">
                          <a:latin typeface="メイリオ" panose="020B0604030504040204" pitchFamily="50" charset="-128"/>
                          <a:ea typeface="メイリオ" panose="020B0604030504040204" pitchFamily="50" charset="-128"/>
                        </a:rPr>
                        <a:t>内容</a:t>
                      </a:r>
                      <a:r>
                        <a:rPr kumimoji="1" lang="en-US" altLang="ja-JP" sz="1000" dirty="0">
                          <a:latin typeface="メイリオ" panose="020B0604030504040204" pitchFamily="50" charset="-128"/>
                          <a:ea typeface="メイリオ" panose="020B0604030504040204" pitchFamily="50" charset="-128"/>
                        </a:rPr>
                        <a:t>](</a:t>
                      </a:r>
                      <a:r>
                        <a:rPr kumimoji="1" lang="ja-JP" altLang="en-US" sz="1000" dirty="0">
                          <a:latin typeface="メイリオ" panose="020B0604030504040204" pitchFamily="50" charset="-128"/>
                          <a:ea typeface="メイリオ" panose="020B0604030504040204" pitchFamily="50" charset="-128"/>
                        </a:rPr>
                        <a:t>オプション</a:t>
                      </a:r>
                      <a:r>
                        <a:rPr kumimoji="1" lang="en-US" altLang="ja-JP" sz="1000" dirty="0">
                          <a:latin typeface="メイリオ" panose="020B0604030504040204" pitchFamily="50" charset="-128"/>
                          <a:ea typeface="メイリオ" panose="020B0604030504040204" pitchFamily="50" charset="-128"/>
                        </a:rPr>
                        <a:t>(</a:t>
                      </a:r>
                      <a:r>
                        <a:rPr kumimoji="1" lang="ja-JP" altLang="en-US" sz="1000" dirty="0">
                          <a:latin typeface="メイリオ" panose="020B0604030504040204" pitchFamily="50" charset="-128"/>
                          <a:ea typeface="メイリオ" panose="020B0604030504040204" pitchFamily="50" charset="-128"/>
                        </a:rPr>
                        <a:t>有償））</a:t>
                      </a:r>
                      <a:endParaRPr kumimoji="1" lang="en-US" altLang="ja-JP" sz="1000" dirty="0">
                        <a:latin typeface="メイリオ" panose="020B0604030504040204" pitchFamily="50" charset="-128"/>
                        <a:ea typeface="メイリオ" panose="020B0604030504040204" pitchFamily="50" charset="-128"/>
                      </a:endParaRPr>
                    </a:p>
                    <a:p>
                      <a:r>
                        <a:rPr kumimoji="1" lang="ja-JP" altLang="en-US" sz="1000" dirty="0">
                          <a:latin typeface="メイリオ" panose="020B0604030504040204" pitchFamily="50" charset="-128"/>
                          <a:ea typeface="メイリオ" panose="020B0604030504040204" pitchFamily="50" charset="-128"/>
                        </a:rPr>
                        <a:t>・製品を用いた</a:t>
                      </a:r>
                      <a:r>
                        <a:rPr kumimoji="1" lang="en-US" altLang="ja-JP" sz="1000" dirty="0">
                          <a:latin typeface="メイリオ" panose="020B0604030504040204" pitchFamily="50" charset="-128"/>
                          <a:ea typeface="メイリオ" panose="020B0604030504040204" pitchFamily="50" charset="-128"/>
                        </a:rPr>
                        <a:t>IDS/IPS</a:t>
                      </a:r>
                      <a:r>
                        <a:rPr kumimoji="1" lang="ja-JP" altLang="en-US" sz="1000" dirty="0">
                          <a:latin typeface="メイリオ" panose="020B0604030504040204" pitchFamily="50" charset="-128"/>
                          <a:ea typeface="メイリオ" panose="020B0604030504040204" pitchFamily="50" charset="-128"/>
                        </a:rPr>
                        <a:t>を行う</a:t>
                      </a:r>
                      <a:endParaRPr kumimoji="1" lang="en-US" altLang="ja-JP" sz="1000" dirty="0">
                        <a:latin typeface="メイリオ" panose="020B0604030504040204" pitchFamily="50" charset="-128"/>
                        <a:ea typeface="メイリオ" panose="020B0604030504040204" pitchFamily="50" charset="-128"/>
                      </a:endParaRPr>
                    </a:p>
                    <a:p>
                      <a:r>
                        <a:rPr kumimoji="1" lang="ja-JP" altLang="en-US" sz="1000" dirty="0">
                          <a:latin typeface="メイリオ" panose="020B0604030504040204" pitchFamily="50" charset="-128"/>
                          <a:ea typeface="メイリオ" panose="020B0604030504040204" pitchFamily="50" charset="-128"/>
                        </a:rPr>
                        <a:t>・クラウドサービス提供の</a:t>
                      </a:r>
                      <a:r>
                        <a:rPr kumimoji="1" lang="en-US" altLang="ja-JP" sz="1000" dirty="0">
                          <a:latin typeface="メイリオ" panose="020B0604030504040204" pitchFamily="50" charset="-128"/>
                          <a:ea typeface="メイリオ" panose="020B0604030504040204" pitchFamily="50" charset="-128"/>
                        </a:rPr>
                        <a:t>WAF</a:t>
                      </a:r>
                      <a:r>
                        <a:rPr kumimoji="1" lang="ja-JP" altLang="en-US" sz="1000" dirty="0">
                          <a:latin typeface="メイリオ" panose="020B0604030504040204" pitchFamily="50" charset="-128"/>
                          <a:ea typeface="メイリオ" panose="020B0604030504040204" pitchFamily="50" charset="-128"/>
                        </a:rPr>
                        <a:t>を適用</a:t>
                      </a:r>
                      <a:endParaRPr kumimoji="1" lang="ja-JP" altLang="en-US" sz="1600" dirty="0"/>
                    </a:p>
                  </a:txBody>
                  <a:tcPr>
                    <a:solidFill>
                      <a:schemeClr val="bg1">
                        <a:lumMod val="75000"/>
                      </a:schemeClr>
                    </a:solidFill>
                  </a:tcPr>
                </a:tc>
                <a:tc>
                  <a:txBody>
                    <a:bodyPr/>
                    <a:lstStyle/>
                    <a:p>
                      <a:r>
                        <a:rPr kumimoji="1" lang="ja-JP" altLang="en-US" sz="1000" kern="1200" dirty="0">
                          <a:latin typeface="メイリオ" panose="020B0604030504040204" pitchFamily="50" charset="-128"/>
                          <a:ea typeface="メイリオ" panose="020B0604030504040204" pitchFamily="50" charset="-128"/>
                        </a:rPr>
                        <a:t>・サーバ側</a:t>
                      </a:r>
                      <a:r>
                        <a:rPr kumimoji="1" lang="en-US" altLang="ja-JP" sz="1000" kern="1200" dirty="0">
                          <a:latin typeface="メイリオ" panose="020B0604030504040204" pitchFamily="50" charset="-128"/>
                          <a:ea typeface="メイリオ" panose="020B0604030504040204" pitchFamily="50" charset="-128"/>
                        </a:rPr>
                        <a:t>IDS/IPS</a:t>
                      </a:r>
                      <a:r>
                        <a:rPr kumimoji="1" lang="ja-JP" altLang="en-US" sz="1000" kern="1200" dirty="0">
                          <a:latin typeface="メイリオ" panose="020B0604030504040204" pitchFamily="50" charset="-128"/>
                          <a:ea typeface="メイリオ" panose="020B0604030504040204" pitchFamily="50" charset="-128"/>
                        </a:rPr>
                        <a:t>は「</a:t>
                      </a:r>
                      <a:r>
                        <a:rPr kumimoji="1" lang="en-US" altLang="ja-JP" sz="1000" kern="1200" dirty="0" err="1">
                          <a:latin typeface="メイリオ" panose="020B0604030504040204" pitchFamily="50" charset="-128"/>
                          <a:ea typeface="メイリオ" panose="020B0604030504040204" pitchFamily="50" charset="-128"/>
                        </a:rPr>
                        <a:t>ServerProtect</a:t>
                      </a:r>
                      <a:r>
                        <a:rPr kumimoji="1" lang="en-US" altLang="ja-JP" sz="1000" kern="1200" dirty="0">
                          <a:latin typeface="メイリオ" panose="020B0604030504040204" pitchFamily="50" charset="-128"/>
                          <a:ea typeface="メイリオ" panose="020B0604030504040204" pitchFamily="50" charset="-128"/>
                        </a:rPr>
                        <a:t>™ for Linux</a:t>
                      </a:r>
                      <a:r>
                        <a:rPr kumimoji="1" lang="ja-JP" altLang="en-US" sz="1000" kern="1200" dirty="0">
                          <a:latin typeface="メイリオ" panose="020B0604030504040204" pitchFamily="50" charset="-128"/>
                          <a:ea typeface="メイリオ" panose="020B0604030504040204" pitchFamily="50" charset="-128"/>
                        </a:rPr>
                        <a:t>」、「</a:t>
                      </a:r>
                      <a:r>
                        <a:rPr kumimoji="1" lang="en-US" altLang="ja-JP" sz="1000" kern="1200" dirty="0">
                          <a:latin typeface="メイリオ" panose="020B0604030504040204" pitchFamily="50" charset="-128"/>
                          <a:ea typeface="メイリオ" panose="020B0604030504040204" pitchFamily="50" charset="-128"/>
                        </a:rPr>
                        <a:t>Trend Micro Deep Security</a:t>
                      </a:r>
                      <a:r>
                        <a:rPr kumimoji="1" lang="ja-JP" altLang="en-US" sz="1000" kern="1200" dirty="0">
                          <a:latin typeface="メイリオ" panose="020B0604030504040204" pitchFamily="50" charset="-128"/>
                          <a:ea typeface="メイリオ" panose="020B0604030504040204" pitchFamily="50" charset="-128"/>
                        </a:rPr>
                        <a:t>」を想定</a:t>
                      </a:r>
                      <a:endParaRPr kumimoji="1" lang="ja-JP" altLang="en-US" sz="1600" dirty="0"/>
                    </a:p>
                  </a:txBody>
                  <a:tcPr>
                    <a:solidFill>
                      <a:schemeClr val="bg1">
                        <a:lumMod val="75000"/>
                      </a:schemeClr>
                    </a:solidFill>
                  </a:tcPr>
                </a:tc>
                <a:extLst>
                  <a:ext uri="{0D108BD9-81ED-4DB2-BD59-A6C34878D82A}">
                    <a16:rowId xmlns:a16="http://schemas.microsoft.com/office/drawing/2014/main" val="10008"/>
                  </a:ext>
                </a:extLst>
              </a:tr>
              <a:tr h="0">
                <a:tc rowSpan="5">
                  <a:txBody>
                    <a:bodyPr/>
                    <a:lstStyle/>
                    <a:p>
                      <a:r>
                        <a:rPr kumimoji="1" lang="ja-JP" altLang="en-US" sz="1000" dirty="0">
                          <a:latin typeface="メイリオ" panose="020B0604030504040204" pitchFamily="50" charset="-128"/>
                          <a:ea typeface="メイリオ" panose="020B0604030504040204" pitchFamily="50" charset="-128"/>
                        </a:rPr>
                        <a:t>ハードウェア</a:t>
                      </a:r>
                      <a:br>
                        <a:rPr kumimoji="1" lang="en-US" altLang="ja-JP" sz="1000" dirty="0">
                          <a:latin typeface="メイリオ" panose="020B0604030504040204" pitchFamily="50" charset="-128"/>
                          <a:ea typeface="メイリオ" panose="020B0604030504040204" pitchFamily="50" charset="-128"/>
                        </a:rPr>
                      </a:br>
                      <a:r>
                        <a:rPr kumimoji="1" lang="ja-JP" altLang="en-US" sz="1000" dirty="0">
                          <a:latin typeface="メイリオ" panose="020B0604030504040204" pitchFamily="50" charset="-128"/>
                          <a:ea typeface="メイリオ" panose="020B0604030504040204" pitchFamily="50" charset="-128"/>
                        </a:rPr>
                        <a:t>拡張</a:t>
                      </a:r>
                    </a:p>
                  </a:txBody>
                  <a:tcPr/>
                </a:tc>
                <a:tc gridSpan="3">
                  <a:txBody>
                    <a:bodyPr/>
                    <a:lstStyle/>
                    <a:p>
                      <a:r>
                        <a:rPr kumimoji="1" lang="ja-JP" altLang="en-US" sz="1000" dirty="0">
                          <a:latin typeface="メイリオ" panose="020B0604030504040204" pitchFamily="50" charset="-128"/>
                          <a:ea typeface="メイリオ" panose="020B0604030504040204" pitchFamily="50" charset="-128"/>
                        </a:rPr>
                        <a:t>ハードウェアの拡張要件は以下のとおり。</a:t>
                      </a:r>
                      <a:endParaRPr kumimoji="1" lang="en-US" altLang="ja-JP" sz="1000" dirty="0">
                        <a:latin typeface="メイリオ" panose="020B0604030504040204" pitchFamily="50" charset="-128"/>
                        <a:ea typeface="メイリオ" panose="020B0604030504040204" pitchFamily="50" charset="-128"/>
                      </a:endParaRPr>
                    </a:p>
                  </a:txBody>
                  <a:tcPr/>
                </a:tc>
                <a:tc hMerge="1">
                  <a:txBody>
                    <a:bodyPr/>
                    <a:lstStyle/>
                    <a:p>
                      <a:endParaRPr kumimoji="1" lang="ja-JP" altLang="en-US"/>
                    </a:p>
                  </a:txBody>
                  <a:tcPr/>
                </a:tc>
                <a:tc hMerge="1">
                  <a:txBody>
                    <a:bodyPr/>
                    <a:lstStyle/>
                    <a:p>
                      <a:endParaRPr kumimoji="1" lang="ja-JP" altLang="en-US"/>
                    </a:p>
                  </a:txBody>
                  <a:tcPr/>
                </a:tc>
                <a:extLst>
                  <a:ext uri="{0D108BD9-81ED-4DB2-BD59-A6C34878D82A}">
                    <a16:rowId xmlns:a16="http://schemas.microsoft.com/office/drawing/2014/main" val="4038351949"/>
                  </a:ext>
                </a:extLst>
              </a:tr>
              <a:tr h="370840">
                <a:tc vMerge="1">
                  <a:txBody>
                    <a:bodyPr/>
                    <a:lstStyle/>
                    <a:p>
                      <a:endParaRPr kumimoji="1" lang="ja-JP" altLang="en-US" sz="900" dirty="0">
                        <a:latin typeface="+mn-ea"/>
                        <a:ea typeface="+mn-ea"/>
                      </a:endParaRPr>
                    </a:p>
                  </a:txBody>
                  <a:tcPr/>
                </a:tc>
                <a:tc>
                  <a:txBody>
                    <a:bodyPr/>
                    <a:lstStyle/>
                    <a:p>
                      <a:r>
                        <a:rPr kumimoji="1" lang="ja-JP" altLang="en-US" sz="1000" dirty="0">
                          <a:latin typeface="メイリオ" panose="020B0604030504040204" pitchFamily="50" charset="-128"/>
                          <a:ea typeface="メイリオ" panose="020B0604030504040204" pitchFamily="50" charset="-128"/>
                        </a:rPr>
                        <a:t>スケールアウト構成</a:t>
                      </a:r>
                      <a:endParaRPr kumimoji="1" lang="en-US" altLang="ja-JP" sz="1000" dirty="0">
                        <a:latin typeface="メイリオ" panose="020B0604030504040204" pitchFamily="50" charset="-128"/>
                        <a:ea typeface="メイリオ" panose="020B0604030504040204" pitchFamily="50" charset="-128"/>
                      </a:endParaRPr>
                    </a:p>
                  </a:txBody>
                  <a:tcPr/>
                </a:tc>
                <a:tc>
                  <a:txBody>
                    <a:bodyPr/>
                    <a:lstStyle/>
                    <a:p>
                      <a:r>
                        <a:rPr kumimoji="1" lang="en-US" altLang="ja-JP" sz="1000" dirty="0">
                          <a:latin typeface="メイリオ" panose="020B0604030504040204" pitchFamily="50" charset="-128"/>
                          <a:ea typeface="メイリオ" panose="020B0604030504040204" pitchFamily="50" charset="-128"/>
                        </a:rPr>
                        <a:t>[</a:t>
                      </a:r>
                      <a:r>
                        <a:rPr kumimoji="1" lang="ja-JP" altLang="en-US" sz="1000" dirty="0">
                          <a:latin typeface="メイリオ" panose="020B0604030504040204" pitchFamily="50" charset="-128"/>
                          <a:ea typeface="メイリオ" panose="020B0604030504040204" pitchFamily="50" charset="-128"/>
                        </a:rPr>
                        <a:t>内容</a:t>
                      </a:r>
                      <a:r>
                        <a:rPr kumimoji="1" lang="en-US" altLang="ja-JP" sz="1000" dirty="0">
                          <a:latin typeface="メイリオ" panose="020B0604030504040204" pitchFamily="50" charset="-128"/>
                          <a:ea typeface="メイリオ" panose="020B0604030504040204" pitchFamily="50" charset="-128"/>
                        </a:rPr>
                        <a:t>]</a:t>
                      </a:r>
                      <a:r>
                        <a:rPr kumimoji="1" lang="ja-JP" altLang="en-US" sz="1000" dirty="0">
                          <a:latin typeface="メイリオ" panose="020B0604030504040204" pitchFamily="50" charset="-128"/>
                          <a:ea typeface="メイリオ" panose="020B0604030504040204" pitchFamily="50" charset="-128"/>
                        </a:rPr>
                        <a:t>（標準対応）</a:t>
                      </a:r>
                      <a:endParaRPr kumimoji="1" lang="en-US" altLang="ja-JP" sz="1000" dirty="0">
                        <a:latin typeface="メイリオ" panose="020B0604030504040204" pitchFamily="50" charset="-128"/>
                        <a:ea typeface="メイリオ" panose="020B0604030504040204" pitchFamily="50" charset="-128"/>
                      </a:endParaRPr>
                    </a:p>
                    <a:p>
                      <a:pPr marL="93663" indent="-93663"/>
                      <a:r>
                        <a:rPr kumimoji="1" lang="ja-JP" altLang="en-US" sz="1000" dirty="0">
                          <a:latin typeface="メイリオ" panose="020B0604030504040204" pitchFamily="50" charset="-128"/>
                          <a:ea typeface="メイリオ" panose="020B0604030504040204" pitchFamily="50" charset="-128"/>
                        </a:rPr>
                        <a:t>・</a:t>
                      </a:r>
                      <a:r>
                        <a:rPr kumimoji="1" lang="en-US" altLang="ja-JP" sz="1000" dirty="0">
                          <a:latin typeface="メイリオ" panose="020B0604030504040204" pitchFamily="50" charset="-128"/>
                          <a:ea typeface="メイリオ" panose="020B0604030504040204" pitchFamily="50" charset="-128"/>
                        </a:rPr>
                        <a:t>AP</a:t>
                      </a:r>
                      <a:r>
                        <a:rPr kumimoji="1" lang="ja-JP" altLang="en-US" sz="1000" dirty="0">
                          <a:latin typeface="メイリオ" panose="020B0604030504040204" pitchFamily="50" charset="-128"/>
                          <a:ea typeface="メイリオ" panose="020B0604030504040204" pitchFamily="50" charset="-128"/>
                        </a:rPr>
                        <a:t>サーバクラスタ構成とし、スケールアウトを可能とする。</a:t>
                      </a:r>
                      <a:endParaRPr kumimoji="1" lang="en-US" altLang="ja-JP" sz="1000" dirty="0">
                        <a:latin typeface="メイリオ" panose="020B0604030504040204" pitchFamily="50" charset="-128"/>
                        <a:ea typeface="メイリオ" panose="020B0604030504040204" pitchFamily="50" charset="-128"/>
                      </a:endParaRPr>
                    </a:p>
                    <a:p>
                      <a:pPr marL="93663" indent="-93663"/>
                      <a:r>
                        <a:rPr kumimoji="1" lang="ja-JP" altLang="en-US" sz="1000" dirty="0">
                          <a:latin typeface="メイリオ" panose="020B0604030504040204" pitchFamily="50" charset="-128"/>
                          <a:ea typeface="メイリオ" panose="020B0604030504040204" pitchFamily="50" charset="-128"/>
                        </a:rPr>
                        <a:t>・</a:t>
                      </a:r>
                      <a:r>
                        <a:rPr kumimoji="1" lang="en-US" altLang="ja-JP" sz="1000" dirty="0">
                          <a:latin typeface="メイリオ" panose="020B0604030504040204" pitchFamily="50" charset="-128"/>
                          <a:ea typeface="メイリオ" panose="020B0604030504040204" pitchFamily="50" charset="-128"/>
                        </a:rPr>
                        <a:t>DB</a:t>
                      </a:r>
                      <a:r>
                        <a:rPr kumimoji="1" lang="ja-JP" altLang="en-US" sz="1000" dirty="0">
                          <a:latin typeface="メイリオ" panose="020B0604030504040204" pitchFamily="50" charset="-128"/>
                          <a:ea typeface="メイリオ" panose="020B0604030504040204" pitchFamily="50" charset="-128"/>
                        </a:rPr>
                        <a:t>サーバは</a:t>
                      </a:r>
                      <a:r>
                        <a:rPr kumimoji="1" lang="en-US" altLang="ja-JP" sz="1000" dirty="0">
                          <a:latin typeface="メイリオ" panose="020B0604030504040204" pitchFamily="50" charset="-128"/>
                          <a:ea typeface="メイリオ" panose="020B0604030504040204" pitchFamily="50" charset="-128"/>
                        </a:rPr>
                        <a:t>2</a:t>
                      </a:r>
                      <a:r>
                        <a:rPr kumimoji="1" lang="ja-JP" altLang="en-US" sz="1000" dirty="0">
                          <a:latin typeface="メイリオ" panose="020B0604030504040204" pitchFamily="50" charset="-128"/>
                          <a:ea typeface="メイリオ" panose="020B0604030504040204" pitchFamily="50" charset="-128"/>
                        </a:rPr>
                        <a:t>重化構成とし、クラスタ化はオプション（有償）で対応可能とする。</a:t>
                      </a:r>
                      <a:endParaRPr kumimoji="1" lang="en-US" altLang="ja-JP" sz="1000" dirty="0">
                        <a:latin typeface="メイリオ" panose="020B0604030504040204" pitchFamily="50" charset="-128"/>
                        <a:ea typeface="メイリオ" panose="020B0604030504040204" pitchFamily="50" charset="-128"/>
                      </a:endParaRPr>
                    </a:p>
                  </a:txBody>
                  <a:tcPr/>
                </a:tc>
                <a:tc rowSpan="4">
                  <a:txBody>
                    <a:bodyPr/>
                    <a:lstStyle/>
                    <a:p>
                      <a:pPr marL="171450" indent="-171450">
                        <a:buFont typeface="Arial" panose="020B0604020202020204" pitchFamily="34" charset="0"/>
                        <a:buChar char="•"/>
                      </a:pPr>
                      <a:r>
                        <a:rPr kumimoji="1" lang="ja-JP" altLang="en-US" sz="1000" dirty="0">
                          <a:latin typeface="メイリオ" panose="020B0604030504040204" pitchFamily="50" charset="-128"/>
                          <a:ea typeface="メイリオ" panose="020B0604030504040204" pitchFamily="50" charset="-128"/>
                        </a:rPr>
                        <a:t>初期のシステム構成は、サイジングする。</a:t>
                      </a:r>
                      <a:endParaRPr kumimoji="1" lang="en-US" altLang="ja-JP" sz="1000" dirty="0">
                        <a:latin typeface="メイリオ" panose="020B0604030504040204" pitchFamily="50" charset="-128"/>
                        <a:ea typeface="メイリオ" panose="020B0604030504040204" pitchFamily="50" charset="-128"/>
                      </a:endParaRPr>
                    </a:p>
                    <a:p>
                      <a:pPr marL="171450" indent="-171450">
                        <a:buFont typeface="Arial" panose="020B0604020202020204" pitchFamily="34" charset="0"/>
                        <a:buChar char="•"/>
                      </a:pPr>
                      <a:r>
                        <a:rPr kumimoji="1" lang="ja-JP" altLang="en-US" sz="1000" dirty="0">
                          <a:latin typeface="メイリオ" panose="020B0604030504040204" pitchFamily="50" charset="-128"/>
                          <a:ea typeface="メイリオ" panose="020B0604030504040204" pitchFamily="50" charset="-128"/>
                        </a:rPr>
                        <a:t>初期からの構成変更はオプション（有償）対応です。</a:t>
                      </a:r>
                      <a:endParaRPr kumimoji="1" lang="en-US" altLang="ja-JP" sz="1000" dirty="0">
                        <a:latin typeface="メイリオ" panose="020B0604030504040204" pitchFamily="50" charset="-128"/>
                        <a:ea typeface="メイリオ" panose="020B0604030504040204" pitchFamily="50" charset="-128"/>
                      </a:endParaRPr>
                    </a:p>
                  </a:txBody>
                  <a:tcPr/>
                </a:tc>
                <a:extLst>
                  <a:ext uri="{0D108BD9-81ED-4DB2-BD59-A6C34878D82A}">
                    <a16:rowId xmlns:a16="http://schemas.microsoft.com/office/drawing/2014/main" val="3070441500"/>
                  </a:ext>
                </a:extLst>
              </a:tr>
              <a:tr h="370840">
                <a:tc vMerge="1">
                  <a:txBody>
                    <a:bodyPr/>
                    <a:lstStyle/>
                    <a:p>
                      <a:endParaRPr kumimoji="1" lang="ja-JP" altLang="en-US" sz="900" dirty="0">
                        <a:latin typeface="+mn-ea"/>
                        <a:ea typeface="+mn-ea"/>
                      </a:endParaRPr>
                    </a:p>
                  </a:txBody>
                  <a:tcPr/>
                </a:tc>
                <a:tc>
                  <a:txBody>
                    <a:bodyPr/>
                    <a:lstStyle/>
                    <a:p>
                      <a:r>
                        <a:rPr kumimoji="1" lang="ja-JP" altLang="en-US" sz="1000" dirty="0">
                          <a:latin typeface="メイリオ" panose="020B0604030504040204" pitchFamily="50" charset="-128"/>
                          <a:ea typeface="メイリオ" panose="020B0604030504040204" pitchFamily="50" charset="-128"/>
                        </a:rPr>
                        <a:t>スケールアップの可能性</a:t>
                      </a:r>
                    </a:p>
                  </a:txBody>
                  <a:tcPr/>
                </a:tc>
                <a:tc>
                  <a:txBody>
                    <a:bodyPr/>
                    <a:lstStyle/>
                    <a:p>
                      <a:r>
                        <a:rPr kumimoji="1" lang="en-US" altLang="ja-JP" sz="1000" dirty="0">
                          <a:latin typeface="メイリオ" panose="020B0604030504040204" pitchFamily="50" charset="-128"/>
                          <a:ea typeface="メイリオ" panose="020B0604030504040204" pitchFamily="50" charset="-128"/>
                        </a:rPr>
                        <a:t>[</a:t>
                      </a:r>
                      <a:r>
                        <a:rPr kumimoji="1" lang="ja-JP" altLang="en-US" sz="1000" dirty="0">
                          <a:latin typeface="メイリオ" panose="020B0604030504040204" pitchFamily="50" charset="-128"/>
                          <a:ea typeface="メイリオ" panose="020B0604030504040204" pitchFamily="50" charset="-128"/>
                        </a:rPr>
                        <a:t>内容</a:t>
                      </a:r>
                      <a:r>
                        <a:rPr kumimoji="1" lang="en-US" altLang="ja-JP" sz="1000" dirty="0">
                          <a:latin typeface="メイリオ" panose="020B0604030504040204" pitchFamily="50" charset="-128"/>
                          <a:ea typeface="メイリオ" panose="020B0604030504040204" pitchFamily="50" charset="-128"/>
                        </a:rPr>
                        <a:t>]</a:t>
                      </a:r>
                      <a:r>
                        <a:rPr kumimoji="1" lang="ja-JP" altLang="en-US" sz="1000" dirty="0">
                          <a:latin typeface="メイリオ" panose="020B0604030504040204" pitchFamily="50" charset="-128"/>
                          <a:ea typeface="メイリオ" panose="020B0604030504040204" pitchFamily="50" charset="-128"/>
                        </a:rPr>
                        <a:t>（標準対応）</a:t>
                      </a:r>
                      <a:endParaRPr kumimoji="1" lang="en-US" altLang="ja-JP" sz="1000" dirty="0">
                        <a:latin typeface="メイリオ" panose="020B0604030504040204" pitchFamily="50" charset="-128"/>
                        <a:ea typeface="メイリオ" panose="020B0604030504040204" pitchFamily="50" charset="-128"/>
                      </a:endParaRPr>
                    </a:p>
                    <a:p>
                      <a:pPr marL="92075" indent="-92075"/>
                      <a:r>
                        <a:rPr kumimoji="1" lang="ja-JP" altLang="en-US" sz="1000" dirty="0">
                          <a:latin typeface="メイリオ" panose="020B0604030504040204" pitchFamily="50" charset="-128"/>
                          <a:ea typeface="メイリオ" panose="020B0604030504040204" pitchFamily="50" charset="-128"/>
                        </a:rPr>
                        <a:t>・</a:t>
                      </a:r>
                      <a:r>
                        <a:rPr kumimoji="1" lang="en-US" altLang="ja-JP" sz="1000" dirty="0">
                          <a:latin typeface="メイリオ" panose="020B0604030504040204" pitchFamily="50" charset="-128"/>
                          <a:ea typeface="メイリオ" panose="020B0604030504040204" pitchFamily="50" charset="-128"/>
                        </a:rPr>
                        <a:t>VPS</a:t>
                      </a:r>
                      <a:r>
                        <a:rPr kumimoji="1" lang="ja-JP" altLang="en-US" sz="1000" dirty="0">
                          <a:latin typeface="メイリオ" panose="020B0604030504040204" pitchFamily="50" charset="-128"/>
                          <a:ea typeface="メイリオ" panose="020B0604030504040204" pitchFamily="50" charset="-128"/>
                        </a:rPr>
                        <a:t>の構成変更によって対応する。</a:t>
                      </a:r>
                    </a:p>
                  </a:txBody>
                  <a:tcPr/>
                </a:tc>
                <a:tc vMerge="1">
                  <a:txBody>
                    <a:bodyPr/>
                    <a:lstStyle/>
                    <a:p>
                      <a:pPr marL="92075" indent="-92075"/>
                      <a:endParaRPr kumimoji="1" lang="ja-JP" altLang="en-US" sz="1000" dirty="0">
                        <a:latin typeface="メイリオ" panose="020B0604030504040204" pitchFamily="50" charset="-128"/>
                        <a:ea typeface="メイリオ" panose="020B0604030504040204" pitchFamily="50" charset="-128"/>
                      </a:endParaRPr>
                    </a:p>
                  </a:txBody>
                  <a:tcPr/>
                </a:tc>
                <a:extLst>
                  <a:ext uri="{0D108BD9-81ED-4DB2-BD59-A6C34878D82A}">
                    <a16:rowId xmlns:a16="http://schemas.microsoft.com/office/drawing/2014/main" val="2267714150"/>
                  </a:ext>
                </a:extLst>
              </a:tr>
              <a:tr h="370840">
                <a:tc vMerge="1">
                  <a:txBody>
                    <a:bodyPr/>
                    <a:lstStyle/>
                    <a:p>
                      <a:endParaRPr kumimoji="1" lang="ja-JP" altLang="en-US" sz="900" dirty="0">
                        <a:latin typeface="+mn-ea"/>
                        <a:ea typeface="+mn-ea"/>
                      </a:endParaRPr>
                    </a:p>
                  </a:txBody>
                  <a:tcPr/>
                </a:tc>
                <a:tc>
                  <a:txBody>
                    <a:bodyPr/>
                    <a:lstStyle/>
                    <a:p>
                      <a:r>
                        <a:rPr kumimoji="1" lang="ja-JP" altLang="en-US" sz="1000" dirty="0">
                          <a:latin typeface="メイリオ" panose="020B0604030504040204" pitchFamily="50" charset="-128"/>
                          <a:ea typeface="メイリオ" panose="020B0604030504040204" pitchFamily="50" charset="-128"/>
                        </a:rPr>
                        <a:t>動的なリソース拡張</a:t>
                      </a:r>
                    </a:p>
                  </a:txBody>
                  <a:tcPr/>
                </a:tc>
                <a:tc>
                  <a:txBody>
                    <a:bodyPr/>
                    <a:lstStyle/>
                    <a:p>
                      <a:r>
                        <a:rPr kumimoji="1" lang="en-US" altLang="ja-JP" sz="1000" dirty="0">
                          <a:latin typeface="メイリオ" panose="020B0604030504040204" pitchFamily="50" charset="-128"/>
                          <a:ea typeface="メイリオ" panose="020B0604030504040204" pitchFamily="50" charset="-128"/>
                        </a:rPr>
                        <a:t>[</a:t>
                      </a:r>
                      <a:r>
                        <a:rPr kumimoji="1" lang="ja-JP" altLang="en-US" sz="1000" dirty="0">
                          <a:latin typeface="メイリオ" panose="020B0604030504040204" pitchFamily="50" charset="-128"/>
                          <a:ea typeface="メイリオ" panose="020B0604030504040204" pitchFamily="50" charset="-128"/>
                        </a:rPr>
                        <a:t>内容</a:t>
                      </a:r>
                      <a:r>
                        <a:rPr kumimoji="1" lang="en-US" altLang="ja-JP" sz="1000" dirty="0">
                          <a:latin typeface="メイリオ" panose="020B0604030504040204" pitchFamily="50" charset="-128"/>
                          <a:ea typeface="メイリオ" panose="020B0604030504040204" pitchFamily="50" charset="-128"/>
                        </a:rPr>
                        <a:t>]</a:t>
                      </a:r>
                      <a:r>
                        <a:rPr kumimoji="1" lang="ja-JP" altLang="en-US" sz="1000" dirty="0">
                          <a:latin typeface="メイリオ" panose="020B0604030504040204" pitchFamily="50" charset="-128"/>
                          <a:ea typeface="メイリオ" panose="020B0604030504040204" pitchFamily="50" charset="-128"/>
                        </a:rPr>
                        <a:t>（標準対応）</a:t>
                      </a:r>
                      <a:endParaRPr kumimoji="1" lang="en-US" altLang="ja-JP" sz="1000" dirty="0">
                        <a:latin typeface="メイリオ" panose="020B0604030504040204" pitchFamily="50" charset="-128"/>
                        <a:ea typeface="メイリオ" panose="020B0604030504040204" pitchFamily="50" charset="-128"/>
                      </a:endParaRPr>
                    </a:p>
                    <a:p>
                      <a:pPr marL="92075" indent="-92075"/>
                      <a:r>
                        <a:rPr kumimoji="1" lang="ja-JP" altLang="en-US" sz="1000" dirty="0">
                          <a:latin typeface="メイリオ" panose="020B0604030504040204" pitchFamily="50" charset="-128"/>
                          <a:ea typeface="メイリオ" panose="020B0604030504040204" pitchFamily="50" charset="-128"/>
                        </a:rPr>
                        <a:t>・</a:t>
                      </a:r>
                      <a:r>
                        <a:rPr kumimoji="1" lang="en-US" altLang="ja-JP" sz="1000" dirty="0">
                          <a:latin typeface="メイリオ" panose="020B0604030504040204" pitchFamily="50" charset="-128"/>
                          <a:ea typeface="メイリオ" panose="020B0604030504040204" pitchFamily="50" charset="-128"/>
                        </a:rPr>
                        <a:t>VPS</a:t>
                      </a:r>
                      <a:r>
                        <a:rPr kumimoji="1" lang="ja-JP" altLang="en-US" sz="1000" dirty="0">
                          <a:latin typeface="メイリオ" panose="020B0604030504040204" pitchFamily="50" charset="-128"/>
                          <a:ea typeface="メイリオ" panose="020B0604030504040204" pitchFamily="50" charset="-128"/>
                        </a:rPr>
                        <a:t>の構成変更によって対応する。</a:t>
                      </a:r>
                    </a:p>
                  </a:txBody>
                  <a:tcPr/>
                </a:tc>
                <a:tc vMerge="1">
                  <a:txBody>
                    <a:bodyPr/>
                    <a:lstStyle/>
                    <a:p>
                      <a:pPr marL="92075" indent="-92075"/>
                      <a:endParaRPr kumimoji="1" lang="ja-JP" altLang="en-US" sz="1000" dirty="0">
                        <a:latin typeface="メイリオ" panose="020B0604030504040204" pitchFamily="50" charset="-128"/>
                        <a:ea typeface="メイリオ" panose="020B0604030504040204" pitchFamily="50" charset="-128"/>
                      </a:endParaRPr>
                    </a:p>
                  </a:txBody>
                  <a:tcPr/>
                </a:tc>
                <a:extLst>
                  <a:ext uri="{0D108BD9-81ED-4DB2-BD59-A6C34878D82A}">
                    <a16:rowId xmlns:a16="http://schemas.microsoft.com/office/drawing/2014/main" val="2682979115"/>
                  </a:ext>
                </a:extLst>
              </a:tr>
              <a:tr h="370840">
                <a:tc vMerge="1">
                  <a:txBody>
                    <a:bodyPr/>
                    <a:lstStyle/>
                    <a:p>
                      <a:endParaRPr kumimoji="1" lang="ja-JP" altLang="en-US" sz="900" dirty="0">
                        <a:latin typeface="+mn-ea"/>
                        <a:ea typeface="+mn-ea"/>
                      </a:endParaRPr>
                    </a:p>
                  </a:txBody>
                  <a:tcPr/>
                </a:tc>
                <a:tc>
                  <a:txBody>
                    <a:bodyPr/>
                    <a:lstStyle/>
                    <a:p>
                      <a:r>
                        <a:rPr kumimoji="1" lang="ja-JP" altLang="en-US" sz="1000" dirty="0">
                          <a:latin typeface="メイリオ" panose="020B0604030504040204" pitchFamily="50" charset="-128"/>
                          <a:ea typeface="メイリオ" panose="020B0604030504040204" pitchFamily="50" charset="-128"/>
                        </a:rPr>
                        <a:t>動的なリソース再編成</a:t>
                      </a:r>
                    </a:p>
                  </a:txBody>
                  <a:tcPr/>
                </a:tc>
                <a:tc>
                  <a:txBody>
                    <a:bodyPr/>
                    <a:lstStyle/>
                    <a:p>
                      <a:r>
                        <a:rPr kumimoji="1" lang="en-US" altLang="ja-JP" sz="1000" dirty="0">
                          <a:latin typeface="メイリオ" panose="020B0604030504040204" pitchFamily="50" charset="-128"/>
                          <a:ea typeface="メイリオ" panose="020B0604030504040204" pitchFamily="50" charset="-128"/>
                        </a:rPr>
                        <a:t>[</a:t>
                      </a:r>
                      <a:r>
                        <a:rPr kumimoji="1" lang="ja-JP" altLang="en-US" sz="1000" dirty="0">
                          <a:latin typeface="メイリオ" panose="020B0604030504040204" pitchFamily="50" charset="-128"/>
                          <a:ea typeface="メイリオ" panose="020B0604030504040204" pitchFamily="50" charset="-128"/>
                        </a:rPr>
                        <a:t>内容</a:t>
                      </a:r>
                      <a:r>
                        <a:rPr kumimoji="1" lang="en-US" altLang="ja-JP" sz="1000" dirty="0">
                          <a:latin typeface="メイリオ" panose="020B0604030504040204" pitchFamily="50" charset="-128"/>
                          <a:ea typeface="メイリオ" panose="020B0604030504040204" pitchFamily="50" charset="-128"/>
                        </a:rPr>
                        <a:t>]</a:t>
                      </a:r>
                      <a:r>
                        <a:rPr kumimoji="1" lang="ja-JP" altLang="en-US" sz="1000" dirty="0">
                          <a:latin typeface="メイリオ" panose="020B0604030504040204" pitchFamily="50" charset="-128"/>
                          <a:ea typeface="メイリオ" panose="020B0604030504040204" pitchFamily="50" charset="-128"/>
                        </a:rPr>
                        <a:t>（標準対応）</a:t>
                      </a:r>
                      <a:endParaRPr kumimoji="1" lang="en-US" altLang="ja-JP" sz="1000" dirty="0">
                        <a:latin typeface="メイリオ" panose="020B0604030504040204" pitchFamily="50" charset="-128"/>
                        <a:ea typeface="メイリオ" panose="020B0604030504040204" pitchFamily="50" charset="-128"/>
                      </a:endParaRPr>
                    </a:p>
                    <a:p>
                      <a:pPr marL="92075" indent="-92075"/>
                      <a:r>
                        <a:rPr kumimoji="1" lang="ja-JP" altLang="en-US" sz="1000" dirty="0">
                          <a:latin typeface="メイリオ" panose="020B0604030504040204" pitchFamily="50" charset="-128"/>
                          <a:ea typeface="メイリオ" panose="020B0604030504040204" pitchFamily="50" charset="-128"/>
                        </a:rPr>
                        <a:t>・</a:t>
                      </a:r>
                      <a:r>
                        <a:rPr kumimoji="1" lang="en-US" altLang="ja-JP" sz="1000" dirty="0">
                          <a:latin typeface="メイリオ" panose="020B0604030504040204" pitchFamily="50" charset="-128"/>
                          <a:ea typeface="メイリオ" panose="020B0604030504040204" pitchFamily="50" charset="-128"/>
                        </a:rPr>
                        <a:t>VPS</a:t>
                      </a:r>
                      <a:r>
                        <a:rPr kumimoji="1" lang="ja-JP" altLang="en-US" sz="1000" dirty="0">
                          <a:latin typeface="メイリオ" panose="020B0604030504040204" pitchFamily="50" charset="-128"/>
                          <a:ea typeface="メイリオ" panose="020B0604030504040204" pitchFamily="50" charset="-128"/>
                        </a:rPr>
                        <a:t>の構成変更によって対応する。</a:t>
                      </a:r>
                    </a:p>
                  </a:txBody>
                  <a:tcPr/>
                </a:tc>
                <a:tc vMerge="1">
                  <a:txBody>
                    <a:bodyPr/>
                    <a:lstStyle/>
                    <a:p>
                      <a:pPr marL="92075" indent="-92075"/>
                      <a:endParaRPr kumimoji="1" lang="ja-JP" altLang="en-US" sz="1000" dirty="0">
                        <a:latin typeface="メイリオ" panose="020B0604030504040204" pitchFamily="50" charset="-128"/>
                        <a:ea typeface="メイリオ" panose="020B0604030504040204" pitchFamily="50" charset="-128"/>
                      </a:endParaRPr>
                    </a:p>
                  </a:txBody>
                  <a:tcPr/>
                </a:tc>
                <a:extLst>
                  <a:ext uri="{0D108BD9-81ED-4DB2-BD59-A6C34878D82A}">
                    <a16:rowId xmlns:a16="http://schemas.microsoft.com/office/drawing/2014/main" val="661303578"/>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00" name="タイトル 1"/>
          <p:cNvSpPr>
            <a:spLocks noGrp="1" noChangeArrowheads="1"/>
          </p:cNvSpPr>
          <p:nvPr>
            <p:ph type="title" idx="4294967295"/>
          </p:nvPr>
        </p:nvSpPr>
        <p:spPr bwMode="auto">
          <a:xfrm>
            <a:off x="763588" y="231304"/>
            <a:ext cx="8200900" cy="533400"/>
          </a:xfrm>
          <a:prstGeom prst="rect">
            <a:avLst/>
          </a:prstGeom>
          <a:noFill/>
          <a:ln>
            <a:miter lim="800000"/>
            <a:headEnd/>
            <a:tailEnd/>
          </a:ln>
        </p:spPr>
        <p:txBody>
          <a:bodyPr>
            <a:normAutofit/>
          </a:bodyPr>
          <a:lstStyle/>
          <a:p>
            <a:pPr algn="l" eaLnBrk="1" hangingPunct="1">
              <a:lnSpc>
                <a:spcPct val="75000"/>
              </a:lnSpc>
            </a:pPr>
            <a:r>
              <a:rPr lang="en-US" altLang="ja-JP" sz="2800" dirty="0">
                <a:latin typeface="メイリオ" panose="020B0604030504040204" pitchFamily="50" charset="-128"/>
                <a:ea typeface="メイリオ" panose="020B0604030504040204" pitchFamily="50" charset="-128"/>
              </a:rPr>
              <a:t>5.対応内容説明 - 監視（システム構成）</a:t>
            </a:r>
          </a:p>
        </p:txBody>
      </p:sp>
      <p:sp>
        <p:nvSpPr>
          <p:cNvPr id="4" name="テキスト ボックス 3"/>
          <p:cNvSpPr txBox="1"/>
          <p:nvPr/>
        </p:nvSpPr>
        <p:spPr>
          <a:xfrm>
            <a:off x="428596" y="785795"/>
            <a:ext cx="8463884" cy="738664"/>
          </a:xfrm>
          <a:prstGeom prst="rect">
            <a:avLst/>
          </a:prstGeom>
          <a:noFill/>
        </p:spPr>
        <p:txBody>
          <a:bodyPr wrap="square" rtlCol="0">
            <a:spAutoFit/>
          </a:bodyPr>
          <a:lstStyle/>
          <a:p>
            <a:r>
              <a:rPr lang="ja-JP" altLang="en-US" sz="1400" dirty="0">
                <a:latin typeface="メイリオ"/>
                <a:ea typeface="メイリオ"/>
                <a:cs typeface="メイリオ"/>
              </a:rPr>
              <a:t>監視は、以下の２パターンをご用意しています。標準で①、オプションで②の監視体制を提供します。</a:t>
            </a:r>
            <a:endParaRPr lang="en-US" altLang="ja-JP" sz="1400" dirty="0">
              <a:latin typeface="メイリオ"/>
              <a:ea typeface="メイリオ"/>
              <a:cs typeface="メイリオ"/>
            </a:endParaRPr>
          </a:p>
          <a:p>
            <a:r>
              <a:rPr lang="ja-JP" altLang="en-US" sz="1400" dirty="0">
                <a:latin typeface="メイリオ"/>
                <a:ea typeface="メイリオ"/>
                <a:cs typeface="メイリオ"/>
              </a:rPr>
              <a:t>異常値を検出した場合、異常内容を解析の上、手順に従った対処を行います。</a:t>
            </a:r>
            <a:endParaRPr lang="en-US" altLang="ja-JP" sz="1400" dirty="0">
              <a:latin typeface="メイリオ"/>
              <a:ea typeface="メイリオ"/>
              <a:cs typeface="メイリオ"/>
            </a:endParaRPr>
          </a:p>
          <a:p>
            <a:r>
              <a:rPr lang="ja-JP" altLang="en-US" sz="1400" dirty="0">
                <a:latin typeface="メイリオ"/>
                <a:ea typeface="メイリオ"/>
                <a:cs typeface="メイリオ"/>
              </a:rPr>
              <a:t>①当社共用の監視サーバにて監視</a:t>
            </a:r>
          </a:p>
        </p:txBody>
      </p:sp>
      <p:pic>
        <p:nvPicPr>
          <p:cNvPr id="5" name="図 4" descr="ericlemerdy-Server-1-800px.png"/>
          <p:cNvPicPr>
            <a:picLocks noChangeAspect="1"/>
          </p:cNvPicPr>
          <p:nvPr/>
        </p:nvPicPr>
        <p:blipFill>
          <a:blip r:embed="rId2" cstate="print"/>
          <a:stretch>
            <a:fillRect/>
          </a:stretch>
        </p:blipFill>
        <p:spPr>
          <a:xfrm>
            <a:off x="1043608" y="1628800"/>
            <a:ext cx="422253" cy="650872"/>
          </a:xfrm>
          <a:prstGeom prst="rect">
            <a:avLst/>
          </a:prstGeom>
        </p:spPr>
      </p:pic>
      <p:pic>
        <p:nvPicPr>
          <p:cNvPr id="6" name="図 5" descr="ericlemerdy-Server-1-800px.png"/>
          <p:cNvPicPr>
            <a:picLocks noChangeAspect="1"/>
          </p:cNvPicPr>
          <p:nvPr/>
        </p:nvPicPr>
        <p:blipFill>
          <a:blip r:embed="rId2" cstate="print"/>
          <a:stretch>
            <a:fillRect/>
          </a:stretch>
        </p:blipFill>
        <p:spPr>
          <a:xfrm>
            <a:off x="1845491" y="1628800"/>
            <a:ext cx="422253" cy="650872"/>
          </a:xfrm>
          <a:prstGeom prst="rect">
            <a:avLst/>
          </a:prstGeom>
        </p:spPr>
      </p:pic>
      <p:sp>
        <p:nvSpPr>
          <p:cNvPr id="7" name="正方形/長方形 6"/>
          <p:cNvSpPr/>
          <p:nvPr/>
        </p:nvSpPr>
        <p:spPr>
          <a:xfrm>
            <a:off x="683568" y="1484784"/>
            <a:ext cx="1872208" cy="1080120"/>
          </a:xfrm>
          <a:prstGeom prst="rect">
            <a:avLst/>
          </a:prstGeom>
          <a:no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テキスト ボックス 7"/>
          <p:cNvSpPr txBox="1"/>
          <p:nvPr/>
        </p:nvSpPr>
        <p:spPr>
          <a:xfrm>
            <a:off x="755576" y="2276872"/>
            <a:ext cx="1665841" cy="253916"/>
          </a:xfrm>
          <a:prstGeom prst="rect">
            <a:avLst/>
          </a:prstGeom>
          <a:noFill/>
        </p:spPr>
        <p:txBody>
          <a:bodyPr wrap="none" rtlCol="0">
            <a:spAutoFit/>
          </a:bodyPr>
          <a:lstStyle/>
          <a:p>
            <a:r>
              <a:rPr kumimoji="1" lang="ja-JP" altLang="en-US" sz="1050" dirty="0"/>
              <a:t>当社監視サーバクラスタ</a:t>
            </a:r>
          </a:p>
        </p:txBody>
      </p:sp>
      <p:sp>
        <p:nvSpPr>
          <p:cNvPr id="9" name="正方形/長方形 8"/>
          <p:cNvSpPr/>
          <p:nvPr/>
        </p:nvSpPr>
        <p:spPr>
          <a:xfrm>
            <a:off x="4499992" y="1484784"/>
            <a:ext cx="3600400" cy="1080120"/>
          </a:xfrm>
          <a:prstGeom prst="rect">
            <a:avLst/>
          </a:prstGeom>
          <a:no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10" name="図 9" descr="ericlemerdy-Server-1-800px.png"/>
          <p:cNvPicPr>
            <a:picLocks noChangeAspect="1"/>
          </p:cNvPicPr>
          <p:nvPr/>
        </p:nvPicPr>
        <p:blipFill>
          <a:blip r:embed="rId2" cstate="print"/>
          <a:stretch>
            <a:fillRect/>
          </a:stretch>
        </p:blipFill>
        <p:spPr>
          <a:xfrm>
            <a:off x="5940152" y="1628800"/>
            <a:ext cx="422253" cy="650872"/>
          </a:xfrm>
          <a:prstGeom prst="rect">
            <a:avLst/>
          </a:prstGeom>
        </p:spPr>
      </p:pic>
      <p:pic>
        <p:nvPicPr>
          <p:cNvPr id="11" name="図 10" descr="ericlemerdy-Server-1-800px.png"/>
          <p:cNvPicPr>
            <a:picLocks noChangeAspect="1"/>
          </p:cNvPicPr>
          <p:nvPr/>
        </p:nvPicPr>
        <p:blipFill>
          <a:blip r:embed="rId2" cstate="print"/>
          <a:stretch>
            <a:fillRect/>
          </a:stretch>
        </p:blipFill>
        <p:spPr>
          <a:xfrm>
            <a:off x="6588224" y="1628800"/>
            <a:ext cx="422253" cy="650872"/>
          </a:xfrm>
          <a:prstGeom prst="rect">
            <a:avLst/>
          </a:prstGeom>
        </p:spPr>
      </p:pic>
      <p:pic>
        <p:nvPicPr>
          <p:cNvPr id="12" name="図 11" descr="ericlemerdy-Server-1-800px.png"/>
          <p:cNvPicPr>
            <a:picLocks noChangeAspect="1"/>
          </p:cNvPicPr>
          <p:nvPr/>
        </p:nvPicPr>
        <p:blipFill>
          <a:blip r:embed="rId2" cstate="print"/>
          <a:stretch>
            <a:fillRect/>
          </a:stretch>
        </p:blipFill>
        <p:spPr>
          <a:xfrm>
            <a:off x="7236296" y="1628800"/>
            <a:ext cx="422253" cy="650872"/>
          </a:xfrm>
          <a:prstGeom prst="rect">
            <a:avLst/>
          </a:prstGeom>
        </p:spPr>
      </p:pic>
      <p:sp>
        <p:nvSpPr>
          <p:cNvPr id="13" name="テキスト ボックス 12"/>
          <p:cNvSpPr txBox="1"/>
          <p:nvPr/>
        </p:nvSpPr>
        <p:spPr>
          <a:xfrm>
            <a:off x="4572000" y="2276872"/>
            <a:ext cx="861133" cy="253916"/>
          </a:xfrm>
          <a:prstGeom prst="rect">
            <a:avLst/>
          </a:prstGeom>
          <a:noFill/>
        </p:spPr>
        <p:txBody>
          <a:bodyPr wrap="none" rtlCol="0">
            <a:spAutoFit/>
          </a:bodyPr>
          <a:lstStyle/>
          <a:p>
            <a:r>
              <a:rPr kumimoji="1" lang="en-US" altLang="ja-JP" sz="1050" dirty="0"/>
              <a:t>EC</a:t>
            </a:r>
            <a:r>
              <a:rPr kumimoji="1" lang="ja-JP" altLang="en-US" sz="1050" dirty="0"/>
              <a:t>システム</a:t>
            </a:r>
          </a:p>
        </p:txBody>
      </p:sp>
      <p:cxnSp>
        <p:nvCxnSpPr>
          <p:cNvPr id="16" name="直線矢印コネクタ 15"/>
          <p:cNvCxnSpPr>
            <a:stCxn id="14" idx="1"/>
            <a:endCxn id="7" idx="3"/>
          </p:cNvCxnSpPr>
          <p:nvPr/>
        </p:nvCxnSpPr>
        <p:spPr>
          <a:xfrm flipH="1">
            <a:off x="2555776" y="2024844"/>
            <a:ext cx="432048" cy="0"/>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pic>
        <p:nvPicPr>
          <p:cNvPr id="14" name="図 13" descr="Internet-800px.png"/>
          <p:cNvPicPr>
            <a:picLocks noChangeAspect="1"/>
          </p:cNvPicPr>
          <p:nvPr/>
        </p:nvPicPr>
        <p:blipFill>
          <a:blip r:embed="rId3" cstate="print"/>
          <a:stretch>
            <a:fillRect/>
          </a:stretch>
        </p:blipFill>
        <p:spPr>
          <a:xfrm>
            <a:off x="2987824" y="1628800"/>
            <a:ext cx="1168993" cy="792088"/>
          </a:xfrm>
          <a:prstGeom prst="rect">
            <a:avLst/>
          </a:prstGeom>
        </p:spPr>
      </p:pic>
      <p:cxnSp>
        <p:nvCxnSpPr>
          <p:cNvPr id="18" name="直線矢印コネクタ 17"/>
          <p:cNvCxnSpPr>
            <a:stCxn id="9" idx="1"/>
            <a:endCxn id="14" idx="3"/>
          </p:cNvCxnSpPr>
          <p:nvPr/>
        </p:nvCxnSpPr>
        <p:spPr>
          <a:xfrm flipH="1">
            <a:off x="4156817" y="2024844"/>
            <a:ext cx="343175" cy="0"/>
          </a:xfrm>
          <a:prstGeom prst="straightConnector1">
            <a:avLst/>
          </a:prstGeom>
          <a:ln w="38100">
            <a:tailEnd type="none"/>
          </a:ln>
        </p:spPr>
        <p:style>
          <a:lnRef idx="1">
            <a:schemeClr val="accent1"/>
          </a:lnRef>
          <a:fillRef idx="0">
            <a:schemeClr val="accent1"/>
          </a:fillRef>
          <a:effectRef idx="0">
            <a:schemeClr val="accent1"/>
          </a:effectRef>
          <a:fontRef idx="minor">
            <a:schemeClr val="tx1"/>
          </a:fontRef>
        </p:style>
      </p:cxnSp>
      <p:sp>
        <p:nvSpPr>
          <p:cNvPr id="23" name="テキスト ボックス 22"/>
          <p:cNvSpPr txBox="1"/>
          <p:nvPr/>
        </p:nvSpPr>
        <p:spPr>
          <a:xfrm>
            <a:off x="3131840" y="2420888"/>
            <a:ext cx="787395" cy="253916"/>
          </a:xfrm>
          <a:prstGeom prst="rect">
            <a:avLst/>
          </a:prstGeom>
          <a:noFill/>
        </p:spPr>
        <p:txBody>
          <a:bodyPr wrap="none" rtlCol="0">
            <a:spAutoFit/>
          </a:bodyPr>
          <a:lstStyle/>
          <a:p>
            <a:r>
              <a:rPr kumimoji="1" lang="en-US" altLang="ja-JP" sz="1050" dirty="0"/>
              <a:t>SNMP</a:t>
            </a:r>
            <a:r>
              <a:rPr kumimoji="1" lang="ja-JP" altLang="en-US" sz="1050" dirty="0"/>
              <a:t>送信</a:t>
            </a:r>
          </a:p>
        </p:txBody>
      </p:sp>
      <p:sp>
        <p:nvSpPr>
          <p:cNvPr id="25" name="円/楕円 24"/>
          <p:cNvSpPr/>
          <p:nvPr/>
        </p:nvSpPr>
        <p:spPr>
          <a:xfrm>
            <a:off x="5724128" y="2060848"/>
            <a:ext cx="504056" cy="432048"/>
          </a:xfrm>
          <a:prstGeom prst="ellipse">
            <a:avLst/>
          </a:prstGeom>
          <a:ln>
            <a:solidFill>
              <a:schemeClr val="bg1">
                <a:lumMod val="65000"/>
              </a:schemeClr>
            </a:solidFill>
          </a:ln>
        </p:spPr>
        <p:style>
          <a:lnRef idx="2">
            <a:schemeClr val="dk1"/>
          </a:lnRef>
          <a:fillRef idx="1">
            <a:schemeClr val="lt1"/>
          </a:fillRef>
          <a:effectRef idx="0">
            <a:schemeClr val="dk1"/>
          </a:effectRef>
          <a:fontRef idx="minor">
            <a:schemeClr val="dk1"/>
          </a:fontRef>
        </p:style>
        <p:txBody>
          <a:bodyPr wrap="none" rtlCol="0" anchor="ctr"/>
          <a:lstStyle/>
          <a:p>
            <a:pPr algn="ctr"/>
            <a:r>
              <a:rPr kumimoji="1" lang="ja-JP" altLang="en-US" sz="800" dirty="0">
                <a:solidFill>
                  <a:schemeClr val="tx1"/>
                </a:solidFill>
              </a:rPr>
              <a:t>監視</a:t>
            </a:r>
            <a:endParaRPr kumimoji="1" lang="en-US" altLang="ja-JP" sz="800" dirty="0">
              <a:solidFill>
                <a:schemeClr val="tx1"/>
              </a:solidFill>
            </a:endParaRPr>
          </a:p>
          <a:p>
            <a:pPr algn="ctr"/>
            <a:r>
              <a:rPr lang="ja-JP" altLang="en-US" sz="800" dirty="0">
                <a:solidFill>
                  <a:schemeClr val="tx1"/>
                </a:solidFill>
              </a:rPr>
              <a:t>エージェント</a:t>
            </a:r>
            <a:endParaRPr kumimoji="1" lang="en-US" altLang="ja-JP" sz="800" dirty="0">
              <a:solidFill>
                <a:schemeClr val="tx1"/>
              </a:solidFill>
            </a:endParaRPr>
          </a:p>
        </p:txBody>
      </p:sp>
      <p:sp>
        <p:nvSpPr>
          <p:cNvPr id="26" name="円/楕円 25"/>
          <p:cNvSpPr/>
          <p:nvPr/>
        </p:nvSpPr>
        <p:spPr>
          <a:xfrm>
            <a:off x="6372200" y="2060848"/>
            <a:ext cx="504056" cy="432048"/>
          </a:xfrm>
          <a:prstGeom prst="ellipse">
            <a:avLst/>
          </a:prstGeom>
          <a:ln>
            <a:solidFill>
              <a:schemeClr val="bg1">
                <a:lumMod val="65000"/>
              </a:schemeClr>
            </a:solidFill>
          </a:ln>
        </p:spPr>
        <p:style>
          <a:lnRef idx="2">
            <a:schemeClr val="dk1"/>
          </a:lnRef>
          <a:fillRef idx="1">
            <a:schemeClr val="lt1"/>
          </a:fillRef>
          <a:effectRef idx="0">
            <a:schemeClr val="dk1"/>
          </a:effectRef>
          <a:fontRef idx="minor">
            <a:schemeClr val="dk1"/>
          </a:fontRef>
        </p:style>
        <p:txBody>
          <a:bodyPr wrap="none" rtlCol="0" anchor="ctr"/>
          <a:lstStyle/>
          <a:p>
            <a:pPr algn="ctr"/>
            <a:r>
              <a:rPr kumimoji="1" lang="ja-JP" altLang="en-US" sz="800" dirty="0">
                <a:solidFill>
                  <a:schemeClr val="tx1"/>
                </a:solidFill>
              </a:rPr>
              <a:t>監視</a:t>
            </a:r>
            <a:endParaRPr kumimoji="1" lang="en-US" altLang="ja-JP" sz="800" dirty="0">
              <a:solidFill>
                <a:schemeClr val="tx1"/>
              </a:solidFill>
            </a:endParaRPr>
          </a:p>
          <a:p>
            <a:pPr algn="ctr"/>
            <a:r>
              <a:rPr lang="ja-JP" altLang="en-US" sz="800" dirty="0">
                <a:solidFill>
                  <a:schemeClr val="tx1"/>
                </a:solidFill>
              </a:rPr>
              <a:t>エージェント</a:t>
            </a:r>
            <a:endParaRPr kumimoji="1" lang="en-US" altLang="ja-JP" sz="800" dirty="0">
              <a:solidFill>
                <a:schemeClr val="tx1"/>
              </a:solidFill>
            </a:endParaRPr>
          </a:p>
        </p:txBody>
      </p:sp>
      <p:sp>
        <p:nvSpPr>
          <p:cNvPr id="27" name="円/楕円 26"/>
          <p:cNvSpPr/>
          <p:nvPr/>
        </p:nvSpPr>
        <p:spPr>
          <a:xfrm>
            <a:off x="7020272" y="2060848"/>
            <a:ext cx="504056" cy="432048"/>
          </a:xfrm>
          <a:prstGeom prst="ellipse">
            <a:avLst/>
          </a:prstGeom>
          <a:ln>
            <a:solidFill>
              <a:schemeClr val="bg1">
                <a:lumMod val="65000"/>
              </a:schemeClr>
            </a:solidFill>
          </a:ln>
        </p:spPr>
        <p:style>
          <a:lnRef idx="2">
            <a:schemeClr val="dk1"/>
          </a:lnRef>
          <a:fillRef idx="1">
            <a:schemeClr val="lt1"/>
          </a:fillRef>
          <a:effectRef idx="0">
            <a:schemeClr val="dk1"/>
          </a:effectRef>
          <a:fontRef idx="minor">
            <a:schemeClr val="dk1"/>
          </a:fontRef>
        </p:style>
        <p:txBody>
          <a:bodyPr wrap="none" rtlCol="0" anchor="ctr"/>
          <a:lstStyle/>
          <a:p>
            <a:pPr algn="ctr"/>
            <a:r>
              <a:rPr kumimoji="1" lang="ja-JP" altLang="en-US" sz="800" dirty="0">
                <a:solidFill>
                  <a:schemeClr val="tx1"/>
                </a:solidFill>
              </a:rPr>
              <a:t>監視</a:t>
            </a:r>
            <a:endParaRPr kumimoji="1" lang="en-US" altLang="ja-JP" sz="800" dirty="0">
              <a:solidFill>
                <a:schemeClr val="tx1"/>
              </a:solidFill>
            </a:endParaRPr>
          </a:p>
          <a:p>
            <a:pPr algn="ctr"/>
            <a:r>
              <a:rPr lang="ja-JP" altLang="en-US" sz="800" dirty="0">
                <a:solidFill>
                  <a:schemeClr val="tx1"/>
                </a:solidFill>
              </a:rPr>
              <a:t>エージェント</a:t>
            </a:r>
            <a:endParaRPr kumimoji="1" lang="en-US" altLang="ja-JP" sz="800" dirty="0">
              <a:solidFill>
                <a:schemeClr val="tx1"/>
              </a:solidFill>
            </a:endParaRPr>
          </a:p>
        </p:txBody>
      </p:sp>
      <p:sp>
        <p:nvSpPr>
          <p:cNvPr id="28" name="テキスト ボックス 27"/>
          <p:cNvSpPr txBox="1"/>
          <p:nvPr/>
        </p:nvSpPr>
        <p:spPr>
          <a:xfrm>
            <a:off x="2267744" y="2636912"/>
            <a:ext cx="2304256" cy="1277273"/>
          </a:xfrm>
          <a:prstGeom prst="rect">
            <a:avLst/>
          </a:prstGeom>
          <a:noFill/>
        </p:spPr>
        <p:txBody>
          <a:bodyPr wrap="square" rtlCol="0">
            <a:spAutoFit/>
          </a:bodyPr>
          <a:lstStyle/>
          <a:p>
            <a:r>
              <a:rPr lang="ja-JP" altLang="en-US" sz="1100" dirty="0">
                <a:latin typeface="メイリオ"/>
                <a:ea typeface="メイリオ"/>
                <a:cs typeface="メイリオ"/>
              </a:rPr>
              <a:t>監視対象</a:t>
            </a:r>
            <a:endParaRPr lang="en-US" altLang="ja-JP" sz="1100" dirty="0">
              <a:latin typeface="メイリオ"/>
              <a:ea typeface="メイリオ"/>
              <a:cs typeface="メイリオ"/>
            </a:endParaRPr>
          </a:p>
          <a:p>
            <a:r>
              <a:rPr lang="ja-JP" altLang="en-US" sz="1100" dirty="0">
                <a:latin typeface="メイリオ"/>
                <a:ea typeface="メイリオ"/>
                <a:cs typeface="メイリオ"/>
              </a:rPr>
              <a:t>・死活監視（プロセス、ポート）</a:t>
            </a:r>
            <a:endParaRPr lang="en-US" altLang="ja-JP" sz="1100" dirty="0">
              <a:latin typeface="メイリオ"/>
              <a:ea typeface="メイリオ"/>
              <a:cs typeface="メイリオ"/>
            </a:endParaRPr>
          </a:p>
          <a:p>
            <a:r>
              <a:rPr lang="ja-JP" altLang="en-US" sz="1100" dirty="0">
                <a:latin typeface="メイリオ"/>
                <a:ea typeface="メイリオ"/>
                <a:cs typeface="メイリオ"/>
              </a:rPr>
              <a:t>・</a:t>
            </a:r>
            <a:r>
              <a:rPr lang="en-US" altLang="ja-JP" sz="1100" dirty="0">
                <a:latin typeface="メイリオ"/>
                <a:ea typeface="メイリオ"/>
                <a:cs typeface="メイリオ"/>
              </a:rPr>
              <a:t>CPU</a:t>
            </a:r>
            <a:r>
              <a:rPr lang="ja-JP" altLang="en-US" sz="1100" dirty="0">
                <a:latin typeface="メイリオ"/>
                <a:ea typeface="メイリオ"/>
                <a:cs typeface="メイリオ"/>
              </a:rPr>
              <a:t>負荷</a:t>
            </a:r>
            <a:endParaRPr lang="en-US" altLang="ja-JP" sz="1100" dirty="0">
              <a:latin typeface="メイリオ"/>
              <a:ea typeface="メイリオ"/>
              <a:cs typeface="メイリオ"/>
            </a:endParaRPr>
          </a:p>
          <a:p>
            <a:r>
              <a:rPr lang="ja-JP" altLang="en-US" sz="1100" dirty="0">
                <a:latin typeface="メイリオ"/>
                <a:ea typeface="メイリオ"/>
                <a:cs typeface="メイリオ"/>
              </a:rPr>
              <a:t>・メモリ使用状況</a:t>
            </a:r>
            <a:endParaRPr lang="en-US" altLang="ja-JP" sz="1100" dirty="0">
              <a:latin typeface="メイリオ"/>
              <a:ea typeface="メイリオ"/>
              <a:cs typeface="メイリオ"/>
            </a:endParaRPr>
          </a:p>
          <a:p>
            <a:r>
              <a:rPr lang="ja-JP" altLang="en-US" sz="1100" dirty="0">
                <a:latin typeface="メイリオ"/>
                <a:ea typeface="メイリオ"/>
                <a:cs typeface="メイリオ"/>
              </a:rPr>
              <a:t>・ディスク使用状況</a:t>
            </a:r>
            <a:endParaRPr lang="en-US" altLang="ja-JP" sz="1100" dirty="0">
              <a:latin typeface="メイリオ"/>
              <a:ea typeface="メイリオ"/>
              <a:cs typeface="メイリオ"/>
            </a:endParaRPr>
          </a:p>
          <a:p>
            <a:r>
              <a:rPr lang="ja-JP" altLang="en-US" sz="1100" dirty="0">
                <a:latin typeface="メイリオ"/>
                <a:ea typeface="メイリオ"/>
                <a:cs typeface="メイリオ"/>
              </a:rPr>
              <a:t>・エラーログ監視</a:t>
            </a:r>
            <a:endParaRPr lang="en-US" altLang="ja-JP" sz="1100" dirty="0">
              <a:latin typeface="メイリオ"/>
              <a:ea typeface="メイリオ"/>
              <a:cs typeface="メイリオ"/>
            </a:endParaRPr>
          </a:p>
          <a:p>
            <a:r>
              <a:rPr lang="ja-JP" altLang="en-US" sz="1100" dirty="0">
                <a:latin typeface="メイリオ"/>
                <a:ea typeface="メイリオ"/>
                <a:cs typeface="メイリオ"/>
              </a:rPr>
              <a:t>・</a:t>
            </a:r>
            <a:r>
              <a:rPr lang="en-US" altLang="ja-JP" sz="1100" dirty="0">
                <a:latin typeface="メイリオ"/>
                <a:ea typeface="メイリオ"/>
                <a:cs typeface="メイリオ"/>
              </a:rPr>
              <a:t>WEB</a:t>
            </a:r>
            <a:r>
              <a:rPr lang="ja-JP" altLang="en-US" sz="1100" dirty="0">
                <a:latin typeface="メイリオ"/>
                <a:ea typeface="メイリオ"/>
                <a:cs typeface="メイリオ"/>
              </a:rPr>
              <a:t>応答性能監視</a:t>
            </a:r>
            <a:endParaRPr lang="en-US" altLang="ja-JP" sz="1100" dirty="0">
              <a:latin typeface="メイリオ"/>
              <a:ea typeface="メイリオ"/>
              <a:cs typeface="メイリオ"/>
            </a:endParaRPr>
          </a:p>
        </p:txBody>
      </p:sp>
      <p:sp>
        <p:nvSpPr>
          <p:cNvPr id="29" name="テキスト ボックス 28"/>
          <p:cNvSpPr txBox="1"/>
          <p:nvPr/>
        </p:nvSpPr>
        <p:spPr>
          <a:xfrm>
            <a:off x="4716016" y="2636912"/>
            <a:ext cx="4143404" cy="769441"/>
          </a:xfrm>
          <a:prstGeom prst="rect">
            <a:avLst/>
          </a:prstGeom>
          <a:noFill/>
        </p:spPr>
        <p:txBody>
          <a:bodyPr wrap="square" rtlCol="0">
            <a:spAutoFit/>
          </a:bodyPr>
          <a:lstStyle/>
          <a:p>
            <a:r>
              <a:rPr lang="ja-JP" altLang="en-US" sz="1100" b="1" dirty="0">
                <a:latin typeface="メイリオ"/>
                <a:ea typeface="メイリオ"/>
                <a:cs typeface="メイリオ"/>
              </a:rPr>
              <a:t>特記事項</a:t>
            </a:r>
            <a:endParaRPr lang="en-US" altLang="ja-JP" sz="1100" b="1" dirty="0">
              <a:latin typeface="メイリオ"/>
              <a:ea typeface="メイリオ"/>
              <a:cs typeface="メイリオ"/>
            </a:endParaRPr>
          </a:p>
          <a:p>
            <a:r>
              <a:rPr lang="en-US" altLang="ja-JP" sz="1100" dirty="0">
                <a:latin typeface="メイリオ"/>
                <a:ea typeface="メイリオ"/>
                <a:cs typeface="メイリオ"/>
              </a:rPr>
              <a:t>EC</a:t>
            </a:r>
            <a:r>
              <a:rPr lang="ja-JP" altLang="en-US" sz="1100" dirty="0">
                <a:latin typeface="メイリオ"/>
                <a:ea typeface="メイリオ"/>
                <a:cs typeface="メイリオ"/>
              </a:rPr>
              <a:t>システムからインターネットに</a:t>
            </a:r>
            <a:r>
              <a:rPr lang="en-US" altLang="ja-JP" sz="1100" dirty="0">
                <a:latin typeface="メイリオ"/>
                <a:ea typeface="メイリオ"/>
                <a:cs typeface="メイリオ"/>
              </a:rPr>
              <a:t>SNMP</a:t>
            </a:r>
            <a:r>
              <a:rPr lang="ja-JP" altLang="en-US" sz="1100" dirty="0">
                <a:latin typeface="メイリオ"/>
                <a:ea typeface="メイリオ"/>
                <a:cs typeface="メイリオ"/>
              </a:rPr>
              <a:t>および</a:t>
            </a:r>
            <a:r>
              <a:rPr lang="en-US" altLang="ja-JP" sz="1100" dirty="0">
                <a:latin typeface="メイリオ"/>
                <a:ea typeface="メイリオ"/>
                <a:cs typeface="メイリオ"/>
              </a:rPr>
              <a:t>SNMP</a:t>
            </a:r>
            <a:r>
              <a:rPr lang="ja-JP" altLang="en-US" sz="1100" dirty="0">
                <a:latin typeface="メイリオ"/>
                <a:ea typeface="メイリオ"/>
                <a:cs typeface="メイリオ"/>
              </a:rPr>
              <a:t>トラップポート（デフォルトでは、</a:t>
            </a:r>
            <a:r>
              <a:rPr lang="en-US" altLang="ja-JP" sz="1100" dirty="0">
                <a:latin typeface="メイリオ"/>
                <a:ea typeface="メイリオ"/>
                <a:cs typeface="メイリオ"/>
              </a:rPr>
              <a:t>161,162)</a:t>
            </a:r>
            <a:r>
              <a:rPr lang="ja-JP" altLang="en-US" sz="1100" dirty="0">
                <a:latin typeface="メイリオ"/>
                <a:ea typeface="メイリオ"/>
                <a:cs typeface="メイリオ"/>
              </a:rPr>
              <a:t>を開ける必要があります。</a:t>
            </a:r>
            <a:endParaRPr lang="en-US" altLang="ja-JP" sz="1100" dirty="0">
              <a:latin typeface="メイリオ"/>
              <a:ea typeface="メイリオ"/>
              <a:cs typeface="メイリオ"/>
            </a:endParaRPr>
          </a:p>
          <a:p>
            <a:r>
              <a:rPr lang="ja-JP" altLang="en-US" sz="1100" dirty="0">
                <a:latin typeface="メイリオ"/>
                <a:ea typeface="メイリオ"/>
                <a:cs typeface="メイリオ"/>
              </a:rPr>
              <a:t>その際に、接続許可はホワイトリストで指定します。</a:t>
            </a:r>
            <a:endParaRPr lang="en-US" altLang="ja-JP" sz="1100" dirty="0">
              <a:latin typeface="メイリオ"/>
              <a:ea typeface="メイリオ"/>
              <a:cs typeface="メイリオ"/>
            </a:endParaRPr>
          </a:p>
        </p:txBody>
      </p:sp>
      <p:sp>
        <p:nvSpPr>
          <p:cNvPr id="30" name="円/楕円 29"/>
          <p:cNvSpPr/>
          <p:nvPr/>
        </p:nvSpPr>
        <p:spPr>
          <a:xfrm>
            <a:off x="683568" y="1556792"/>
            <a:ext cx="504056" cy="432048"/>
          </a:xfrm>
          <a:prstGeom prst="ellipse">
            <a:avLst/>
          </a:prstGeom>
          <a:ln>
            <a:solidFill>
              <a:schemeClr val="bg1">
                <a:lumMod val="65000"/>
              </a:schemeClr>
            </a:solidFill>
          </a:ln>
        </p:spPr>
        <p:style>
          <a:lnRef idx="2">
            <a:schemeClr val="dk1"/>
          </a:lnRef>
          <a:fillRef idx="1">
            <a:schemeClr val="lt1"/>
          </a:fillRef>
          <a:effectRef idx="0">
            <a:schemeClr val="dk1"/>
          </a:effectRef>
          <a:fontRef idx="minor">
            <a:schemeClr val="dk1"/>
          </a:fontRef>
        </p:style>
        <p:txBody>
          <a:bodyPr wrap="none" rtlCol="0" anchor="ctr"/>
          <a:lstStyle/>
          <a:p>
            <a:pPr algn="ctr"/>
            <a:r>
              <a:rPr kumimoji="1" lang="ja-JP" altLang="en-US" sz="800" dirty="0">
                <a:solidFill>
                  <a:schemeClr val="tx1"/>
                </a:solidFill>
              </a:rPr>
              <a:t>監視ツール</a:t>
            </a:r>
            <a:endParaRPr kumimoji="1" lang="en-US" altLang="ja-JP" sz="800" dirty="0">
              <a:solidFill>
                <a:schemeClr val="tx1"/>
              </a:solidFill>
            </a:endParaRPr>
          </a:p>
          <a:p>
            <a:pPr algn="ctr"/>
            <a:r>
              <a:rPr lang="en-US" altLang="ja-JP" sz="800" dirty="0">
                <a:solidFill>
                  <a:schemeClr val="tx1"/>
                </a:solidFill>
              </a:rPr>
              <a:t>(</a:t>
            </a:r>
            <a:r>
              <a:rPr lang="en-US" altLang="ja-JP" sz="800" dirty="0" err="1">
                <a:solidFill>
                  <a:schemeClr val="tx1"/>
                </a:solidFill>
              </a:rPr>
              <a:t>zabbix</a:t>
            </a:r>
            <a:r>
              <a:rPr lang="en-US" altLang="ja-JP" sz="800" dirty="0">
                <a:solidFill>
                  <a:schemeClr val="tx1"/>
                </a:solidFill>
              </a:rPr>
              <a:t>)</a:t>
            </a:r>
            <a:endParaRPr kumimoji="1" lang="en-US" altLang="ja-JP" sz="800" dirty="0">
              <a:solidFill>
                <a:schemeClr val="tx1"/>
              </a:solidFill>
            </a:endParaRPr>
          </a:p>
        </p:txBody>
      </p:sp>
      <p:sp>
        <p:nvSpPr>
          <p:cNvPr id="31" name="円/楕円 30"/>
          <p:cNvSpPr/>
          <p:nvPr/>
        </p:nvSpPr>
        <p:spPr>
          <a:xfrm>
            <a:off x="1485451" y="1556792"/>
            <a:ext cx="504056" cy="432048"/>
          </a:xfrm>
          <a:prstGeom prst="ellipse">
            <a:avLst/>
          </a:prstGeom>
          <a:ln>
            <a:solidFill>
              <a:schemeClr val="bg1">
                <a:lumMod val="65000"/>
              </a:schemeClr>
            </a:solidFill>
          </a:ln>
        </p:spPr>
        <p:style>
          <a:lnRef idx="2">
            <a:schemeClr val="dk1"/>
          </a:lnRef>
          <a:fillRef idx="1">
            <a:schemeClr val="lt1"/>
          </a:fillRef>
          <a:effectRef idx="0">
            <a:schemeClr val="dk1"/>
          </a:effectRef>
          <a:fontRef idx="minor">
            <a:schemeClr val="dk1"/>
          </a:fontRef>
        </p:style>
        <p:txBody>
          <a:bodyPr wrap="none" rtlCol="0" anchor="ctr"/>
          <a:lstStyle/>
          <a:p>
            <a:pPr algn="ctr"/>
            <a:r>
              <a:rPr kumimoji="1" lang="ja-JP" altLang="en-US" sz="800" dirty="0">
                <a:solidFill>
                  <a:schemeClr val="tx1"/>
                </a:solidFill>
              </a:rPr>
              <a:t>監視ツール</a:t>
            </a:r>
            <a:endParaRPr kumimoji="1" lang="en-US" altLang="ja-JP" sz="800" dirty="0">
              <a:solidFill>
                <a:schemeClr val="tx1"/>
              </a:solidFill>
            </a:endParaRPr>
          </a:p>
          <a:p>
            <a:pPr algn="ctr"/>
            <a:r>
              <a:rPr lang="en-US" altLang="ja-JP" sz="800" dirty="0">
                <a:solidFill>
                  <a:schemeClr val="tx1"/>
                </a:solidFill>
              </a:rPr>
              <a:t>(</a:t>
            </a:r>
            <a:r>
              <a:rPr lang="en-US" altLang="ja-JP" sz="800" dirty="0" err="1">
                <a:solidFill>
                  <a:schemeClr val="tx1"/>
                </a:solidFill>
              </a:rPr>
              <a:t>zabbix</a:t>
            </a:r>
            <a:r>
              <a:rPr lang="en-US" altLang="ja-JP" sz="800" dirty="0">
                <a:solidFill>
                  <a:schemeClr val="tx1"/>
                </a:solidFill>
              </a:rPr>
              <a:t>)</a:t>
            </a:r>
            <a:endParaRPr kumimoji="1" lang="en-US" altLang="ja-JP" sz="800" dirty="0">
              <a:solidFill>
                <a:schemeClr val="tx1"/>
              </a:solidFill>
            </a:endParaRPr>
          </a:p>
        </p:txBody>
      </p:sp>
      <p:pic>
        <p:nvPicPr>
          <p:cNvPr id="32" name="図 31" descr="simplePc-800px.png"/>
          <p:cNvPicPr>
            <a:picLocks noChangeAspect="1"/>
          </p:cNvPicPr>
          <p:nvPr/>
        </p:nvPicPr>
        <p:blipFill>
          <a:blip r:embed="rId4" cstate="print"/>
          <a:stretch>
            <a:fillRect/>
          </a:stretch>
        </p:blipFill>
        <p:spPr>
          <a:xfrm>
            <a:off x="1248746" y="2802416"/>
            <a:ext cx="744269" cy="914616"/>
          </a:xfrm>
          <a:prstGeom prst="rect">
            <a:avLst/>
          </a:prstGeom>
        </p:spPr>
      </p:pic>
      <p:cxnSp>
        <p:nvCxnSpPr>
          <p:cNvPr id="33" name="直線矢印コネクタ 32"/>
          <p:cNvCxnSpPr>
            <a:stCxn id="7" idx="2"/>
            <a:endCxn id="32" idx="0"/>
          </p:cNvCxnSpPr>
          <p:nvPr/>
        </p:nvCxnSpPr>
        <p:spPr>
          <a:xfrm>
            <a:off x="1619672" y="2564904"/>
            <a:ext cx="1209" cy="237512"/>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sp>
        <p:nvSpPr>
          <p:cNvPr id="37" name="テキスト ボックス 36"/>
          <p:cNvSpPr txBox="1"/>
          <p:nvPr/>
        </p:nvSpPr>
        <p:spPr>
          <a:xfrm>
            <a:off x="1068504" y="3645024"/>
            <a:ext cx="1127232" cy="253916"/>
          </a:xfrm>
          <a:prstGeom prst="rect">
            <a:avLst/>
          </a:prstGeom>
          <a:noFill/>
        </p:spPr>
        <p:txBody>
          <a:bodyPr wrap="none" rtlCol="0">
            <a:spAutoFit/>
          </a:bodyPr>
          <a:lstStyle/>
          <a:p>
            <a:r>
              <a:rPr lang="ja-JP" altLang="en-US" sz="1050" dirty="0"/>
              <a:t>当社監視担当者</a:t>
            </a:r>
            <a:endParaRPr kumimoji="1" lang="ja-JP" altLang="en-US" sz="1050" dirty="0"/>
          </a:p>
        </p:txBody>
      </p:sp>
      <p:sp>
        <p:nvSpPr>
          <p:cNvPr id="38" name="テキスト ボックス 37"/>
          <p:cNvSpPr txBox="1"/>
          <p:nvPr/>
        </p:nvSpPr>
        <p:spPr>
          <a:xfrm>
            <a:off x="428596" y="3933056"/>
            <a:ext cx="8463884" cy="307777"/>
          </a:xfrm>
          <a:prstGeom prst="rect">
            <a:avLst/>
          </a:prstGeom>
          <a:noFill/>
        </p:spPr>
        <p:txBody>
          <a:bodyPr wrap="square" rtlCol="0">
            <a:spAutoFit/>
          </a:bodyPr>
          <a:lstStyle/>
          <a:p>
            <a:r>
              <a:rPr lang="ja-JP" altLang="en-US" sz="1400" dirty="0">
                <a:latin typeface="メイリオ"/>
                <a:ea typeface="メイリオ"/>
                <a:cs typeface="メイリオ"/>
              </a:rPr>
              <a:t>②</a:t>
            </a:r>
            <a:r>
              <a:rPr lang="en-US" altLang="ja-JP" sz="1400" dirty="0">
                <a:latin typeface="メイリオ"/>
                <a:ea typeface="メイリオ"/>
                <a:cs typeface="メイリオ"/>
              </a:rPr>
              <a:t>EC</a:t>
            </a:r>
            <a:r>
              <a:rPr lang="ja-JP" altLang="en-US" sz="1400" dirty="0">
                <a:latin typeface="メイリオ"/>
                <a:ea typeface="メイリオ"/>
                <a:cs typeface="メイリオ"/>
              </a:rPr>
              <a:t>システム内に専用の監視サーバにて監視</a:t>
            </a:r>
          </a:p>
        </p:txBody>
      </p:sp>
      <p:sp>
        <p:nvSpPr>
          <p:cNvPr id="43" name="正方形/長方形 42"/>
          <p:cNvSpPr/>
          <p:nvPr/>
        </p:nvSpPr>
        <p:spPr>
          <a:xfrm>
            <a:off x="4499992" y="4005064"/>
            <a:ext cx="3600400" cy="1368152"/>
          </a:xfrm>
          <a:prstGeom prst="rect">
            <a:avLst/>
          </a:prstGeom>
          <a:no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44" name="図 43" descr="ericlemerdy-Server-1-800px.png"/>
          <p:cNvPicPr>
            <a:picLocks noChangeAspect="1"/>
          </p:cNvPicPr>
          <p:nvPr/>
        </p:nvPicPr>
        <p:blipFill>
          <a:blip r:embed="rId2" cstate="print"/>
          <a:stretch>
            <a:fillRect/>
          </a:stretch>
        </p:blipFill>
        <p:spPr>
          <a:xfrm>
            <a:off x="5940152" y="4437112"/>
            <a:ext cx="422253" cy="650872"/>
          </a:xfrm>
          <a:prstGeom prst="rect">
            <a:avLst/>
          </a:prstGeom>
        </p:spPr>
      </p:pic>
      <p:pic>
        <p:nvPicPr>
          <p:cNvPr id="45" name="図 44" descr="ericlemerdy-Server-1-800px.png"/>
          <p:cNvPicPr>
            <a:picLocks noChangeAspect="1"/>
          </p:cNvPicPr>
          <p:nvPr/>
        </p:nvPicPr>
        <p:blipFill>
          <a:blip r:embed="rId2" cstate="print"/>
          <a:stretch>
            <a:fillRect/>
          </a:stretch>
        </p:blipFill>
        <p:spPr>
          <a:xfrm>
            <a:off x="6588224" y="4437112"/>
            <a:ext cx="422253" cy="650872"/>
          </a:xfrm>
          <a:prstGeom prst="rect">
            <a:avLst/>
          </a:prstGeom>
        </p:spPr>
      </p:pic>
      <p:pic>
        <p:nvPicPr>
          <p:cNvPr id="46" name="図 45" descr="ericlemerdy-Server-1-800px.png"/>
          <p:cNvPicPr>
            <a:picLocks noChangeAspect="1"/>
          </p:cNvPicPr>
          <p:nvPr/>
        </p:nvPicPr>
        <p:blipFill>
          <a:blip r:embed="rId2" cstate="print"/>
          <a:stretch>
            <a:fillRect/>
          </a:stretch>
        </p:blipFill>
        <p:spPr>
          <a:xfrm>
            <a:off x="7236296" y="4437112"/>
            <a:ext cx="422253" cy="650872"/>
          </a:xfrm>
          <a:prstGeom prst="rect">
            <a:avLst/>
          </a:prstGeom>
        </p:spPr>
      </p:pic>
      <p:sp>
        <p:nvSpPr>
          <p:cNvPr id="47" name="テキスト ボックス 46"/>
          <p:cNvSpPr txBox="1"/>
          <p:nvPr/>
        </p:nvSpPr>
        <p:spPr>
          <a:xfrm>
            <a:off x="4572000" y="5085184"/>
            <a:ext cx="861133" cy="253916"/>
          </a:xfrm>
          <a:prstGeom prst="rect">
            <a:avLst/>
          </a:prstGeom>
          <a:noFill/>
        </p:spPr>
        <p:txBody>
          <a:bodyPr wrap="none" rtlCol="0">
            <a:spAutoFit/>
          </a:bodyPr>
          <a:lstStyle/>
          <a:p>
            <a:r>
              <a:rPr kumimoji="1" lang="en-US" altLang="ja-JP" sz="1050" dirty="0"/>
              <a:t>EC</a:t>
            </a:r>
            <a:r>
              <a:rPr kumimoji="1" lang="ja-JP" altLang="en-US" sz="1050" dirty="0"/>
              <a:t>システム</a:t>
            </a:r>
          </a:p>
        </p:txBody>
      </p:sp>
      <p:sp>
        <p:nvSpPr>
          <p:cNvPr id="51" name="テキスト ボックス 50"/>
          <p:cNvSpPr txBox="1"/>
          <p:nvPr/>
        </p:nvSpPr>
        <p:spPr>
          <a:xfrm>
            <a:off x="3131840" y="5229200"/>
            <a:ext cx="787395" cy="253916"/>
          </a:xfrm>
          <a:prstGeom prst="rect">
            <a:avLst/>
          </a:prstGeom>
          <a:noFill/>
        </p:spPr>
        <p:txBody>
          <a:bodyPr wrap="none" rtlCol="0">
            <a:spAutoFit/>
          </a:bodyPr>
          <a:lstStyle/>
          <a:p>
            <a:r>
              <a:rPr kumimoji="1" lang="en-US" altLang="ja-JP" sz="1050" dirty="0"/>
              <a:t>SNMP</a:t>
            </a:r>
            <a:r>
              <a:rPr kumimoji="1" lang="ja-JP" altLang="en-US" sz="1050" dirty="0"/>
              <a:t>送信</a:t>
            </a:r>
          </a:p>
        </p:txBody>
      </p:sp>
      <p:sp>
        <p:nvSpPr>
          <p:cNvPr id="52" name="円/楕円 51"/>
          <p:cNvSpPr/>
          <p:nvPr/>
        </p:nvSpPr>
        <p:spPr>
          <a:xfrm>
            <a:off x="5724128" y="4869160"/>
            <a:ext cx="504056" cy="432048"/>
          </a:xfrm>
          <a:prstGeom prst="ellipse">
            <a:avLst/>
          </a:prstGeom>
          <a:ln>
            <a:solidFill>
              <a:schemeClr val="bg1">
                <a:lumMod val="65000"/>
              </a:schemeClr>
            </a:solidFill>
          </a:ln>
        </p:spPr>
        <p:style>
          <a:lnRef idx="2">
            <a:schemeClr val="dk1"/>
          </a:lnRef>
          <a:fillRef idx="1">
            <a:schemeClr val="lt1"/>
          </a:fillRef>
          <a:effectRef idx="0">
            <a:schemeClr val="dk1"/>
          </a:effectRef>
          <a:fontRef idx="minor">
            <a:schemeClr val="dk1"/>
          </a:fontRef>
        </p:style>
        <p:txBody>
          <a:bodyPr wrap="none" rtlCol="0" anchor="ctr"/>
          <a:lstStyle/>
          <a:p>
            <a:pPr algn="ctr"/>
            <a:r>
              <a:rPr kumimoji="1" lang="ja-JP" altLang="en-US" sz="800" dirty="0">
                <a:solidFill>
                  <a:schemeClr val="tx1"/>
                </a:solidFill>
              </a:rPr>
              <a:t>監視</a:t>
            </a:r>
            <a:endParaRPr kumimoji="1" lang="en-US" altLang="ja-JP" sz="800" dirty="0">
              <a:solidFill>
                <a:schemeClr val="tx1"/>
              </a:solidFill>
            </a:endParaRPr>
          </a:p>
          <a:p>
            <a:pPr algn="ctr"/>
            <a:r>
              <a:rPr lang="ja-JP" altLang="en-US" sz="800" dirty="0">
                <a:solidFill>
                  <a:schemeClr val="tx1"/>
                </a:solidFill>
              </a:rPr>
              <a:t>エージェント</a:t>
            </a:r>
            <a:endParaRPr kumimoji="1" lang="en-US" altLang="ja-JP" sz="800" dirty="0">
              <a:solidFill>
                <a:schemeClr val="tx1"/>
              </a:solidFill>
            </a:endParaRPr>
          </a:p>
        </p:txBody>
      </p:sp>
      <p:sp>
        <p:nvSpPr>
          <p:cNvPr id="53" name="円/楕円 52"/>
          <p:cNvSpPr/>
          <p:nvPr/>
        </p:nvSpPr>
        <p:spPr>
          <a:xfrm>
            <a:off x="6372200" y="4869160"/>
            <a:ext cx="504056" cy="432048"/>
          </a:xfrm>
          <a:prstGeom prst="ellipse">
            <a:avLst/>
          </a:prstGeom>
          <a:ln>
            <a:solidFill>
              <a:schemeClr val="bg1">
                <a:lumMod val="65000"/>
              </a:schemeClr>
            </a:solidFill>
          </a:ln>
        </p:spPr>
        <p:style>
          <a:lnRef idx="2">
            <a:schemeClr val="dk1"/>
          </a:lnRef>
          <a:fillRef idx="1">
            <a:schemeClr val="lt1"/>
          </a:fillRef>
          <a:effectRef idx="0">
            <a:schemeClr val="dk1"/>
          </a:effectRef>
          <a:fontRef idx="minor">
            <a:schemeClr val="dk1"/>
          </a:fontRef>
        </p:style>
        <p:txBody>
          <a:bodyPr wrap="none" rtlCol="0" anchor="ctr"/>
          <a:lstStyle/>
          <a:p>
            <a:pPr algn="ctr"/>
            <a:r>
              <a:rPr kumimoji="1" lang="ja-JP" altLang="en-US" sz="800" dirty="0">
                <a:solidFill>
                  <a:schemeClr val="tx1"/>
                </a:solidFill>
              </a:rPr>
              <a:t>監視</a:t>
            </a:r>
            <a:endParaRPr kumimoji="1" lang="en-US" altLang="ja-JP" sz="800" dirty="0">
              <a:solidFill>
                <a:schemeClr val="tx1"/>
              </a:solidFill>
            </a:endParaRPr>
          </a:p>
          <a:p>
            <a:pPr algn="ctr"/>
            <a:r>
              <a:rPr lang="ja-JP" altLang="en-US" sz="800" dirty="0">
                <a:solidFill>
                  <a:schemeClr val="tx1"/>
                </a:solidFill>
              </a:rPr>
              <a:t>エージェント</a:t>
            </a:r>
            <a:endParaRPr kumimoji="1" lang="en-US" altLang="ja-JP" sz="800" dirty="0">
              <a:solidFill>
                <a:schemeClr val="tx1"/>
              </a:solidFill>
            </a:endParaRPr>
          </a:p>
        </p:txBody>
      </p:sp>
      <p:sp>
        <p:nvSpPr>
          <p:cNvPr id="54" name="円/楕円 53"/>
          <p:cNvSpPr/>
          <p:nvPr/>
        </p:nvSpPr>
        <p:spPr>
          <a:xfrm>
            <a:off x="7020272" y="4869160"/>
            <a:ext cx="504056" cy="432048"/>
          </a:xfrm>
          <a:prstGeom prst="ellipse">
            <a:avLst/>
          </a:prstGeom>
          <a:ln>
            <a:solidFill>
              <a:schemeClr val="bg1">
                <a:lumMod val="65000"/>
              </a:schemeClr>
            </a:solidFill>
          </a:ln>
        </p:spPr>
        <p:style>
          <a:lnRef idx="2">
            <a:schemeClr val="dk1"/>
          </a:lnRef>
          <a:fillRef idx="1">
            <a:schemeClr val="lt1"/>
          </a:fillRef>
          <a:effectRef idx="0">
            <a:schemeClr val="dk1"/>
          </a:effectRef>
          <a:fontRef idx="minor">
            <a:schemeClr val="dk1"/>
          </a:fontRef>
        </p:style>
        <p:txBody>
          <a:bodyPr wrap="none" rtlCol="0" anchor="ctr"/>
          <a:lstStyle/>
          <a:p>
            <a:pPr algn="ctr"/>
            <a:r>
              <a:rPr kumimoji="1" lang="ja-JP" altLang="en-US" sz="800" dirty="0">
                <a:solidFill>
                  <a:schemeClr val="tx1"/>
                </a:solidFill>
              </a:rPr>
              <a:t>監視</a:t>
            </a:r>
            <a:endParaRPr kumimoji="1" lang="en-US" altLang="ja-JP" sz="800" dirty="0">
              <a:solidFill>
                <a:schemeClr val="tx1"/>
              </a:solidFill>
            </a:endParaRPr>
          </a:p>
          <a:p>
            <a:pPr algn="ctr"/>
            <a:r>
              <a:rPr lang="ja-JP" altLang="en-US" sz="800" dirty="0">
                <a:solidFill>
                  <a:schemeClr val="tx1"/>
                </a:solidFill>
              </a:rPr>
              <a:t>エージェント</a:t>
            </a:r>
            <a:endParaRPr kumimoji="1" lang="en-US" altLang="ja-JP" sz="800" dirty="0">
              <a:solidFill>
                <a:schemeClr val="tx1"/>
              </a:solidFill>
            </a:endParaRPr>
          </a:p>
        </p:txBody>
      </p:sp>
      <p:sp>
        <p:nvSpPr>
          <p:cNvPr id="55" name="テキスト ボックス 54"/>
          <p:cNvSpPr txBox="1"/>
          <p:nvPr/>
        </p:nvSpPr>
        <p:spPr>
          <a:xfrm>
            <a:off x="899592" y="5445224"/>
            <a:ext cx="2304256" cy="1277273"/>
          </a:xfrm>
          <a:prstGeom prst="rect">
            <a:avLst/>
          </a:prstGeom>
          <a:noFill/>
        </p:spPr>
        <p:txBody>
          <a:bodyPr wrap="square" rtlCol="0">
            <a:spAutoFit/>
          </a:bodyPr>
          <a:lstStyle/>
          <a:p>
            <a:r>
              <a:rPr lang="ja-JP" altLang="en-US" sz="1100" dirty="0">
                <a:latin typeface="メイリオ"/>
                <a:ea typeface="メイリオ"/>
                <a:cs typeface="メイリオ"/>
              </a:rPr>
              <a:t>監視対象</a:t>
            </a:r>
            <a:endParaRPr lang="en-US" altLang="ja-JP" sz="1100" dirty="0">
              <a:latin typeface="メイリオ"/>
              <a:ea typeface="メイリオ"/>
              <a:cs typeface="メイリオ"/>
            </a:endParaRPr>
          </a:p>
          <a:p>
            <a:r>
              <a:rPr lang="ja-JP" altLang="en-US" sz="1100" dirty="0">
                <a:latin typeface="メイリオ"/>
                <a:ea typeface="メイリオ"/>
                <a:cs typeface="メイリオ"/>
              </a:rPr>
              <a:t>・死活監視（プロセス、ポート）</a:t>
            </a:r>
            <a:endParaRPr lang="en-US" altLang="ja-JP" sz="1100" dirty="0">
              <a:latin typeface="メイリオ"/>
              <a:ea typeface="メイリオ"/>
              <a:cs typeface="メイリオ"/>
            </a:endParaRPr>
          </a:p>
          <a:p>
            <a:r>
              <a:rPr lang="ja-JP" altLang="en-US" sz="1100" dirty="0">
                <a:latin typeface="メイリオ"/>
                <a:ea typeface="メイリオ"/>
                <a:cs typeface="メイリオ"/>
              </a:rPr>
              <a:t>・</a:t>
            </a:r>
            <a:r>
              <a:rPr lang="en-US" altLang="ja-JP" sz="1100" dirty="0">
                <a:latin typeface="メイリオ"/>
                <a:ea typeface="メイリオ"/>
                <a:cs typeface="メイリオ"/>
              </a:rPr>
              <a:t>CPU</a:t>
            </a:r>
            <a:r>
              <a:rPr lang="ja-JP" altLang="en-US" sz="1100" dirty="0">
                <a:latin typeface="メイリオ"/>
                <a:ea typeface="メイリオ"/>
                <a:cs typeface="メイリオ"/>
              </a:rPr>
              <a:t>負荷</a:t>
            </a:r>
            <a:endParaRPr lang="en-US" altLang="ja-JP" sz="1100" dirty="0">
              <a:latin typeface="メイリオ"/>
              <a:ea typeface="メイリオ"/>
              <a:cs typeface="メイリオ"/>
            </a:endParaRPr>
          </a:p>
          <a:p>
            <a:r>
              <a:rPr lang="ja-JP" altLang="en-US" sz="1100" dirty="0">
                <a:latin typeface="メイリオ"/>
                <a:ea typeface="メイリオ"/>
                <a:cs typeface="メイリオ"/>
              </a:rPr>
              <a:t>・メモリ使用状況</a:t>
            </a:r>
            <a:endParaRPr lang="en-US" altLang="ja-JP" sz="1100" dirty="0">
              <a:latin typeface="メイリオ"/>
              <a:ea typeface="メイリオ"/>
              <a:cs typeface="メイリオ"/>
            </a:endParaRPr>
          </a:p>
          <a:p>
            <a:r>
              <a:rPr lang="ja-JP" altLang="en-US" sz="1100" dirty="0">
                <a:latin typeface="メイリオ"/>
                <a:ea typeface="メイリオ"/>
                <a:cs typeface="メイリオ"/>
              </a:rPr>
              <a:t>・ディスク使用状況</a:t>
            </a:r>
            <a:endParaRPr lang="en-US" altLang="ja-JP" sz="1100" dirty="0">
              <a:latin typeface="メイリオ"/>
              <a:ea typeface="メイリオ"/>
              <a:cs typeface="メイリオ"/>
            </a:endParaRPr>
          </a:p>
          <a:p>
            <a:r>
              <a:rPr lang="ja-JP" altLang="en-US" sz="1100" dirty="0">
                <a:latin typeface="メイリオ"/>
                <a:ea typeface="メイリオ"/>
                <a:cs typeface="メイリオ"/>
              </a:rPr>
              <a:t>・エラーログ監視</a:t>
            </a:r>
            <a:endParaRPr lang="en-US" altLang="ja-JP" sz="1100" dirty="0">
              <a:latin typeface="メイリオ"/>
              <a:ea typeface="メイリオ"/>
              <a:cs typeface="メイリオ"/>
            </a:endParaRPr>
          </a:p>
          <a:p>
            <a:r>
              <a:rPr lang="ja-JP" altLang="en-US" sz="1100" dirty="0">
                <a:latin typeface="メイリオ"/>
                <a:ea typeface="メイリオ"/>
                <a:cs typeface="メイリオ"/>
              </a:rPr>
              <a:t>・</a:t>
            </a:r>
            <a:r>
              <a:rPr lang="en-US" altLang="ja-JP" sz="1100" dirty="0">
                <a:latin typeface="メイリオ"/>
                <a:ea typeface="メイリオ"/>
                <a:cs typeface="メイリオ"/>
              </a:rPr>
              <a:t>WEB</a:t>
            </a:r>
            <a:r>
              <a:rPr lang="ja-JP" altLang="en-US" sz="1100" dirty="0">
                <a:latin typeface="メイリオ"/>
                <a:ea typeface="メイリオ"/>
                <a:cs typeface="メイリオ"/>
              </a:rPr>
              <a:t>応答性能監視</a:t>
            </a:r>
            <a:endParaRPr lang="en-US" altLang="ja-JP" sz="1100" dirty="0">
              <a:latin typeface="メイリオ"/>
              <a:ea typeface="メイリオ"/>
              <a:cs typeface="メイリオ"/>
            </a:endParaRPr>
          </a:p>
        </p:txBody>
      </p:sp>
      <p:sp>
        <p:nvSpPr>
          <p:cNvPr id="56" name="テキスト ボックス 55"/>
          <p:cNvSpPr txBox="1"/>
          <p:nvPr/>
        </p:nvSpPr>
        <p:spPr>
          <a:xfrm>
            <a:off x="4716016" y="5445224"/>
            <a:ext cx="4143404" cy="769441"/>
          </a:xfrm>
          <a:prstGeom prst="rect">
            <a:avLst/>
          </a:prstGeom>
          <a:noFill/>
        </p:spPr>
        <p:txBody>
          <a:bodyPr wrap="square" rtlCol="0">
            <a:spAutoFit/>
          </a:bodyPr>
          <a:lstStyle/>
          <a:p>
            <a:r>
              <a:rPr lang="ja-JP" altLang="en-US" sz="1100" b="1" dirty="0">
                <a:latin typeface="メイリオ"/>
                <a:ea typeface="メイリオ"/>
                <a:cs typeface="メイリオ"/>
              </a:rPr>
              <a:t>特記事項</a:t>
            </a:r>
            <a:endParaRPr lang="en-US" altLang="ja-JP" sz="1100" b="1" dirty="0">
              <a:latin typeface="メイリオ"/>
              <a:ea typeface="メイリオ"/>
              <a:cs typeface="メイリオ"/>
            </a:endParaRPr>
          </a:p>
          <a:p>
            <a:r>
              <a:rPr lang="ja-JP" altLang="en-US" sz="1100" dirty="0">
                <a:latin typeface="メイリオ"/>
                <a:ea typeface="メイリオ"/>
                <a:cs typeface="メイリオ"/>
              </a:rPr>
              <a:t>監視サーバは、シングルとします。</a:t>
            </a:r>
            <a:br>
              <a:rPr lang="en-US" altLang="ja-JP" sz="1100" dirty="0">
                <a:latin typeface="メイリオ"/>
                <a:ea typeface="メイリオ"/>
                <a:cs typeface="メイリオ"/>
              </a:rPr>
            </a:br>
            <a:r>
              <a:rPr lang="ja-JP" altLang="en-US" sz="1100" dirty="0">
                <a:latin typeface="メイリオ"/>
                <a:ea typeface="メイリオ"/>
                <a:cs typeface="メイリオ"/>
              </a:rPr>
              <a:t>物理故障時は、自動的にフェールオーバーを行わないので、手動でのリカバリーが必要となります。</a:t>
            </a:r>
            <a:endParaRPr lang="en-US" altLang="ja-JP" sz="1100" dirty="0">
              <a:latin typeface="メイリオ"/>
              <a:ea typeface="メイリオ"/>
              <a:cs typeface="メイリオ"/>
            </a:endParaRPr>
          </a:p>
        </p:txBody>
      </p:sp>
      <p:pic>
        <p:nvPicPr>
          <p:cNvPr id="59" name="図 58" descr="simplePc-800px.png"/>
          <p:cNvPicPr>
            <a:picLocks noChangeAspect="1"/>
          </p:cNvPicPr>
          <p:nvPr/>
        </p:nvPicPr>
        <p:blipFill>
          <a:blip r:embed="rId4" cstate="print"/>
          <a:stretch>
            <a:fillRect/>
          </a:stretch>
        </p:blipFill>
        <p:spPr>
          <a:xfrm>
            <a:off x="1248746" y="4375990"/>
            <a:ext cx="744269" cy="914616"/>
          </a:xfrm>
          <a:prstGeom prst="rect">
            <a:avLst/>
          </a:prstGeom>
        </p:spPr>
      </p:pic>
      <p:cxnSp>
        <p:nvCxnSpPr>
          <p:cNvPr id="60" name="直線矢印コネクタ 59"/>
          <p:cNvCxnSpPr>
            <a:stCxn id="68" idx="1"/>
            <a:endCxn id="59" idx="3"/>
          </p:cNvCxnSpPr>
          <p:nvPr/>
        </p:nvCxnSpPr>
        <p:spPr>
          <a:xfrm flipH="1">
            <a:off x="1993015" y="4833156"/>
            <a:ext cx="994809" cy="142"/>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sp>
        <p:nvSpPr>
          <p:cNvPr id="61" name="テキスト ボックス 60"/>
          <p:cNvSpPr txBox="1"/>
          <p:nvPr/>
        </p:nvSpPr>
        <p:spPr>
          <a:xfrm>
            <a:off x="1068504" y="5218598"/>
            <a:ext cx="1127232" cy="253916"/>
          </a:xfrm>
          <a:prstGeom prst="rect">
            <a:avLst/>
          </a:prstGeom>
          <a:noFill/>
        </p:spPr>
        <p:txBody>
          <a:bodyPr wrap="none" rtlCol="0">
            <a:spAutoFit/>
          </a:bodyPr>
          <a:lstStyle/>
          <a:p>
            <a:r>
              <a:rPr lang="ja-JP" altLang="en-US" sz="1050" dirty="0"/>
              <a:t>当社監視担当者</a:t>
            </a:r>
            <a:endParaRPr kumimoji="1" lang="ja-JP" altLang="en-US" sz="1050" dirty="0"/>
          </a:p>
        </p:txBody>
      </p:sp>
      <p:pic>
        <p:nvPicPr>
          <p:cNvPr id="62" name="図 61" descr="ericlemerdy-Server-1-800px.png"/>
          <p:cNvPicPr>
            <a:picLocks noChangeAspect="1"/>
          </p:cNvPicPr>
          <p:nvPr/>
        </p:nvPicPr>
        <p:blipFill>
          <a:blip r:embed="rId2" cstate="print"/>
          <a:stretch>
            <a:fillRect/>
          </a:stretch>
        </p:blipFill>
        <p:spPr>
          <a:xfrm>
            <a:off x="5076056" y="4437112"/>
            <a:ext cx="422253" cy="650872"/>
          </a:xfrm>
          <a:prstGeom prst="rect">
            <a:avLst/>
          </a:prstGeom>
        </p:spPr>
      </p:pic>
      <p:sp>
        <p:nvSpPr>
          <p:cNvPr id="63" name="円/楕円 62"/>
          <p:cNvSpPr/>
          <p:nvPr/>
        </p:nvSpPr>
        <p:spPr>
          <a:xfrm>
            <a:off x="4716016" y="4365104"/>
            <a:ext cx="504056" cy="432048"/>
          </a:xfrm>
          <a:prstGeom prst="ellipse">
            <a:avLst/>
          </a:prstGeom>
          <a:ln>
            <a:solidFill>
              <a:schemeClr val="bg1">
                <a:lumMod val="65000"/>
              </a:schemeClr>
            </a:solidFill>
          </a:ln>
        </p:spPr>
        <p:style>
          <a:lnRef idx="2">
            <a:schemeClr val="dk1"/>
          </a:lnRef>
          <a:fillRef idx="1">
            <a:schemeClr val="lt1"/>
          </a:fillRef>
          <a:effectRef idx="0">
            <a:schemeClr val="dk1"/>
          </a:effectRef>
          <a:fontRef idx="minor">
            <a:schemeClr val="dk1"/>
          </a:fontRef>
        </p:style>
        <p:txBody>
          <a:bodyPr wrap="none" rtlCol="0" anchor="ctr"/>
          <a:lstStyle/>
          <a:p>
            <a:pPr algn="ctr"/>
            <a:r>
              <a:rPr kumimoji="1" lang="ja-JP" altLang="en-US" sz="800" dirty="0">
                <a:solidFill>
                  <a:schemeClr val="tx1"/>
                </a:solidFill>
              </a:rPr>
              <a:t>監視ツール</a:t>
            </a:r>
            <a:endParaRPr kumimoji="1" lang="en-US" altLang="ja-JP" sz="800" dirty="0">
              <a:solidFill>
                <a:schemeClr val="tx1"/>
              </a:solidFill>
            </a:endParaRPr>
          </a:p>
          <a:p>
            <a:pPr algn="ctr"/>
            <a:r>
              <a:rPr lang="en-US" altLang="ja-JP" sz="800" dirty="0">
                <a:solidFill>
                  <a:schemeClr val="tx1"/>
                </a:solidFill>
              </a:rPr>
              <a:t>(</a:t>
            </a:r>
            <a:r>
              <a:rPr lang="en-US" altLang="ja-JP" sz="800" dirty="0" err="1">
                <a:solidFill>
                  <a:schemeClr val="tx1"/>
                </a:solidFill>
              </a:rPr>
              <a:t>zabbix</a:t>
            </a:r>
            <a:r>
              <a:rPr lang="en-US" altLang="ja-JP" sz="800" dirty="0">
                <a:solidFill>
                  <a:schemeClr val="tx1"/>
                </a:solidFill>
              </a:rPr>
              <a:t>)</a:t>
            </a:r>
            <a:endParaRPr kumimoji="1" lang="en-US" altLang="ja-JP" sz="800" dirty="0">
              <a:solidFill>
                <a:schemeClr val="tx1"/>
              </a:solidFill>
            </a:endParaRPr>
          </a:p>
        </p:txBody>
      </p:sp>
      <p:pic>
        <p:nvPicPr>
          <p:cNvPr id="68" name="図 67" descr="Internet-800px.png"/>
          <p:cNvPicPr>
            <a:picLocks noChangeAspect="1"/>
          </p:cNvPicPr>
          <p:nvPr/>
        </p:nvPicPr>
        <p:blipFill>
          <a:blip r:embed="rId3" cstate="print"/>
          <a:stretch>
            <a:fillRect/>
          </a:stretch>
        </p:blipFill>
        <p:spPr>
          <a:xfrm>
            <a:off x="2987824" y="4437112"/>
            <a:ext cx="1168993" cy="792088"/>
          </a:xfrm>
          <a:prstGeom prst="rect">
            <a:avLst/>
          </a:prstGeom>
        </p:spPr>
      </p:pic>
      <p:cxnSp>
        <p:nvCxnSpPr>
          <p:cNvPr id="70" name="直線矢印コネクタ 69"/>
          <p:cNvCxnSpPr>
            <a:stCxn id="63" idx="2"/>
            <a:endCxn id="68" idx="3"/>
          </p:cNvCxnSpPr>
          <p:nvPr/>
        </p:nvCxnSpPr>
        <p:spPr>
          <a:xfrm rot="10800000" flipV="1">
            <a:off x="4156818" y="4581128"/>
            <a:ext cx="559199" cy="252028"/>
          </a:xfrm>
          <a:prstGeom prst="bentConnector3">
            <a:avLst>
              <a:gd name="adj1" fmla="val 50000"/>
            </a:avLst>
          </a:prstGeom>
          <a:ln w="38100">
            <a:tailEnd type="none"/>
          </a:ln>
        </p:spPr>
        <p:style>
          <a:lnRef idx="1">
            <a:schemeClr val="accent1"/>
          </a:lnRef>
          <a:fillRef idx="0">
            <a:schemeClr val="accent1"/>
          </a:fillRef>
          <a:effectRef idx="0">
            <a:schemeClr val="accent1"/>
          </a:effectRef>
          <a:fontRef idx="minor">
            <a:schemeClr val="tx1"/>
          </a:fontRef>
        </p:style>
      </p:cxnSp>
      <p:sp>
        <p:nvSpPr>
          <p:cNvPr id="78" name="正方形/長方形 77"/>
          <p:cNvSpPr/>
          <p:nvPr/>
        </p:nvSpPr>
        <p:spPr>
          <a:xfrm>
            <a:off x="4644008" y="4365104"/>
            <a:ext cx="1008112" cy="720080"/>
          </a:xfrm>
          <a:prstGeom prst="rect">
            <a:avLst/>
          </a:prstGeom>
          <a:no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9" name="テキスト ボックス 78"/>
          <p:cNvSpPr txBox="1"/>
          <p:nvPr/>
        </p:nvSpPr>
        <p:spPr>
          <a:xfrm>
            <a:off x="4650177" y="4077072"/>
            <a:ext cx="857927" cy="253916"/>
          </a:xfrm>
          <a:prstGeom prst="rect">
            <a:avLst/>
          </a:prstGeom>
          <a:noFill/>
        </p:spPr>
        <p:txBody>
          <a:bodyPr wrap="none" rtlCol="0">
            <a:spAutoFit/>
          </a:bodyPr>
          <a:lstStyle/>
          <a:p>
            <a:r>
              <a:rPr kumimoji="1" lang="ja-JP" altLang="en-US" sz="1050" dirty="0"/>
              <a:t>監視サーバ</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00" name="タイトル 1"/>
          <p:cNvSpPr>
            <a:spLocks noGrp="1" noChangeArrowheads="1"/>
          </p:cNvSpPr>
          <p:nvPr>
            <p:ph type="title" idx="4294967295"/>
          </p:nvPr>
        </p:nvSpPr>
        <p:spPr bwMode="auto">
          <a:xfrm>
            <a:off x="763588" y="231304"/>
            <a:ext cx="6537325" cy="533400"/>
          </a:xfrm>
          <a:prstGeom prst="rect">
            <a:avLst/>
          </a:prstGeom>
          <a:noFill/>
          <a:ln>
            <a:miter lim="800000"/>
            <a:headEnd/>
            <a:tailEnd/>
          </a:ln>
        </p:spPr>
        <p:txBody>
          <a:bodyPr>
            <a:normAutofit/>
          </a:bodyPr>
          <a:lstStyle/>
          <a:p>
            <a:pPr algn="l">
              <a:lnSpc>
                <a:spcPct val="75000"/>
              </a:lnSpc>
            </a:pPr>
            <a:r>
              <a:rPr lang="en-US" altLang="ja-JP" sz="2800" dirty="0">
                <a:latin typeface="メイリオ" panose="020B0604030504040204" pitchFamily="50" charset="-128"/>
                <a:ea typeface="メイリオ" panose="020B0604030504040204" pitchFamily="50" charset="-128"/>
              </a:rPr>
              <a:t>6.対応内容説明 - バックアップ</a:t>
            </a:r>
          </a:p>
        </p:txBody>
      </p:sp>
      <p:sp>
        <p:nvSpPr>
          <p:cNvPr id="4" name="テキスト ボックス 3"/>
          <p:cNvSpPr txBox="1"/>
          <p:nvPr/>
        </p:nvSpPr>
        <p:spPr>
          <a:xfrm>
            <a:off x="216649" y="764704"/>
            <a:ext cx="8463884" cy="307777"/>
          </a:xfrm>
          <a:prstGeom prst="rect">
            <a:avLst/>
          </a:prstGeom>
          <a:noFill/>
        </p:spPr>
        <p:txBody>
          <a:bodyPr wrap="square" rtlCol="0">
            <a:spAutoFit/>
          </a:bodyPr>
          <a:lstStyle/>
          <a:p>
            <a:r>
              <a:rPr lang="ja-JP" altLang="en-US" sz="1400" dirty="0">
                <a:latin typeface="メイリオ"/>
                <a:ea typeface="メイリオ"/>
                <a:cs typeface="メイリオ"/>
              </a:rPr>
              <a:t>バックアップは、以下とします。</a:t>
            </a:r>
          </a:p>
        </p:txBody>
      </p:sp>
      <p:graphicFrame>
        <p:nvGraphicFramePr>
          <p:cNvPr id="3" name="表 2">
            <a:extLst>
              <a:ext uri="{FF2B5EF4-FFF2-40B4-BE49-F238E27FC236}">
                <a16:creationId xmlns:a16="http://schemas.microsoft.com/office/drawing/2014/main" id="{C028B721-3E8D-7072-EB35-D096D776EB13}"/>
              </a:ext>
            </a:extLst>
          </p:cNvPr>
          <p:cNvGraphicFramePr>
            <a:graphicFrameLocks noGrp="1"/>
          </p:cNvGraphicFramePr>
          <p:nvPr>
            <p:extLst>
              <p:ext uri="{D42A27DB-BD31-4B8C-83A1-F6EECF244321}">
                <p14:modId xmlns:p14="http://schemas.microsoft.com/office/powerpoint/2010/main" val="2786280382"/>
              </p:ext>
            </p:extLst>
          </p:nvPr>
        </p:nvGraphicFramePr>
        <p:xfrm>
          <a:off x="327605" y="1178585"/>
          <a:ext cx="8647505" cy="2057400"/>
        </p:xfrm>
        <a:graphic>
          <a:graphicData uri="http://schemas.openxmlformats.org/drawingml/2006/table">
            <a:tbl>
              <a:tblPr firstRow="1" bandRow="1">
                <a:tableStyleId>{5C22544A-7EE6-4342-B048-85BDC9FD1C3A}</a:tableStyleId>
              </a:tblPr>
              <a:tblGrid>
                <a:gridCol w="1210525">
                  <a:extLst>
                    <a:ext uri="{9D8B030D-6E8A-4147-A177-3AD203B41FA5}">
                      <a16:colId xmlns:a16="http://schemas.microsoft.com/office/drawing/2014/main" val="20000"/>
                    </a:ext>
                  </a:extLst>
                </a:gridCol>
                <a:gridCol w="1696227">
                  <a:extLst>
                    <a:ext uri="{9D8B030D-6E8A-4147-A177-3AD203B41FA5}">
                      <a16:colId xmlns:a16="http://schemas.microsoft.com/office/drawing/2014/main" val="20001"/>
                    </a:ext>
                  </a:extLst>
                </a:gridCol>
                <a:gridCol w="1416709">
                  <a:extLst>
                    <a:ext uri="{9D8B030D-6E8A-4147-A177-3AD203B41FA5}">
                      <a16:colId xmlns:a16="http://schemas.microsoft.com/office/drawing/2014/main" val="20002"/>
                    </a:ext>
                  </a:extLst>
                </a:gridCol>
                <a:gridCol w="1416709">
                  <a:extLst>
                    <a:ext uri="{9D8B030D-6E8A-4147-A177-3AD203B41FA5}">
                      <a16:colId xmlns:a16="http://schemas.microsoft.com/office/drawing/2014/main" val="20003"/>
                    </a:ext>
                  </a:extLst>
                </a:gridCol>
                <a:gridCol w="1416709">
                  <a:extLst>
                    <a:ext uri="{9D8B030D-6E8A-4147-A177-3AD203B41FA5}">
                      <a16:colId xmlns:a16="http://schemas.microsoft.com/office/drawing/2014/main" val="20004"/>
                    </a:ext>
                  </a:extLst>
                </a:gridCol>
                <a:gridCol w="1490626">
                  <a:extLst>
                    <a:ext uri="{9D8B030D-6E8A-4147-A177-3AD203B41FA5}">
                      <a16:colId xmlns:a16="http://schemas.microsoft.com/office/drawing/2014/main" val="20005"/>
                    </a:ext>
                  </a:extLst>
                </a:gridCol>
              </a:tblGrid>
              <a:tr h="144016">
                <a:tc>
                  <a:txBody>
                    <a:bodyPr/>
                    <a:lstStyle/>
                    <a:p>
                      <a:r>
                        <a:rPr kumimoji="1" lang="ja-JP" altLang="en-US" sz="1050" dirty="0">
                          <a:latin typeface="メイリオ" panose="020B0604030504040204" pitchFamily="50" charset="-128"/>
                          <a:ea typeface="メイリオ" panose="020B0604030504040204" pitchFamily="50" charset="-128"/>
                        </a:rPr>
                        <a:t>サーバ</a:t>
                      </a:r>
                    </a:p>
                  </a:txBody>
                  <a:tcPr/>
                </a:tc>
                <a:tc>
                  <a:txBody>
                    <a:bodyPr/>
                    <a:lstStyle/>
                    <a:p>
                      <a:r>
                        <a:rPr kumimoji="1" lang="ja-JP" altLang="en-US" sz="1050" dirty="0">
                          <a:latin typeface="メイリオ" panose="020B0604030504040204" pitchFamily="50" charset="-128"/>
                          <a:ea typeface="メイリオ" panose="020B0604030504040204" pitchFamily="50" charset="-128"/>
                        </a:rPr>
                        <a:t>バックアップ対象</a:t>
                      </a:r>
                    </a:p>
                  </a:txBody>
                  <a:tcPr/>
                </a:tc>
                <a:tc>
                  <a:txBody>
                    <a:bodyPr/>
                    <a:lstStyle/>
                    <a:p>
                      <a:r>
                        <a:rPr kumimoji="1" lang="ja-JP" altLang="en-US" sz="1050" dirty="0">
                          <a:latin typeface="メイリオ" panose="020B0604030504040204" pitchFamily="50" charset="-128"/>
                          <a:ea typeface="メイリオ" panose="020B0604030504040204" pitchFamily="50" charset="-128"/>
                        </a:rPr>
                        <a:t>バックアップ方法</a:t>
                      </a:r>
                    </a:p>
                  </a:txBody>
                  <a:tcPr/>
                </a:tc>
                <a:tc>
                  <a:txBody>
                    <a:bodyPr/>
                    <a:lstStyle/>
                    <a:p>
                      <a:r>
                        <a:rPr kumimoji="1" lang="ja-JP" altLang="en-US" sz="1050" dirty="0">
                          <a:latin typeface="メイリオ" panose="020B0604030504040204" pitchFamily="50" charset="-128"/>
                          <a:ea typeface="メイリオ" panose="020B0604030504040204" pitchFamily="50" charset="-128"/>
                        </a:rPr>
                        <a:t>タイミング</a:t>
                      </a:r>
                    </a:p>
                  </a:txBody>
                  <a:tcPr/>
                </a:tc>
                <a:tc>
                  <a:txBody>
                    <a:bodyPr/>
                    <a:lstStyle/>
                    <a:p>
                      <a:r>
                        <a:rPr kumimoji="1" lang="ja-JP" altLang="en-US" sz="1050" dirty="0">
                          <a:latin typeface="メイリオ" panose="020B0604030504040204" pitchFamily="50" charset="-128"/>
                          <a:ea typeface="メイリオ" panose="020B0604030504040204" pitchFamily="50" charset="-128"/>
                        </a:rPr>
                        <a:t>保管場所</a:t>
                      </a:r>
                    </a:p>
                  </a:txBody>
                  <a:tcPr/>
                </a:tc>
                <a:tc>
                  <a:txBody>
                    <a:bodyPr/>
                    <a:lstStyle/>
                    <a:p>
                      <a:r>
                        <a:rPr kumimoji="1" lang="ja-JP" altLang="en-US" sz="1050" dirty="0">
                          <a:latin typeface="メイリオ" panose="020B0604030504040204" pitchFamily="50" charset="-128"/>
                          <a:ea typeface="メイリオ" panose="020B0604030504040204" pitchFamily="50" charset="-128"/>
                        </a:rPr>
                        <a:t>保管世代数</a:t>
                      </a:r>
                    </a:p>
                  </a:txBody>
                  <a:tcPr/>
                </a:tc>
                <a:extLst>
                  <a:ext uri="{0D108BD9-81ED-4DB2-BD59-A6C34878D82A}">
                    <a16:rowId xmlns:a16="http://schemas.microsoft.com/office/drawing/2014/main" val="10000"/>
                  </a:ext>
                </a:extLst>
              </a:tr>
              <a:tr h="370840">
                <a:tc>
                  <a:txBody>
                    <a:bodyPr/>
                    <a:lstStyle/>
                    <a:p>
                      <a:r>
                        <a:rPr kumimoji="1" lang="ja-JP" altLang="en-US" sz="1050" dirty="0">
                          <a:latin typeface="メイリオ" panose="020B0604030504040204" pitchFamily="50" charset="-128"/>
                          <a:ea typeface="メイリオ" panose="020B0604030504040204" pitchFamily="50" charset="-128"/>
                        </a:rPr>
                        <a:t>全サーバ</a:t>
                      </a:r>
                      <a:endParaRPr kumimoji="1" lang="en-US" altLang="ja-JP" sz="1050" dirty="0">
                        <a:latin typeface="メイリオ" panose="020B0604030504040204" pitchFamily="50" charset="-128"/>
                        <a:ea typeface="メイリオ" panose="020B0604030504040204" pitchFamily="50" charset="-128"/>
                      </a:endParaRPr>
                    </a:p>
                  </a:txBody>
                  <a:tcPr/>
                </a:tc>
                <a:tc>
                  <a:txBody>
                    <a:bodyPr/>
                    <a:lstStyle/>
                    <a:p>
                      <a:r>
                        <a:rPr lang="ja-JP" altLang="en-US" sz="1050" dirty="0">
                          <a:latin typeface="メイリオ" panose="020B0604030504040204" pitchFamily="50" charset="-128"/>
                          <a:ea typeface="メイリオ" panose="020B0604030504040204" pitchFamily="50" charset="-128"/>
                        </a:rPr>
                        <a:t>インスタンス・イメージ</a:t>
                      </a:r>
                    </a:p>
                  </a:txBody>
                  <a:tcPr/>
                </a:tc>
                <a:tc>
                  <a:txBody>
                    <a:bodyPr/>
                    <a:lstStyle/>
                    <a:p>
                      <a:r>
                        <a:rPr kumimoji="1" lang="ja-JP" altLang="en-US" sz="1050" dirty="0">
                          <a:latin typeface="メイリオ" panose="020B0604030504040204" pitchFamily="50" charset="-128"/>
                          <a:ea typeface="メイリオ" panose="020B0604030504040204" pitchFamily="50" charset="-128"/>
                        </a:rPr>
                        <a:t>インスタンスバックアップ</a:t>
                      </a:r>
                    </a:p>
                  </a:txBody>
                  <a:tcPr/>
                </a:tc>
                <a:tc>
                  <a:txBody>
                    <a:bodyPr/>
                    <a:lstStyle/>
                    <a:p>
                      <a:r>
                        <a:rPr kumimoji="1" lang="ja-JP" altLang="en-US" sz="1050" dirty="0">
                          <a:solidFill>
                            <a:schemeClr val="tx1"/>
                          </a:solidFill>
                          <a:latin typeface="メイリオ" panose="020B0604030504040204" pitchFamily="50" charset="-128"/>
                          <a:ea typeface="メイリオ" panose="020B0604030504040204" pitchFamily="50" charset="-128"/>
                        </a:rPr>
                        <a:t>リリース時</a:t>
                      </a:r>
                    </a:p>
                  </a:txBody>
                  <a:tcPr/>
                </a:tc>
                <a:tc>
                  <a:txBody>
                    <a:bodyPr/>
                    <a:lstStyle/>
                    <a:p>
                      <a:r>
                        <a:rPr kumimoji="1" lang="ja-JP" altLang="en-US" sz="1050" dirty="0">
                          <a:latin typeface="メイリオ" panose="020B0604030504040204" pitchFamily="50" charset="-128"/>
                          <a:ea typeface="メイリオ" panose="020B0604030504040204" pitchFamily="50" charset="-128"/>
                        </a:rPr>
                        <a:t>クラウドサービス内</a:t>
                      </a:r>
                    </a:p>
                  </a:txBody>
                  <a:tcPr/>
                </a:tc>
                <a:tc>
                  <a:txBody>
                    <a:bodyPr/>
                    <a:lstStyle/>
                    <a:p>
                      <a:r>
                        <a:rPr kumimoji="1" lang="en-US" altLang="ja-JP" sz="1050" dirty="0">
                          <a:solidFill>
                            <a:schemeClr val="tx1"/>
                          </a:solidFill>
                          <a:latin typeface="メイリオ" panose="020B0604030504040204" pitchFamily="50" charset="-128"/>
                          <a:ea typeface="メイリオ" panose="020B0604030504040204" pitchFamily="50" charset="-128"/>
                        </a:rPr>
                        <a:t>5</a:t>
                      </a:r>
                      <a:r>
                        <a:rPr kumimoji="1" lang="ja-JP" altLang="en-US" sz="1050" dirty="0">
                          <a:solidFill>
                            <a:schemeClr val="tx1"/>
                          </a:solidFill>
                          <a:latin typeface="メイリオ" panose="020B0604030504040204" pitchFamily="50" charset="-128"/>
                          <a:ea typeface="メイリオ" panose="020B0604030504040204" pitchFamily="50" charset="-128"/>
                        </a:rPr>
                        <a:t>世代</a:t>
                      </a:r>
                      <a:endParaRPr kumimoji="1" lang="en-US" altLang="ja-JP" sz="1050" dirty="0">
                        <a:solidFill>
                          <a:schemeClr val="tx1"/>
                        </a:solidFill>
                        <a:latin typeface="メイリオ" panose="020B0604030504040204" pitchFamily="50" charset="-128"/>
                        <a:ea typeface="メイリオ" panose="020B0604030504040204" pitchFamily="50" charset="-128"/>
                      </a:endParaRPr>
                    </a:p>
                  </a:txBody>
                  <a:tcPr/>
                </a:tc>
                <a:extLst>
                  <a:ext uri="{0D108BD9-81ED-4DB2-BD59-A6C34878D82A}">
                    <a16:rowId xmlns:a16="http://schemas.microsoft.com/office/drawing/2014/main" val="10001"/>
                  </a:ext>
                </a:extLst>
              </a:tr>
              <a:tr h="370840">
                <a:tc>
                  <a:txBody>
                    <a:bodyPr/>
                    <a:lstStyle/>
                    <a:p>
                      <a:r>
                        <a:rPr kumimoji="1" lang="en-US" altLang="ja-JP" sz="1050" dirty="0">
                          <a:latin typeface="メイリオ" panose="020B0604030504040204" pitchFamily="50" charset="-128"/>
                          <a:ea typeface="メイリオ" panose="020B0604030504040204" pitchFamily="50" charset="-128"/>
                        </a:rPr>
                        <a:t>LB</a:t>
                      </a:r>
                      <a:r>
                        <a:rPr kumimoji="1" lang="ja-JP" altLang="en-US" sz="1050" dirty="0">
                          <a:latin typeface="メイリオ" panose="020B0604030504040204" pitchFamily="50" charset="-128"/>
                          <a:ea typeface="メイリオ" panose="020B0604030504040204" pitchFamily="50" charset="-128"/>
                        </a:rPr>
                        <a:t>サーバ</a:t>
                      </a:r>
                    </a:p>
                  </a:txBody>
                  <a:tcPr/>
                </a:tc>
                <a:tc>
                  <a:txBody>
                    <a:bodyPr/>
                    <a:lstStyle/>
                    <a:p>
                      <a:r>
                        <a:rPr kumimoji="1" lang="ja-JP" altLang="en-US" sz="1050" dirty="0">
                          <a:latin typeface="メイリオ" panose="020B0604030504040204" pitchFamily="50" charset="-128"/>
                          <a:ea typeface="メイリオ" panose="020B0604030504040204" pitchFamily="50" charset="-128"/>
                        </a:rPr>
                        <a:t>アクセスログ</a:t>
                      </a:r>
                      <a:endParaRPr kumimoji="1" lang="en-US" altLang="ja-JP" sz="1050" dirty="0">
                        <a:latin typeface="メイリオ" panose="020B0604030504040204" pitchFamily="50" charset="-128"/>
                        <a:ea typeface="メイリオ" panose="020B0604030504040204" pitchFamily="50" charset="-128"/>
                      </a:endParaRPr>
                    </a:p>
                    <a:p>
                      <a:r>
                        <a:rPr kumimoji="1" lang="ja-JP" altLang="en-US" sz="1050" dirty="0">
                          <a:latin typeface="メイリオ" panose="020B0604030504040204" pitchFamily="50" charset="-128"/>
                          <a:ea typeface="メイリオ" panose="020B0604030504040204" pitchFamily="50" charset="-128"/>
                        </a:rPr>
                        <a:t>エラーログ</a:t>
                      </a:r>
                    </a:p>
                  </a:txBody>
                  <a:tcPr/>
                </a:tc>
                <a:tc>
                  <a:txBody>
                    <a:bodyPr/>
                    <a:lstStyle/>
                    <a:p>
                      <a:r>
                        <a:rPr kumimoji="1" lang="ja-JP" altLang="en-US" sz="1050" dirty="0">
                          <a:latin typeface="メイリオ" panose="020B0604030504040204" pitchFamily="50" charset="-128"/>
                          <a:ea typeface="メイリオ" panose="020B0604030504040204" pitchFamily="50" charset="-128"/>
                        </a:rPr>
                        <a:t>ファイル圧縮保存</a:t>
                      </a:r>
                      <a:endParaRPr kumimoji="1" lang="en-US" altLang="ja-JP" sz="1050" dirty="0">
                        <a:latin typeface="メイリオ" panose="020B0604030504040204" pitchFamily="50" charset="-128"/>
                        <a:ea typeface="メイリオ" panose="020B0604030504040204" pitchFamily="50" charset="-128"/>
                      </a:endParaRPr>
                    </a:p>
                  </a:txBody>
                  <a:tcPr/>
                </a:tc>
                <a:tc>
                  <a:txBody>
                    <a:bodyPr/>
                    <a:lstStyle/>
                    <a:p>
                      <a:r>
                        <a:rPr kumimoji="1" lang="en-US" altLang="ja-JP" sz="1050" dirty="0">
                          <a:latin typeface="メイリオ" panose="020B0604030504040204" pitchFamily="50" charset="-128"/>
                          <a:ea typeface="メイリオ" panose="020B0604030504040204" pitchFamily="50" charset="-128"/>
                        </a:rPr>
                        <a:t>5</a:t>
                      </a:r>
                      <a:r>
                        <a:rPr kumimoji="1" lang="ja-JP" altLang="en-US" sz="1050" dirty="0">
                          <a:latin typeface="メイリオ" panose="020B0604030504040204" pitchFamily="50" charset="-128"/>
                          <a:ea typeface="メイリオ" panose="020B0604030504040204" pitchFamily="50" charset="-128"/>
                        </a:rPr>
                        <a:t>時近傍</a:t>
                      </a:r>
                      <a:endParaRPr kumimoji="1" lang="en-US" altLang="ja-JP" sz="1050" dirty="0">
                        <a:latin typeface="メイリオ" panose="020B0604030504040204" pitchFamily="50" charset="-128"/>
                        <a:ea typeface="メイリオ" panose="020B0604030504040204" pitchFamily="50" charset="-128"/>
                      </a:endParaRPr>
                    </a:p>
                    <a:p>
                      <a:r>
                        <a:rPr kumimoji="1" lang="ja-JP" altLang="en-US" sz="1050" dirty="0">
                          <a:solidFill>
                            <a:srgbClr val="FF0000"/>
                          </a:solidFill>
                          <a:latin typeface="メイリオ" panose="020B0604030504040204" pitchFamily="50" charset="-128"/>
                          <a:ea typeface="メイリオ" panose="020B0604030504040204" pitchFamily="50" charset="-128"/>
                        </a:rPr>
                        <a:t>（</a:t>
                      </a:r>
                      <a:r>
                        <a:rPr kumimoji="1" lang="en-US" altLang="ja-JP" sz="1050" dirty="0">
                          <a:solidFill>
                            <a:srgbClr val="FF0000"/>
                          </a:solidFill>
                          <a:latin typeface="メイリオ" panose="020B0604030504040204" pitchFamily="50" charset="-128"/>
                          <a:ea typeface="メイリオ" panose="020B0604030504040204" pitchFamily="50" charset="-128"/>
                        </a:rPr>
                        <a:t>T.B.D)</a:t>
                      </a:r>
                      <a:endParaRPr kumimoji="1" lang="ja-JP" altLang="en-US" sz="1050" dirty="0">
                        <a:solidFill>
                          <a:srgbClr val="FF0000"/>
                        </a:solidFill>
                        <a:latin typeface="メイリオ" panose="020B0604030504040204" pitchFamily="50" charset="-128"/>
                        <a:ea typeface="メイリオ" panose="020B0604030504040204" pitchFamily="50" charset="-128"/>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50" dirty="0">
                          <a:latin typeface="メイリオ" panose="020B0604030504040204" pitchFamily="50" charset="-128"/>
                          <a:ea typeface="メイリオ" panose="020B0604030504040204" pitchFamily="50" charset="-128"/>
                        </a:rPr>
                        <a:t>クラウドサービス内</a:t>
                      </a:r>
                    </a:p>
                  </a:txBody>
                  <a:tcPr/>
                </a:tc>
                <a:tc>
                  <a:txBody>
                    <a:bodyPr/>
                    <a:lstStyle/>
                    <a:p>
                      <a:r>
                        <a:rPr kumimoji="1" lang="en-US" altLang="ja-JP" sz="1050" dirty="0">
                          <a:latin typeface="メイリオ" panose="020B0604030504040204" pitchFamily="50" charset="-128"/>
                          <a:ea typeface="メイリオ" panose="020B0604030504040204" pitchFamily="50" charset="-128"/>
                        </a:rPr>
                        <a:t>30</a:t>
                      </a:r>
                      <a:r>
                        <a:rPr kumimoji="1" lang="ja-JP" altLang="en-US" sz="1050" dirty="0">
                          <a:latin typeface="メイリオ" panose="020B0604030504040204" pitchFamily="50" charset="-128"/>
                          <a:ea typeface="メイリオ" panose="020B0604030504040204" pitchFamily="50" charset="-128"/>
                        </a:rPr>
                        <a:t>日間分</a:t>
                      </a:r>
                      <a:endParaRPr kumimoji="1" lang="en-US" altLang="ja-JP" sz="1050" dirty="0">
                        <a:latin typeface="メイリオ" panose="020B0604030504040204" pitchFamily="50" charset="-128"/>
                        <a:ea typeface="メイリオ" panose="020B0604030504040204" pitchFamily="50" charset="-128"/>
                      </a:endParaRPr>
                    </a:p>
                  </a:txBody>
                  <a:tcPr/>
                </a:tc>
                <a:extLst>
                  <a:ext uri="{0D108BD9-81ED-4DB2-BD59-A6C34878D82A}">
                    <a16:rowId xmlns:a16="http://schemas.microsoft.com/office/drawing/2014/main" val="10003"/>
                  </a:ext>
                </a:extLst>
              </a:tr>
              <a:tr h="370840">
                <a:tc rowSpan="2">
                  <a:txBody>
                    <a:bodyPr/>
                    <a:lstStyle/>
                    <a:p>
                      <a:r>
                        <a:rPr kumimoji="1" lang="en-US" altLang="ja-JP" sz="1050" dirty="0">
                          <a:latin typeface="メイリオ" panose="020B0604030504040204" pitchFamily="50" charset="-128"/>
                          <a:ea typeface="メイリオ" panose="020B0604030504040204" pitchFamily="50" charset="-128"/>
                        </a:rPr>
                        <a:t>WEB</a:t>
                      </a:r>
                      <a:r>
                        <a:rPr kumimoji="1" lang="ja-JP" altLang="en-US" sz="1050" dirty="0">
                          <a:latin typeface="メイリオ" panose="020B0604030504040204" pitchFamily="50" charset="-128"/>
                          <a:ea typeface="メイリオ" panose="020B0604030504040204" pitchFamily="50" charset="-128"/>
                        </a:rPr>
                        <a:t>サーバ</a:t>
                      </a:r>
                      <a:br>
                        <a:rPr kumimoji="1" lang="en-US" altLang="ja-JP" sz="1050" dirty="0">
                          <a:latin typeface="メイリオ" panose="020B0604030504040204" pitchFamily="50" charset="-128"/>
                          <a:ea typeface="メイリオ" panose="020B0604030504040204" pitchFamily="50" charset="-128"/>
                        </a:rPr>
                      </a:br>
                      <a:r>
                        <a:rPr kumimoji="1" lang="ja-JP" altLang="en-US" sz="1050" dirty="0">
                          <a:latin typeface="メイリオ" panose="020B0604030504040204" pitchFamily="50" charset="-128"/>
                          <a:ea typeface="メイリオ" panose="020B0604030504040204" pitchFamily="50" charset="-128"/>
                        </a:rPr>
                        <a:t>（</a:t>
                      </a:r>
                      <a:r>
                        <a:rPr kumimoji="1" lang="en-US" altLang="ja-JP" sz="1050" dirty="0">
                          <a:latin typeface="メイリオ" panose="020B0604030504040204" pitchFamily="50" charset="-128"/>
                          <a:ea typeface="メイリオ" panose="020B0604030504040204" pitchFamily="50" charset="-128"/>
                        </a:rPr>
                        <a:t>AP</a:t>
                      </a:r>
                      <a:r>
                        <a:rPr kumimoji="1" lang="ja-JP" altLang="en-US" sz="1050" dirty="0">
                          <a:latin typeface="メイリオ" panose="020B0604030504040204" pitchFamily="50" charset="-128"/>
                          <a:ea typeface="メイリオ" panose="020B0604030504040204" pitchFamily="50" charset="-128"/>
                        </a:rPr>
                        <a:t>＋</a:t>
                      </a:r>
                      <a:r>
                        <a:rPr kumimoji="1" lang="en-US" altLang="ja-JP" sz="1050" dirty="0">
                          <a:latin typeface="メイリオ" panose="020B0604030504040204" pitchFamily="50" charset="-128"/>
                          <a:ea typeface="メイリオ" panose="020B0604030504040204" pitchFamily="50" charset="-128"/>
                        </a:rPr>
                        <a:t>DB</a:t>
                      </a:r>
                      <a:r>
                        <a:rPr kumimoji="1" lang="ja-JP" altLang="en-US" sz="1050" dirty="0">
                          <a:latin typeface="メイリオ" panose="020B0604030504040204" pitchFamily="50" charset="-128"/>
                          <a:ea typeface="メイリオ" panose="020B0604030504040204" pitchFamily="50" charset="-128"/>
                        </a:rPr>
                        <a:t>）</a:t>
                      </a:r>
                    </a:p>
                  </a:txBody>
                  <a:tcPr/>
                </a:tc>
                <a:tc>
                  <a:txBody>
                    <a:bodyPr/>
                    <a:lstStyle/>
                    <a:p>
                      <a:r>
                        <a:rPr kumimoji="1" lang="ja-JP" altLang="en-US" sz="1050" dirty="0">
                          <a:latin typeface="メイリオ" panose="020B0604030504040204" pitchFamily="50" charset="-128"/>
                          <a:ea typeface="メイリオ" panose="020B0604030504040204" pitchFamily="50" charset="-128"/>
                        </a:rPr>
                        <a:t>アクセスログ</a:t>
                      </a:r>
                      <a:endParaRPr kumimoji="1" lang="en-US" altLang="ja-JP" sz="1050" dirty="0">
                        <a:latin typeface="メイリオ" panose="020B0604030504040204" pitchFamily="50" charset="-128"/>
                        <a:ea typeface="メイリオ" panose="020B0604030504040204" pitchFamily="50" charset="-128"/>
                      </a:endParaRPr>
                    </a:p>
                    <a:p>
                      <a:r>
                        <a:rPr kumimoji="1" lang="ja-JP" altLang="en-US" sz="1050" dirty="0">
                          <a:latin typeface="メイリオ" panose="020B0604030504040204" pitchFamily="50" charset="-128"/>
                          <a:ea typeface="メイリオ" panose="020B0604030504040204" pitchFamily="50" charset="-128"/>
                        </a:rPr>
                        <a:t>エラーログ</a:t>
                      </a:r>
                    </a:p>
                    <a:p>
                      <a:r>
                        <a:rPr kumimoji="1" lang="en-US" altLang="ja-JP" sz="1050" dirty="0">
                          <a:latin typeface="メイリオ" panose="020B0604030504040204" pitchFamily="50" charset="-128"/>
                          <a:ea typeface="メイリオ" panose="020B0604030504040204" pitchFamily="50" charset="-128"/>
                        </a:rPr>
                        <a:t>CMS</a:t>
                      </a:r>
                      <a:r>
                        <a:rPr kumimoji="1" lang="ja-JP" altLang="en-US" sz="1050" dirty="0">
                          <a:latin typeface="メイリオ" panose="020B0604030504040204" pitchFamily="50" charset="-128"/>
                          <a:ea typeface="メイリオ" panose="020B0604030504040204" pitchFamily="50" charset="-128"/>
                        </a:rPr>
                        <a:t>データ</a:t>
                      </a:r>
                    </a:p>
                  </a:txBody>
                  <a:tcPr/>
                </a:tc>
                <a:tc>
                  <a:txBody>
                    <a:bodyPr/>
                    <a:lstStyle/>
                    <a:p>
                      <a:r>
                        <a:rPr kumimoji="1" lang="ja-JP" altLang="en-US" sz="1050" dirty="0">
                          <a:latin typeface="メイリオ" panose="020B0604030504040204" pitchFamily="50" charset="-128"/>
                          <a:ea typeface="メイリオ" panose="020B0604030504040204" pitchFamily="50" charset="-128"/>
                        </a:rPr>
                        <a:t>ファイル圧縮保存</a:t>
                      </a:r>
                      <a:endParaRPr kumimoji="1" lang="en-US" altLang="ja-JP" sz="1050" dirty="0">
                        <a:latin typeface="メイリオ" panose="020B0604030504040204" pitchFamily="50" charset="-128"/>
                        <a:ea typeface="メイリオ" panose="020B0604030504040204" pitchFamily="50" charset="-128"/>
                      </a:endParaRPr>
                    </a:p>
                  </a:txBody>
                  <a:tcPr/>
                </a:tc>
                <a:tc>
                  <a:txBody>
                    <a:bodyPr/>
                    <a:lstStyle/>
                    <a:p>
                      <a:r>
                        <a:rPr kumimoji="1" lang="en-US" altLang="ja-JP" sz="1050" dirty="0">
                          <a:latin typeface="メイリオ" panose="020B0604030504040204" pitchFamily="50" charset="-128"/>
                          <a:ea typeface="メイリオ" panose="020B0604030504040204" pitchFamily="50" charset="-128"/>
                        </a:rPr>
                        <a:t>5</a:t>
                      </a:r>
                      <a:r>
                        <a:rPr kumimoji="1" lang="ja-JP" altLang="en-US" sz="1050" dirty="0">
                          <a:latin typeface="メイリオ" panose="020B0604030504040204" pitchFamily="50" charset="-128"/>
                          <a:ea typeface="メイリオ" panose="020B0604030504040204" pitchFamily="50" charset="-128"/>
                        </a:rPr>
                        <a:t>時近傍</a:t>
                      </a:r>
                      <a:endParaRPr kumimoji="1" lang="en-US" altLang="ja-JP" sz="1050" dirty="0">
                        <a:latin typeface="メイリオ" panose="020B0604030504040204" pitchFamily="50" charset="-128"/>
                        <a:ea typeface="メイリオ" panose="020B0604030504040204" pitchFamily="50" charset="-128"/>
                      </a:endParaRPr>
                    </a:p>
                    <a:p>
                      <a:r>
                        <a:rPr kumimoji="1" lang="ja-JP" altLang="en-US" sz="1050" dirty="0">
                          <a:solidFill>
                            <a:srgbClr val="FF0000"/>
                          </a:solidFill>
                          <a:latin typeface="メイリオ" panose="020B0604030504040204" pitchFamily="50" charset="-128"/>
                          <a:ea typeface="メイリオ" panose="020B0604030504040204" pitchFamily="50" charset="-128"/>
                        </a:rPr>
                        <a:t>（</a:t>
                      </a:r>
                      <a:r>
                        <a:rPr kumimoji="1" lang="en-US" altLang="ja-JP" sz="1050" dirty="0">
                          <a:solidFill>
                            <a:srgbClr val="FF0000"/>
                          </a:solidFill>
                          <a:latin typeface="メイリオ" panose="020B0604030504040204" pitchFamily="50" charset="-128"/>
                          <a:ea typeface="メイリオ" panose="020B0604030504040204" pitchFamily="50" charset="-128"/>
                        </a:rPr>
                        <a:t>T.B.D)</a:t>
                      </a:r>
                      <a:endParaRPr kumimoji="1" lang="ja-JP" altLang="en-US" sz="1050" dirty="0">
                        <a:solidFill>
                          <a:srgbClr val="FF0000"/>
                        </a:solidFill>
                        <a:latin typeface="メイリオ" panose="020B0604030504040204" pitchFamily="50" charset="-128"/>
                        <a:ea typeface="メイリオ" panose="020B0604030504040204" pitchFamily="50" charset="-128"/>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50" dirty="0">
                          <a:latin typeface="メイリオ" panose="020B0604030504040204" pitchFamily="50" charset="-128"/>
                          <a:ea typeface="メイリオ" panose="020B0604030504040204" pitchFamily="50" charset="-128"/>
                        </a:rPr>
                        <a:t>クラウドサービス内</a:t>
                      </a:r>
                    </a:p>
                  </a:txBody>
                  <a:tcPr/>
                </a:tc>
                <a:tc>
                  <a:txBody>
                    <a:bodyPr/>
                    <a:lstStyle/>
                    <a:p>
                      <a:r>
                        <a:rPr kumimoji="1" lang="en-US" altLang="ja-JP" sz="1050" dirty="0">
                          <a:latin typeface="メイリオ" panose="020B0604030504040204" pitchFamily="50" charset="-128"/>
                          <a:ea typeface="メイリオ" panose="020B0604030504040204" pitchFamily="50" charset="-128"/>
                        </a:rPr>
                        <a:t>30</a:t>
                      </a:r>
                      <a:r>
                        <a:rPr kumimoji="1" lang="ja-JP" altLang="en-US" sz="1050" dirty="0">
                          <a:latin typeface="メイリオ" panose="020B0604030504040204" pitchFamily="50" charset="-128"/>
                          <a:ea typeface="メイリオ" panose="020B0604030504040204" pitchFamily="50" charset="-128"/>
                        </a:rPr>
                        <a:t>日間分</a:t>
                      </a:r>
                      <a:endParaRPr kumimoji="1" lang="en-US" altLang="ja-JP" sz="1050" dirty="0">
                        <a:latin typeface="メイリオ" panose="020B0604030504040204" pitchFamily="50" charset="-128"/>
                        <a:ea typeface="メイリオ" panose="020B0604030504040204" pitchFamily="50" charset="-128"/>
                      </a:endParaRPr>
                    </a:p>
                  </a:txBody>
                  <a:tcPr/>
                </a:tc>
                <a:extLst>
                  <a:ext uri="{0D108BD9-81ED-4DB2-BD59-A6C34878D82A}">
                    <a16:rowId xmlns:a16="http://schemas.microsoft.com/office/drawing/2014/main" val="10004"/>
                  </a:ext>
                </a:extLst>
              </a:tr>
              <a:tr h="370840">
                <a:tc vMerge="1">
                  <a:txBody>
                    <a:bodyPr/>
                    <a:lstStyle/>
                    <a:p>
                      <a:endParaRPr kumimoji="1" lang="ja-JP" altLang="en-US" sz="1050" dirty="0">
                        <a:latin typeface="メイリオ" panose="020B0604030504040204" pitchFamily="50" charset="-128"/>
                        <a:ea typeface="メイリオ" panose="020B0604030504040204" pitchFamily="50" charset="-128"/>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050" dirty="0">
                          <a:latin typeface="メイリオ" panose="020B0604030504040204" pitchFamily="50" charset="-128"/>
                          <a:ea typeface="メイリオ" panose="020B0604030504040204" pitchFamily="50" charset="-128"/>
                        </a:rPr>
                        <a:t>DB</a:t>
                      </a:r>
                      <a:r>
                        <a:rPr kumimoji="1" lang="ja-JP" altLang="en-US" sz="1050" dirty="0">
                          <a:latin typeface="メイリオ" panose="020B0604030504040204" pitchFamily="50" charset="-128"/>
                          <a:ea typeface="メイリオ" panose="020B0604030504040204" pitchFamily="50" charset="-128"/>
                        </a:rPr>
                        <a:t>フルダンプデータ</a:t>
                      </a:r>
                    </a:p>
                  </a:txBody>
                  <a:tcPr/>
                </a:tc>
                <a:tc>
                  <a:txBody>
                    <a:bodyPr/>
                    <a:lstStyle/>
                    <a:p>
                      <a:r>
                        <a:rPr kumimoji="1" lang="ja-JP" altLang="en-US" sz="1050" dirty="0">
                          <a:latin typeface="メイリオ" panose="020B0604030504040204" pitchFamily="50" charset="-128"/>
                          <a:ea typeface="メイリオ" panose="020B0604030504040204" pitchFamily="50" charset="-128"/>
                        </a:rPr>
                        <a:t>ファイル圧縮保存</a:t>
                      </a:r>
                      <a:endParaRPr kumimoji="1" lang="en-US" altLang="ja-JP" sz="1050" dirty="0">
                        <a:latin typeface="メイリオ" panose="020B0604030504040204" pitchFamily="50" charset="-128"/>
                        <a:ea typeface="メイリオ" panose="020B0604030504040204" pitchFamily="50" charset="-128"/>
                      </a:endParaRPr>
                    </a:p>
                  </a:txBody>
                  <a:tcPr/>
                </a:tc>
                <a:tc>
                  <a:txBody>
                    <a:bodyPr/>
                    <a:lstStyle/>
                    <a:p>
                      <a:r>
                        <a:rPr kumimoji="1" lang="en-US" altLang="ja-JP" sz="1050" dirty="0">
                          <a:latin typeface="メイリオ" panose="020B0604030504040204" pitchFamily="50" charset="-128"/>
                          <a:ea typeface="メイリオ" panose="020B0604030504040204" pitchFamily="50" charset="-128"/>
                        </a:rPr>
                        <a:t>5</a:t>
                      </a:r>
                      <a:r>
                        <a:rPr kumimoji="1" lang="ja-JP" altLang="en-US" sz="1050" dirty="0">
                          <a:latin typeface="メイリオ" panose="020B0604030504040204" pitchFamily="50" charset="-128"/>
                          <a:ea typeface="メイリオ" panose="020B0604030504040204" pitchFamily="50" charset="-128"/>
                        </a:rPr>
                        <a:t>時近傍</a:t>
                      </a:r>
                      <a:endParaRPr kumimoji="1" lang="en-US" altLang="ja-JP" sz="1050" dirty="0">
                        <a:latin typeface="メイリオ" panose="020B0604030504040204" pitchFamily="50" charset="-128"/>
                        <a:ea typeface="メイリオ" panose="020B0604030504040204" pitchFamily="50" charset="-128"/>
                      </a:endParaRPr>
                    </a:p>
                    <a:p>
                      <a:r>
                        <a:rPr kumimoji="1" lang="ja-JP" altLang="en-US" sz="1050" dirty="0">
                          <a:solidFill>
                            <a:srgbClr val="FF0000"/>
                          </a:solidFill>
                          <a:latin typeface="メイリオ" panose="020B0604030504040204" pitchFamily="50" charset="-128"/>
                          <a:ea typeface="メイリオ" panose="020B0604030504040204" pitchFamily="50" charset="-128"/>
                        </a:rPr>
                        <a:t>（</a:t>
                      </a:r>
                      <a:r>
                        <a:rPr kumimoji="1" lang="en-US" altLang="ja-JP" sz="1050" dirty="0">
                          <a:solidFill>
                            <a:srgbClr val="FF0000"/>
                          </a:solidFill>
                          <a:latin typeface="メイリオ" panose="020B0604030504040204" pitchFamily="50" charset="-128"/>
                          <a:ea typeface="メイリオ" panose="020B0604030504040204" pitchFamily="50" charset="-128"/>
                        </a:rPr>
                        <a:t>T.B.D)</a:t>
                      </a:r>
                      <a:endParaRPr kumimoji="1" lang="ja-JP" altLang="en-US" sz="1050" dirty="0">
                        <a:solidFill>
                          <a:srgbClr val="FF0000"/>
                        </a:solidFill>
                        <a:latin typeface="メイリオ" panose="020B0604030504040204" pitchFamily="50" charset="-128"/>
                        <a:ea typeface="メイリオ" panose="020B0604030504040204" pitchFamily="50" charset="-128"/>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50" dirty="0">
                          <a:latin typeface="メイリオ" panose="020B0604030504040204" pitchFamily="50" charset="-128"/>
                          <a:ea typeface="メイリオ" panose="020B0604030504040204" pitchFamily="50" charset="-128"/>
                        </a:rPr>
                        <a:t>クラウドサービス内</a:t>
                      </a:r>
                    </a:p>
                  </a:txBody>
                  <a:tcPr/>
                </a:tc>
                <a:tc>
                  <a:txBody>
                    <a:bodyPr/>
                    <a:lstStyle/>
                    <a:p>
                      <a:r>
                        <a:rPr kumimoji="1" lang="en-US" altLang="ja-JP" sz="1050" dirty="0">
                          <a:latin typeface="メイリオ" panose="020B0604030504040204" pitchFamily="50" charset="-128"/>
                          <a:ea typeface="メイリオ" panose="020B0604030504040204" pitchFamily="50" charset="-128"/>
                        </a:rPr>
                        <a:t>7</a:t>
                      </a:r>
                      <a:r>
                        <a:rPr kumimoji="1" lang="ja-JP" altLang="en-US" sz="1050" dirty="0">
                          <a:latin typeface="メイリオ" panose="020B0604030504040204" pitchFamily="50" charset="-128"/>
                          <a:ea typeface="メイリオ" panose="020B0604030504040204" pitchFamily="50" charset="-128"/>
                        </a:rPr>
                        <a:t>日間分</a:t>
                      </a:r>
                      <a:endParaRPr kumimoji="1" lang="en-US" altLang="ja-JP" sz="1050" dirty="0">
                        <a:latin typeface="メイリオ" panose="020B0604030504040204" pitchFamily="50" charset="-128"/>
                        <a:ea typeface="メイリオ" panose="020B0604030504040204" pitchFamily="50" charset="-128"/>
                      </a:endParaRPr>
                    </a:p>
                  </a:txBody>
                  <a:tcPr/>
                </a:tc>
                <a:extLst>
                  <a:ext uri="{0D108BD9-81ED-4DB2-BD59-A6C34878D82A}">
                    <a16:rowId xmlns:a16="http://schemas.microsoft.com/office/drawing/2014/main" val="617448884"/>
                  </a:ext>
                </a:extLst>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00" name="タイトル 1"/>
          <p:cNvSpPr>
            <a:spLocks noGrp="1" noChangeArrowheads="1"/>
          </p:cNvSpPr>
          <p:nvPr>
            <p:ph type="title" idx="4294967295"/>
          </p:nvPr>
        </p:nvSpPr>
        <p:spPr bwMode="auto">
          <a:xfrm>
            <a:off x="763588" y="225380"/>
            <a:ext cx="8128892" cy="533400"/>
          </a:xfrm>
          <a:prstGeom prst="rect">
            <a:avLst/>
          </a:prstGeom>
          <a:noFill/>
          <a:ln>
            <a:miter lim="800000"/>
            <a:headEnd/>
            <a:tailEnd/>
          </a:ln>
        </p:spPr>
        <p:txBody>
          <a:bodyPr>
            <a:normAutofit/>
          </a:bodyPr>
          <a:lstStyle/>
          <a:p>
            <a:pPr algn="l">
              <a:lnSpc>
                <a:spcPct val="75000"/>
              </a:lnSpc>
            </a:pPr>
            <a:r>
              <a:rPr lang="en-US" altLang="ja-JP" sz="2800" dirty="0">
                <a:latin typeface="メイリオ" panose="020B0604030504040204" pitchFamily="50" charset="-128"/>
                <a:ea typeface="メイリオ" panose="020B0604030504040204" pitchFamily="50" charset="-128"/>
              </a:rPr>
              <a:t>7.対応内容説明 - セキュリティ（1/2）</a:t>
            </a:r>
          </a:p>
        </p:txBody>
      </p:sp>
      <p:sp>
        <p:nvSpPr>
          <p:cNvPr id="4" name="テキスト ボックス 3"/>
          <p:cNvSpPr txBox="1"/>
          <p:nvPr/>
        </p:nvSpPr>
        <p:spPr>
          <a:xfrm>
            <a:off x="196041" y="758780"/>
            <a:ext cx="8463884" cy="738664"/>
          </a:xfrm>
          <a:prstGeom prst="rect">
            <a:avLst/>
          </a:prstGeom>
          <a:noFill/>
        </p:spPr>
        <p:txBody>
          <a:bodyPr wrap="square" rtlCol="0">
            <a:spAutoFit/>
          </a:bodyPr>
          <a:lstStyle/>
          <a:p>
            <a:r>
              <a:rPr lang="ja-JP" altLang="en-US" sz="1400" dirty="0">
                <a:latin typeface="メイリオ"/>
                <a:ea typeface="メイリオ"/>
                <a:cs typeface="メイリオ"/>
              </a:rPr>
              <a:t>セキュリティ対策として、以下を標準対応としています。</a:t>
            </a:r>
            <a:endParaRPr lang="en-US" altLang="ja-JP" sz="1400" dirty="0">
              <a:latin typeface="メイリオ"/>
              <a:ea typeface="メイリオ"/>
              <a:cs typeface="メイリオ"/>
            </a:endParaRPr>
          </a:p>
          <a:p>
            <a:r>
              <a:rPr lang="ja-JP" altLang="en-US" sz="1400" dirty="0">
                <a:latin typeface="メイリオ"/>
                <a:ea typeface="メイリオ"/>
                <a:cs typeface="メイリオ"/>
              </a:rPr>
              <a:t>①実装者に対して、</a:t>
            </a:r>
            <a:r>
              <a:rPr lang="en-US" altLang="ja-JP" sz="1400" dirty="0">
                <a:latin typeface="メイリオ"/>
                <a:ea typeface="メイリオ"/>
                <a:cs typeface="メイリオ"/>
              </a:rPr>
              <a:t>IPA</a:t>
            </a:r>
            <a:r>
              <a:rPr lang="ja-JP" altLang="en-US" sz="1400" dirty="0">
                <a:latin typeface="メイリオ"/>
                <a:ea typeface="メイリオ"/>
                <a:cs typeface="メイリオ"/>
              </a:rPr>
              <a:t>策定セキュアプログラムに関する教育を受けた者をアサインします。</a:t>
            </a:r>
            <a:endParaRPr lang="en-US" altLang="ja-JP" sz="1400" dirty="0">
              <a:latin typeface="メイリオ"/>
              <a:ea typeface="メイリオ"/>
              <a:cs typeface="メイリオ"/>
            </a:endParaRPr>
          </a:p>
          <a:p>
            <a:r>
              <a:rPr lang="ja-JP" altLang="en-US" sz="1400" dirty="0">
                <a:latin typeface="メイリオ"/>
                <a:ea typeface="メイリオ"/>
                <a:cs typeface="メイリオ"/>
              </a:rPr>
              <a:t>②オープンソースツールを用いた</a:t>
            </a:r>
            <a:r>
              <a:rPr lang="en-US" altLang="ja-JP" sz="1400" dirty="0">
                <a:latin typeface="メイリオ"/>
                <a:ea typeface="メイリオ"/>
                <a:cs typeface="メイリオ"/>
              </a:rPr>
              <a:t>IDS/IPS</a:t>
            </a:r>
            <a:r>
              <a:rPr lang="ja-JP" altLang="en-US" sz="1400" dirty="0">
                <a:latin typeface="メイリオ"/>
                <a:ea typeface="メイリオ"/>
                <a:cs typeface="メイリオ"/>
              </a:rPr>
              <a:t>および</a:t>
            </a:r>
            <a:r>
              <a:rPr lang="en-US" altLang="ja-JP" sz="1400" dirty="0">
                <a:latin typeface="メイリオ"/>
                <a:ea typeface="メイリオ"/>
                <a:cs typeface="メイリオ"/>
              </a:rPr>
              <a:t>WAF</a:t>
            </a:r>
            <a:r>
              <a:rPr lang="ja-JP" altLang="en-US" sz="1400" dirty="0">
                <a:latin typeface="メイリオ"/>
                <a:ea typeface="メイリオ"/>
                <a:cs typeface="メイリオ"/>
              </a:rPr>
              <a:t>を設置します。</a:t>
            </a:r>
          </a:p>
        </p:txBody>
      </p:sp>
      <p:sp>
        <p:nvSpPr>
          <p:cNvPr id="12" name="テキスト ボックス 11"/>
          <p:cNvSpPr txBox="1"/>
          <p:nvPr/>
        </p:nvSpPr>
        <p:spPr>
          <a:xfrm>
            <a:off x="196041" y="4327769"/>
            <a:ext cx="8463884" cy="307777"/>
          </a:xfrm>
          <a:prstGeom prst="rect">
            <a:avLst/>
          </a:prstGeom>
          <a:noFill/>
        </p:spPr>
        <p:txBody>
          <a:bodyPr wrap="square" rtlCol="0">
            <a:spAutoFit/>
          </a:bodyPr>
          <a:lstStyle/>
          <a:p>
            <a:r>
              <a:rPr lang="ja-JP" altLang="en-US" sz="1400" dirty="0">
                <a:latin typeface="メイリオ"/>
                <a:ea typeface="メイリオ"/>
                <a:cs typeface="メイリオ"/>
              </a:rPr>
              <a:t>③オープンソースツールを用いた脆弱性診断を行います。</a:t>
            </a:r>
          </a:p>
        </p:txBody>
      </p:sp>
      <p:graphicFrame>
        <p:nvGraphicFramePr>
          <p:cNvPr id="13" name="表 12"/>
          <p:cNvGraphicFramePr>
            <a:graphicFrameLocks noGrp="1"/>
          </p:cNvGraphicFramePr>
          <p:nvPr>
            <p:extLst>
              <p:ext uri="{D42A27DB-BD31-4B8C-83A1-F6EECF244321}">
                <p14:modId xmlns:p14="http://schemas.microsoft.com/office/powerpoint/2010/main" val="2351988498"/>
              </p:ext>
            </p:extLst>
          </p:nvPr>
        </p:nvGraphicFramePr>
        <p:xfrm>
          <a:off x="467543" y="4627248"/>
          <a:ext cx="8331284" cy="1661160"/>
        </p:xfrm>
        <a:graphic>
          <a:graphicData uri="http://schemas.openxmlformats.org/drawingml/2006/table">
            <a:tbl>
              <a:tblPr firstRow="1" bandRow="1">
                <a:tableStyleId>{5C22544A-7EE6-4342-B048-85BDC9FD1C3A}</a:tableStyleId>
              </a:tblPr>
              <a:tblGrid>
                <a:gridCol w="1997272">
                  <a:extLst>
                    <a:ext uri="{9D8B030D-6E8A-4147-A177-3AD203B41FA5}">
                      <a16:colId xmlns:a16="http://schemas.microsoft.com/office/drawing/2014/main" val="20000"/>
                    </a:ext>
                  </a:extLst>
                </a:gridCol>
                <a:gridCol w="1766818">
                  <a:extLst>
                    <a:ext uri="{9D8B030D-6E8A-4147-A177-3AD203B41FA5}">
                      <a16:colId xmlns:a16="http://schemas.microsoft.com/office/drawing/2014/main" val="20001"/>
                    </a:ext>
                  </a:extLst>
                </a:gridCol>
                <a:gridCol w="4567194">
                  <a:extLst>
                    <a:ext uri="{9D8B030D-6E8A-4147-A177-3AD203B41FA5}">
                      <a16:colId xmlns:a16="http://schemas.microsoft.com/office/drawing/2014/main" val="20002"/>
                    </a:ext>
                  </a:extLst>
                </a:gridCol>
              </a:tblGrid>
              <a:tr h="426720">
                <a:tc>
                  <a:txBody>
                    <a:bodyPr/>
                    <a:lstStyle/>
                    <a:p>
                      <a:r>
                        <a:rPr kumimoji="1" lang="ja-JP" altLang="en-US" sz="1050" dirty="0">
                          <a:latin typeface="メイリオ" panose="020B0604030504040204" pitchFamily="50" charset="-128"/>
                          <a:ea typeface="メイリオ" panose="020B0604030504040204" pitchFamily="50" charset="-128"/>
                        </a:rPr>
                        <a:t>対策</a:t>
                      </a:r>
                    </a:p>
                  </a:txBody>
                  <a:tcPr/>
                </a:tc>
                <a:tc>
                  <a:txBody>
                    <a:bodyPr/>
                    <a:lstStyle/>
                    <a:p>
                      <a:r>
                        <a:rPr kumimoji="1" lang="ja-JP" altLang="en-US" sz="1050" dirty="0">
                          <a:latin typeface="メイリオ" panose="020B0604030504040204" pitchFamily="50" charset="-128"/>
                          <a:ea typeface="メイリオ" panose="020B0604030504040204" pitchFamily="50" charset="-128"/>
                        </a:rPr>
                        <a:t>ソフトウェア</a:t>
                      </a:r>
                    </a:p>
                  </a:txBody>
                  <a:tcPr/>
                </a:tc>
                <a:tc>
                  <a:txBody>
                    <a:bodyPr/>
                    <a:lstStyle/>
                    <a:p>
                      <a:r>
                        <a:rPr kumimoji="1" lang="ja-JP" altLang="en-US" sz="1050" dirty="0">
                          <a:latin typeface="メイリオ" panose="020B0604030504040204" pitchFamily="50" charset="-128"/>
                          <a:ea typeface="メイリオ" panose="020B0604030504040204" pitchFamily="50" charset="-128"/>
                        </a:rPr>
                        <a:t>説明</a:t>
                      </a:r>
                    </a:p>
                  </a:txBody>
                  <a:tcPr/>
                </a:tc>
                <a:extLst>
                  <a:ext uri="{0D108BD9-81ED-4DB2-BD59-A6C34878D82A}">
                    <a16:rowId xmlns:a16="http://schemas.microsoft.com/office/drawing/2014/main" val="10000"/>
                  </a:ext>
                </a:extLst>
              </a:tr>
              <a:tr h="370840">
                <a:tc>
                  <a:txBody>
                    <a:bodyPr/>
                    <a:lstStyle/>
                    <a:p>
                      <a:r>
                        <a:rPr lang="ja-JP" altLang="en-US" sz="1050" dirty="0">
                          <a:solidFill>
                            <a:schemeClr val="tx1"/>
                          </a:solidFill>
                          <a:latin typeface="メイリオ" panose="020B0604030504040204" pitchFamily="50" charset="-128"/>
                          <a:ea typeface="メイリオ" panose="020B0604030504040204" pitchFamily="50" charset="-128"/>
                        </a:rPr>
                        <a:t>静的検査</a:t>
                      </a:r>
                    </a:p>
                  </a:txBody>
                  <a:tcPr/>
                </a:tc>
                <a:tc>
                  <a:txBody>
                    <a:bodyPr/>
                    <a:lstStyle/>
                    <a:p>
                      <a:r>
                        <a:rPr kumimoji="1" lang="en-US" altLang="ja-JP" sz="1050" dirty="0">
                          <a:latin typeface="メイリオ" panose="020B0604030504040204" pitchFamily="50" charset="-128"/>
                          <a:ea typeface="メイリオ" panose="020B0604030504040204" pitchFamily="50" charset="-128"/>
                        </a:rPr>
                        <a:t>OWASP ZAP</a:t>
                      </a:r>
                      <a:endParaRPr kumimoji="1" lang="ja-JP" altLang="en-US" sz="1050" dirty="0">
                        <a:solidFill>
                          <a:schemeClr val="tx1"/>
                        </a:solidFill>
                        <a:latin typeface="メイリオ" panose="020B0604030504040204" pitchFamily="50" charset="-128"/>
                        <a:ea typeface="メイリオ" panose="020B0604030504040204" pitchFamily="50" charset="-128"/>
                      </a:endParaRPr>
                    </a:p>
                  </a:txBody>
                  <a:tcPr/>
                </a:tc>
                <a:tc>
                  <a:txBody>
                    <a:bodyPr/>
                    <a:lstStyle/>
                    <a:p>
                      <a:r>
                        <a:rPr kumimoji="1" lang="en-US" altLang="ja-JP" sz="1050" dirty="0">
                          <a:solidFill>
                            <a:schemeClr val="tx1"/>
                          </a:solidFill>
                          <a:latin typeface="メイリオ" panose="020B0604030504040204" pitchFamily="50" charset="-128"/>
                          <a:ea typeface="メイリオ" panose="020B0604030504040204" pitchFamily="50" charset="-128"/>
                        </a:rPr>
                        <a:t>XSS,SQLインジェクション,CSRF,セッション関連,パラメータ不良を対象に脆弱性検査を行い、不良箇所の対策を行います。</a:t>
                      </a:r>
                      <a:endParaRPr kumimoji="1" lang="en-US" altLang="ja-JP" sz="1050" dirty="0">
                        <a:solidFill>
                          <a:schemeClr val="tx1"/>
                        </a:solidFill>
                        <a:latin typeface="メイリオ" panose="020B0604030504040204" pitchFamily="50" charset="-128"/>
                        <a:ea typeface="メイリオ" panose="020B0604030504040204" pitchFamily="50" charset="-128"/>
                      </a:endParaRPr>
                    </a:p>
                  </a:txBody>
                  <a:tcPr/>
                </a:tc>
                <a:extLst>
                  <a:ext uri="{0D108BD9-81ED-4DB2-BD59-A6C34878D82A}">
                    <a16:rowId xmlns:a16="http://schemas.microsoft.com/office/drawing/2014/main" val="10001"/>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ja-JP" altLang="en-US" sz="1050" dirty="0">
                          <a:solidFill>
                            <a:schemeClr val="tx1"/>
                          </a:solidFill>
                          <a:latin typeface="メイリオ" panose="020B0604030504040204" pitchFamily="50" charset="-128"/>
                          <a:ea typeface="メイリオ" panose="020B0604030504040204" pitchFamily="50" charset="-128"/>
                        </a:rPr>
                        <a:t>動的検査</a:t>
                      </a:r>
                    </a:p>
                  </a:txBody>
                  <a:tcPr/>
                </a:tc>
                <a:tc>
                  <a:txBody>
                    <a:bodyPr/>
                    <a:lstStyle/>
                    <a:p>
                      <a:r>
                        <a:rPr kumimoji="1" lang="en-US" altLang="ja-JP" sz="1050" dirty="0">
                          <a:latin typeface="メイリオ" panose="020B0604030504040204" pitchFamily="50" charset="-128"/>
                          <a:ea typeface="メイリオ" panose="020B0604030504040204" pitchFamily="50" charset="-128"/>
                        </a:rPr>
                        <a:t>OWASP ZAP</a:t>
                      </a:r>
                      <a:endParaRPr kumimoji="1" lang="ja-JP" altLang="en-US" sz="1050" dirty="0">
                        <a:solidFill>
                          <a:schemeClr val="tx1"/>
                        </a:solidFill>
                        <a:latin typeface="メイリオ" panose="020B0604030504040204" pitchFamily="50" charset="-128"/>
                        <a:ea typeface="メイリオ" panose="020B0604030504040204" pitchFamily="50" charset="-128"/>
                      </a:endParaRPr>
                    </a:p>
                  </a:txBody>
                  <a:tcPr/>
                </a:tc>
                <a:tc>
                  <a:txBody>
                    <a:bodyPr/>
                    <a:lstStyle/>
                    <a:p>
                      <a:r>
                        <a:rPr kumimoji="1" lang="ja-JP" altLang="en-US" sz="1050" dirty="0">
                          <a:solidFill>
                            <a:schemeClr val="tx1"/>
                          </a:solidFill>
                          <a:latin typeface="メイリオ" panose="020B0604030504040204" pitchFamily="50" charset="-128"/>
                          <a:ea typeface="メイリオ" panose="020B0604030504040204" pitchFamily="50" charset="-128"/>
                        </a:rPr>
                        <a:t>システムテスト時に、本ツールを設置し、実アクセスに対する動的検査を行い、不良箇所の対策を行います。</a:t>
                      </a:r>
                      <a:endParaRPr kumimoji="1" lang="en-US" altLang="ja-JP" sz="1050" dirty="0">
                        <a:solidFill>
                          <a:schemeClr val="tx1"/>
                        </a:solidFill>
                        <a:latin typeface="メイリオ" panose="020B0604030504040204" pitchFamily="50" charset="-128"/>
                        <a:ea typeface="メイリオ" panose="020B0604030504040204" pitchFamily="50" charset="-128"/>
                      </a:endParaRPr>
                    </a:p>
                  </a:txBody>
                  <a:tcPr/>
                </a:tc>
                <a:extLst>
                  <a:ext uri="{0D108BD9-81ED-4DB2-BD59-A6C34878D82A}">
                    <a16:rowId xmlns:a16="http://schemas.microsoft.com/office/drawing/2014/main" val="10002"/>
                  </a:ext>
                </a:extLst>
              </a:tr>
              <a:tr h="370840">
                <a:tc>
                  <a:txBody>
                    <a:bodyPr/>
                    <a:lstStyle/>
                    <a:p>
                      <a:r>
                        <a:rPr kumimoji="1" lang="ja-JP" altLang="en-US" sz="1050" dirty="0">
                          <a:solidFill>
                            <a:schemeClr val="tx1"/>
                          </a:solidFill>
                          <a:latin typeface="メイリオ" panose="020B0604030504040204" pitchFamily="50" charset="-128"/>
                          <a:ea typeface="メイリオ" panose="020B0604030504040204" pitchFamily="50" charset="-128"/>
                        </a:rPr>
                        <a:t>セキュリティホール検査</a:t>
                      </a:r>
                    </a:p>
                  </a:txBody>
                  <a:tcPr/>
                </a:tc>
                <a:tc>
                  <a:txBody>
                    <a:bodyPr/>
                    <a:lstStyle/>
                    <a:p>
                      <a:r>
                        <a:rPr kumimoji="1" lang="en-US" altLang="ja-JP" sz="1050" dirty="0">
                          <a:latin typeface="メイリオ" panose="020B0604030504040204" pitchFamily="50" charset="-128"/>
                          <a:ea typeface="メイリオ" panose="020B0604030504040204" pitchFamily="50" charset="-128"/>
                        </a:rPr>
                        <a:t>NESSUS</a:t>
                      </a:r>
                      <a:endParaRPr kumimoji="1" lang="en-US" altLang="ja-JP" sz="1050" dirty="0">
                        <a:solidFill>
                          <a:schemeClr val="tx1"/>
                        </a:solidFill>
                        <a:latin typeface="メイリオ" panose="020B0604030504040204" pitchFamily="50" charset="-128"/>
                        <a:ea typeface="メイリオ" panose="020B0604030504040204" pitchFamily="50" charset="-128"/>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050" dirty="0">
                          <a:solidFill>
                            <a:schemeClr val="tx1"/>
                          </a:solidFill>
                          <a:latin typeface="メイリオ" panose="020B0604030504040204" pitchFamily="50" charset="-128"/>
                          <a:ea typeface="メイリオ" panose="020B0604030504040204" pitchFamily="50" charset="-128"/>
                        </a:rPr>
                        <a:t>CVE</a:t>
                      </a:r>
                      <a:r>
                        <a:rPr kumimoji="1" lang="ja-JP" altLang="en-US" sz="1050" dirty="0">
                          <a:solidFill>
                            <a:schemeClr val="tx1"/>
                          </a:solidFill>
                          <a:latin typeface="メイリオ" panose="020B0604030504040204" pitchFamily="50" charset="-128"/>
                          <a:ea typeface="メイリオ" panose="020B0604030504040204" pitchFamily="50" charset="-128"/>
                        </a:rPr>
                        <a:t>（脆弱性データベース）に登録されているセキュリティホールが存在していないか？の検査を行い、不良箇所の対策を行います。</a:t>
                      </a:r>
                      <a:endParaRPr kumimoji="1" lang="en-US" altLang="ja-JP" sz="1050" dirty="0">
                        <a:solidFill>
                          <a:schemeClr val="tx1"/>
                        </a:solidFill>
                        <a:latin typeface="メイリオ" panose="020B0604030504040204" pitchFamily="50" charset="-128"/>
                        <a:ea typeface="メイリオ" panose="020B0604030504040204" pitchFamily="50" charset="-128"/>
                      </a:endParaRPr>
                    </a:p>
                  </a:txBody>
                  <a:tcPr/>
                </a:tc>
                <a:extLst>
                  <a:ext uri="{0D108BD9-81ED-4DB2-BD59-A6C34878D82A}">
                    <a16:rowId xmlns:a16="http://schemas.microsoft.com/office/drawing/2014/main" val="10003"/>
                  </a:ext>
                </a:extLst>
              </a:tr>
            </a:tbl>
          </a:graphicData>
        </a:graphic>
      </p:graphicFrame>
      <p:graphicFrame>
        <p:nvGraphicFramePr>
          <p:cNvPr id="3" name="表 2">
            <a:extLst>
              <a:ext uri="{FF2B5EF4-FFF2-40B4-BE49-F238E27FC236}">
                <a16:creationId xmlns:a16="http://schemas.microsoft.com/office/drawing/2014/main" id="{577DA1A6-5987-2870-A3D4-4BFB21EACA82}"/>
              </a:ext>
            </a:extLst>
          </p:cNvPr>
          <p:cNvGraphicFramePr>
            <a:graphicFrameLocks noGrp="1"/>
          </p:cNvGraphicFramePr>
          <p:nvPr>
            <p:extLst>
              <p:ext uri="{D42A27DB-BD31-4B8C-83A1-F6EECF244321}">
                <p14:modId xmlns:p14="http://schemas.microsoft.com/office/powerpoint/2010/main" val="2115132290"/>
              </p:ext>
            </p:extLst>
          </p:nvPr>
        </p:nvGraphicFramePr>
        <p:xfrm>
          <a:off x="460887" y="1497444"/>
          <a:ext cx="8331285" cy="2707640"/>
        </p:xfrm>
        <a:graphic>
          <a:graphicData uri="http://schemas.openxmlformats.org/drawingml/2006/table">
            <a:tbl>
              <a:tblPr firstRow="1" bandRow="1">
                <a:tableStyleId>{5C22544A-7EE6-4342-B048-85BDC9FD1C3A}</a:tableStyleId>
              </a:tblPr>
              <a:tblGrid>
                <a:gridCol w="1556172">
                  <a:extLst>
                    <a:ext uri="{9D8B030D-6E8A-4147-A177-3AD203B41FA5}">
                      <a16:colId xmlns:a16="http://schemas.microsoft.com/office/drawing/2014/main" val="20000"/>
                    </a:ext>
                  </a:extLst>
                </a:gridCol>
                <a:gridCol w="1145628">
                  <a:extLst>
                    <a:ext uri="{9D8B030D-6E8A-4147-A177-3AD203B41FA5}">
                      <a16:colId xmlns:a16="http://schemas.microsoft.com/office/drawing/2014/main" val="20001"/>
                    </a:ext>
                  </a:extLst>
                </a:gridCol>
                <a:gridCol w="1065641">
                  <a:extLst>
                    <a:ext uri="{9D8B030D-6E8A-4147-A177-3AD203B41FA5}">
                      <a16:colId xmlns:a16="http://schemas.microsoft.com/office/drawing/2014/main" val="20002"/>
                    </a:ext>
                  </a:extLst>
                </a:gridCol>
                <a:gridCol w="1065641">
                  <a:extLst>
                    <a:ext uri="{9D8B030D-6E8A-4147-A177-3AD203B41FA5}">
                      <a16:colId xmlns:a16="http://schemas.microsoft.com/office/drawing/2014/main" val="20003"/>
                    </a:ext>
                  </a:extLst>
                </a:gridCol>
                <a:gridCol w="3498203">
                  <a:extLst>
                    <a:ext uri="{9D8B030D-6E8A-4147-A177-3AD203B41FA5}">
                      <a16:colId xmlns:a16="http://schemas.microsoft.com/office/drawing/2014/main" val="20006"/>
                    </a:ext>
                  </a:extLst>
                </a:gridCol>
              </a:tblGrid>
              <a:tr h="213360">
                <a:tc rowSpan="2">
                  <a:txBody>
                    <a:bodyPr/>
                    <a:lstStyle/>
                    <a:p>
                      <a:r>
                        <a:rPr kumimoji="1" lang="ja-JP" altLang="en-US" sz="1050" dirty="0">
                          <a:latin typeface="メイリオ" panose="020B0604030504040204" pitchFamily="50" charset="-128"/>
                          <a:ea typeface="メイリオ" panose="020B0604030504040204" pitchFamily="50" charset="-128"/>
                        </a:rPr>
                        <a:t>対策</a:t>
                      </a:r>
                    </a:p>
                  </a:txBody>
                  <a:tcPr/>
                </a:tc>
                <a:tc rowSpan="2">
                  <a:txBody>
                    <a:bodyPr/>
                    <a:lstStyle/>
                    <a:p>
                      <a:r>
                        <a:rPr kumimoji="1" lang="ja-JP" altLang="en-US" sz="1050" dirty="0">
                          <a:latin typeface="メイリオ" panose="020B0604030504040204" pitchFamily="50" charset="-128"/>
                          <a:ea typeface="メイリオ" panose="020B0604030504040204" pitchFamily="50" charset="-128"/>
                        </a:rPr>
                        <a:t>ソフトウェア</a:t>
                      </a:r>
                    </a:p>
                  </a:txBody>
                  <a:tcPr/>
                </a:tc>
                <a:tc gridSpan="2">
                  <a:txBody>
                    <a:bodyPr/>
                    <a:lstStyle/>
                    <a:p>
                      <a:r>
                        <a:rPr kumimoji="1" lang="ja-JP" altLang="en-US" sz="1050" dirty="0">
                          <a:latin typeface="メイリオ" panose="020B0604030504040204" pitchFamily="50" charset="-128"/>
                          <a:ea typeface="メイリオ" panose="020B0604030504040204" pitchFamily="50" charset="-128"/>
                        </a:rPr>
                        <a:t>サーバ</a:t>
                      </a:r>
                    </a:p>
                  </a:txBody>
                  <a:tcPr>
                    <a:lnR w="12700" cap="flat" cmpd="sng" algn="ctr">
                      <a:solidFill>
                        <a:schemeClr val="bg1"/>
                      </a:solidFill>
                      <a:prstDash val="solid"/>
                      <a:round/>
                      <a:headEnd type="none" w="med" len="med"/>
                      <a:tailEnd type="none" w="med" len="med"/>
                    </a:lnR>
                    <a:lnB w="12700" cap="flat" cmpd="sng" algn="ctr">
                      <a:solidFill>
                        <a:schemeClr val="bg1"/>
                      </a:solidFill>
                      <a:prstDash val="solid"/>
                      <a:round/>
                      <a:headEnd type="none" w="med" len="med"/>
                      <a:tailEnd type="none" w="med" len="med"/>
                    </a:lnB>
                  </a:tcPr>
                </a:tc>
                <a:tc hMerge="1">
                  <a:txBody>
                    <a:bodyPr/>
                    <a:lstStyle/>
                    <a:p>
                      <a:endParaRPr kumimoji="1" lang="ja-JP" altLang="en-US" sz="1100" dirty="0"/>
                    </a:p>
                  </a:txBody>
                  <a:tcPr>
                    <a:lnB w="12700" cap="flat" cmpd="sng" algn="ctr">
                      <a:solidFill>
                        <a:schemeClr val="bg1"/>
                      </a:solidFill>
                      <a:prstDash val="solid"/>
                      <a:round/>
                      <a:headEnd type="none" w="med" len="med"/>
                      <a:tailEnd type="none" w="med" len="med"/>
                    </a:lnB>
                  </a:tcPr>
                </a:tc>
                <a:tc rowSpan="2">
                  <a:txBody>
                    <a:bodyPr/>
                    <a:lstStyle/>
                    <a:p>
                      <a:r>
                        <a:rPr kumimoji="1" lang="ja-JP" altLang="en-US" sz="1050" dirty="0">
                          <a:latin typeface="メイリオ" panose="020B0604030504040204" pitchFamily="50" charset="-128"/>
                          <a:ea typeface="メイリオ" panose="020B0604030504040204" pitchFamily="50" charset="-128"/>
                        </a:rPr>
                        <a:t>備考</a:t>
                      </a:r>
                    </a:p>
                  </a:txBody>
                  <a:tcPr>
                    <a:lnL w="12700" cap="flat" cmpd="sng" algn="ctr">
                      <a:solidFill>
                        <a:schemeClr val="bg1"/>
                      </a:solidFill>
                      <a:prstDash val="solid"/>
                      <a:round/>
                      <a:headEnd type="none" w="med" len="med"/>
                      <a:tailEnd type="none" w="med" len="med"/>
                    </a:lnL>
                  </a:tcPr>
                </a:tc>
                <a:extLst>
                  <a:ext uri="{0D108BD9-81ED-4DB2-BD59-A6C34878D82A}">
                    <a16:rowId xmlns:a16="http://schemas.microsoft.com/office/drawing/2014/main" val="10000"/>
                  </a:ext>
                </a:extLst>
              </a:tr>
              <a:tr h="213360">
                <a:tc vMerge="1">
                  <a:txBody>
                    <a:bodyPr/>
                    <a:lstStyle/>
                    <a:p>
                      <a:endParaRPr kumimoji="1" lang="ja-JP" altLang="en-US"/>
                    </a:p>
                  </a:txBody>
                  <a:tcPr/>
                </a:tc>
                <a:tc vMerge="1">
                  <a:txBody>
                    <a:bodyPr/>
                    <a:lstStyle/>
                    <a:p>
                      <a:endParaRPr kumimoji="1" lang="ja-JP" altLang="en-US"/>
                    </a:p>
                  </a:txBody>
                  <a:tcPr/>
                </a:tc>
                <a:tc>
                  <a:txBody>
                    <a:bodyPr/>
                    <a:lstStyle/>
                    <a:p>
                      <a:r>
                        <a:rPr kumimoji="1" lang="en-US" altLang="ja-JP" sz="1050" b="1" dirty="0">
                          <a:solidFill>
                            <a:schemeClr val="bg1"/>
                          </a:solidFill>
                          <a:latin typeface="メイリオ" panose="020B0604030504040204" pitchFamily="50" charset="-128"/>
                          <a:ea typeface="メイリオ" panose="020B0604030504040204" pitchFamily="50" charset="-128"/>
                        </a:rPr>
                        <a:t>LB</a:t>
                      </a:r>
                      <a:endParaRPr kumimoji="1" lang="ja-JP" altLang="en-US" sz="1050" b="1" dirty="0">
                        <a:solidFill>
                          <a:schemeClr val="bg1"/>
                        </a:solidFill>
                        <a:latin typeface="メイリオ" panose="020B0604030504040204" pitchFamily="50" charset="-128"/>
                        <a:ea typeface="メイリオ" panose="020B0604030504040204" pitchFamily="50" charset="-128"/>
                      </a:endParaRPr>
                    </a:p>
                  </a:txBody>
                  <a:tcP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rgbClr val="0070C0"/>
                    </a:solidFill>
                  </a:tcPr>
                </a:tc>
                <a:tc>
                  <a:txBody>
                    <a:bodyPr/>
                    <a:lstStyle/>
                    <a:p>
                      <a:r>
                        <a:rPr kumimoji="1" lang="en-US" altLang="ja-JP" sz="1050" b="1" dirty="0">
                          <a:solidFill>
                            <a:schemeClr val="bg1"/>
                          </a:solidFill>
                          <a:latin typeface="メイリオ" panose="020B0604030504040204" pitchFamily="50" charset="-128"/>
                          <a:ea typeface="メイリオ" panose="020B0604030504040204" pitchFamily="50" charset="-128"/>
                        </a:rPr>
                        <a:t>WEB</a:t>
                      </a:r>
                    </a:p>
                    <a:p>
                      <a:r>
                        <a:rPr kumimoji="1" lang="en-US" altLang="ja-JP" sz="1050" b="1" dirty="0">
                          <a:solidFill>
                            <a:schemeClr val="bg1"/>
                          </a:solidFill>
                          <a:latin typeface="メイリオ" panose="020B0604030504040204" pitchFamily="50" charset="-128"/>
                          <a:ea typeface="メイリオ" panose="020B0604030504040204" pitchFamily="50" charset="-128"/>
                        </a:rPr>
                        <a:t>(AP+DB)</a:t>
                      </a:r>
                      <a:endParaRPr kumimoji="1" lang="ja-JP" altLang="en-US" sz="1050" b="1" dirty="0">
                        <a:solidFill>
                          <a:schemeClr val="bg1"/>
                        </a:solidFill>
                        <a:latin typeface="メイリオ" panose="020B0604030504040204" pitchFamily="50" charset="-128"/>
                        <a:ea typeface="メイリオ" panose="020B0604030504040204" pitchFamily="50" charset="-128"/>
                      </a:endParaRPr>
                    </a:p>
                  </a:txBody>
                  <a:tcPr>
                    <a:lnT w="1270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rgbClr val="0070C0"/>
                    </a:solidFill>
                  </a:tcPr>
                </a:tc>
                <a:tc vMerge="1">
                  <a:txBody>
                    <a:bodyPr/>
                    <a:lstStyle/>
                    <a:p>
                      <a:endParaRPr kumimoji="1" lang="ja-JP" altLang="en-US"/>
                    </a:p>
                  </a:txBody>
                  <a:tcPr/>
                </a:tc>
                <a:extLst>
                  <a:ext uri="{0D108BD9-81ED-4DB2-BD59-A6C34878D82A}">
                    <a16:rowId xmlns:a16="http://schemas.microsoft.com/office/drawing/2014/main" val="10001"/>
                  </a:ext>
                </a:extLst>
              </a:tr>
              <a:tr h="370840">
                <a:tc>
                  <a:txBody>
                    <a:bodyPr/>
                    <a:lstStyle/>
                    <a:p>
                      <a:r>
                        <a:rPr lang="ja-JP" altLang="en-US" sz="1050" dirty="0">
                          <a:solidFill>
                            <a:schemeClr val="tx1"/>
                          </a:solidFill>
                          <a:latin typeface="メイリオ" panose="020B0604030504040204" pitchFamily="50" charset="-128"/>
                          <a:ea typeface="メイリオ" panose="020B0604030504040204" pitchFamily="50" charset="-128"/>
                        </a:rPr>
                        <a:t>改ざん防止</a:t>
                      </a:r>
                    </a:p>
                  </a:txBody>
                  <a:tcPr/>
                </a:tc>
                <a:tc>
                  <a:txBody>
                    <a:bodyPr/>
                    <a:lstStyle/>
                    <a:p>
                      <a:r>
                        <a:rPr kumimoji="1" lang="en-US" altLang="ja-JP" sz="1050" dirty="0">
                          <a:solidFill>
                            <a:schemeClr val="tx1"/>
                          </a:solidFill>
                          <a:latin typeface="メイリオ" panose="020B0604030504040204" pitchFamily="50" charset="-128"/>
                          <a:ea typeface="メイリオ" panose="020B0604030504040204" pitchFamily="50" charset="-128"/>
                        </a:rPr>
                        <a:t>tripwire</a:t>
                      </a:r>
                      <a:endParaRPr kumimoji="1" lang="ja-JP" altLang="en-US" sz="1050" dirty="0">
                        <a:solidFill>
                          <a:schemeClr val="tx1"/>
                        </a:solidFill>
                        <a:latin typeface="メイリオ" panose="020B0604030504040204" pitchFamily="50" charset="-128"/>
                        <a:ea typeface="メイリオ" panose="020B0604030504040204" pitchFamily="50" charset="-128"/>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50" dirty="0">
                          <a:solidFill>
                            <a:schemeClr val="tx1"/>
                          </a:solidFill>
                          <a:latin typeface="メイリオ" panose="020B0604030504040204" pitchFamily="50" charset="-128"/>
                          <a:ea typeface="メイリオ" panose="020B0604030504040204" pitchFamily="50" charset="-128"/>
                        </a:rPr>
                        <a:t>○</a:t>
                      </a:r>
                    </a:p>
                  </a:txBody>
                  <a:tcPr>
                    <a:lnT w="19050" cap="flat" cmpd="sng" algn="ctr">
                      <a:solidFill>
                        <a:schemeClr val="bg1"/>
                      </a:solidFill>
                      <a:prstDash val="solid"/>
                      <a:round/>
                      <a:headEnd type="none" w="med" len="med"/>
                      <a:tailEnd type="none" w="med" len="med"/>
                    </a:lnT>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50" dirty="0">
                          <a:solidFill>
                            <a:schemeClr val="tx1"/>
                          </a:solidFill>
                          <a:latin typeface="メイリオ" panose="020B0604030504040204" pitchFamily="50" charset="-128"/>
                          <a:ea typeface="メイリオ" panose="020B0604030504040204" pitchFamily="50" charset="-128"/>
                        </a:rPr>
                        <a:t>○</a:t>
                      </a:r>
                    </a:p>
                  </a:txBody>
                  <a:tcPr>
                    <a:lnT w="19050" cap="flat" cmpd="sng" algn="ctr">
                      <a:solidFill>
                        <a:schemeClr val="bg1"/>
                      </a:solidFill>
                      <a:prstDash val="solid"/>
                      <a:round/>
                      <a:headEnd type="none" w="med" len="med"/>
                      <a:tailEnd type="none" w="med" len="med"/>
                    </a:lnT>
                  </a:tcPr>
                </a:tc>
                <a:tc>
                  <a:txBody>
                    <a:bodyPr/>
                    <a:lstStyle/>
                    <a:p>
                      <a:r>
                        <a:rPr kumimoji="1" lang="ja-JP" altLang="en-US" sz="1050" dirty="0">
                          <a:solidFill>
                            <a:schemeClr val="tx1"/>
                          </a:solidFill>
                          <a:latin typeface="メイリオ" panose="020B0604030504040204" pitchFamily="50" charset="-128"/>
                          <a:ea typeface="メイリオ" panose="020B0604030504040204" pitchFamily="50" charset="-128"/>
                        </a:rPr>
                        <a:t>夜間バッチにて実施。静的検査のみ可能</a:t>
                      </a:r>
                      <a:endParaRPr kumimoji="1" lang="en-US" altLang="ja-JP" sz="1050" dirty="0">
                        <a:solidFill>
                          <a:schemeClr val="tx1"/>
                        </a:solidFill>
                        <a:latin typeface="メイリオ" panose="020B0604030504040204" pitchFamily="50" charset="-128"/>
                        <a:ea typeface="メイリオ" panose="020B0604030504040204" pitchFamily="50" charset="-128"/>
                      </a:endParaRPr>
                    </a:p>
                  </a:txBody>
                  <a:tcPr/>
                </a:tc>
                <a:extLst>
                  <a:ext uri="{0D108BD9-81ED-4DB2-BD59-A6C34878D82A}">
                    <a16:rowId xmlns:a16="http://schemas.microsoft.com/office/drawing/2014/main" val="10002"/>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ja-JP" altLang="en-US" sz="1050" dirty="0">
                          <a:solidFill>
                            <a:schemeClr val="tx1"/>
                          </a:solidFill>
                          <a:latin typeface="メイリオ" panose="020B0604030504040204" pitchFamily="50" charset="-128"/>
                          <a:ea typeface="メイリオ" panose="020B0604030504040204" pitchFamily="50" charset="-128"/>
                        </a:rPr>
                        <a:t>ブルートフォース対策</a:t>
                      </a:r>
                    </a:p>
                  </a:txBody>
                  <a:tcPr/>
                </a:tc>
                <a:tc>
                  <a:txBody>
                    <a:bodyPr/>
                    <a:lstStyle/>
                    <a:p>
                      <a:r>
                        <a:rPr kumimoji="1" lang="en-US" altLang="ja-JP" sz="1050" dirty="0">
                          <a:solidFill>
                            <a:schemeClr val="tx1"/>
                          </a:solidFill>
                          <a:latin typeface="メイリオ" panose="020B0604030504040204" pitchFamily="50" charset="-128"/>
                          <a:ea typeface="メイリオ" panose="020B0604030504040204" pitchFamily="50" charset="-128"/>
                        </a:rPr>
                        <a:t>fail2ban</a:t>
                      </a:r>
                    </a:p>
                  </a:txBody>
                  <a:tcPr/>
                </a:tc>
                <a:tc>
                  <a:txBody>
                    <a:bodyPr/>
                    <a:lstStyle/>
                    <a:p>
                      <a:pPr algn="ctr"/>
                      <a:r>
                        <a:rPr kumimoji="1" lang="ja-JP" altLang="en-US" sz="1050" dirty="0">
                          <a:solidFill>
                            <a:schemeClr val="tx1"/>
                          </a:solidFill>
                          <a:latin typeface="メイリオ" panose="020B0604030504040204" pitchFamily="50" charset="-128"/>
                          <a:ea typeface="メイリオ" panose="020B0604030504040204" pitchFamily="50" charset="-128"/>
                        </a:rPr>
                        <a:t>○</a:t>
                      </a:r>
                      <a:endParaRPr kumimoji="1" lang="en-US" altLang="ja-JP" sz="1050" dirty="0">
                        <a:solidFill>
                          <a:schemeClr val="tx1"/>
                        </a:solidFill>
                        <a:latin typeface="メイリオ" panose="020B0604030504040204" pitchFamily="50" charset="-128"/>
                        <a:ea typeface="メイリオ" panose="020B0604030504040204" pitchFamily="50" charset="-128"/>
                      </a:endParaRPr>
                    </a:p>
                  </a:txBody>
                  <a:tcPr/>
                </a:tc>
                <a:tc>
                  <a:txBody>
                    <a:bodyPr/>
                    <a:lstStyle/>
                    <a:p>
                      <a:pPr algn="ctr"/>
                      <a:r>
                        <a:rPr kumimoji="1" lang="ja-JP" altLang="en-US" sz="1050" dirty="0">
                          <a:solidFill>
                            <a:schemeClr val="tx1"/>
                          </a:solidFill>
                          <a:latin typeface="メイリオ" panose="020B0604030504040204" pitchFamily="50" charset="-128"/>
                          <a:ea typeface="メイリオ" panose="020B0604030504040204" pitchFamily="50" charset="-128"/>
                        </a:rPr>
                        <a:t>○</a:t>
                      </a:r>
                      <a:endParaRPr kumimoji="1" lang="en-US" altLang="ja-JP" sz="1050" dirty="0">
                        <a:solidFill>
                          <a:schemeClr val="tx1"/>
                        </a:solidFill>
                        <a:latin typeface="メイリオ" panose="020B0604030504040204" pitchFamily="50" charset="-128"/>
                        <a:ea typeface="メイリオ" panose="020B0604030504040204" pitchFamily="50" charset="-128"/>
                      </a:endParaRPr>
                    </a:p>
                  </a:txBody>
                  <a:tcPr/>
                </a:tc>
                <a:tc>
                  <a:txBody>
                    <a:bodyPr/>
                    <a:lstStyle/>
                    <a:p>
                      <a:r>
                        <a:rPr kumimoji="1" lang="ja-JP" altLang="en-US" sz="1050" dirty="0">
                          <a:solidFill>
                            <a:schemeClr val="tx1"/>
                          </a:solidFill>
                          <a:latin typeface="メイリオ" panose="020B0604030504040204" pitchFamily="50" charset="-128"/>
                          <a:ea typeface="メイリオ" panose="020B0604030504040204" pitchFamily="50" charset="-128"/>
                        </a:rPr>
                        <a:t>不正なアクセスが同一IPアドレスから複数回発生した場合、アクセスをブロックする</a:t>
                      </a:r>
                    </a:p>
                  </a:txBody>
                  <a:tcPr/>
                </a:tc>
                <a:extLst>
                  <a:ext uri="{0D108BD9-81ED-4DB2-BD59-A6C34878D82A}">
                    <a16:rowId xmlns:a16="http://schemas.microsoft.com/office/drawing/2014/main" val="10003"/>
                  </a:ext>
                </a:extLst>
              </a:tr>
              <a:tr h="370840">
                <a:tc>
                  <a:txBody>
                    <a:bodyPr/>
                    <a:lstStyle/>
                    <a:p>
                      <a:r>
                        <a:rPr kumimoji="1" lang="ja-JP" altLang="en-US" sz="1050" dirty="0">
                          <a:solidFill>
                            <a:schemeClr val="tx1"/>
                          </a:solidFill>
                          <a:latin typeface="メイリオ" panose="020B0604030504040204" pitchFamily="50" charset="-128"/>
                          <a:ea typeface="メイリオ" panose="020B0604030504040204" pitchFamily="50" charset="-128"/>
                        </a:rPr>
                        <a:t>ウィルス監視</a:t>
                      </a:r>
                    </a:p>
                  </a:txBody>
                  <a:tcPr/>
                </a:tc>
                <a:tc>
                  <a:txBody>
                    <a:bodyPr/>
                    <a:lstStyle/>
                    <a:p>
                      <a:r>
                        <a:rPr kumimoji="1" lang="en-US" altLang="ja-JP" sz="1050" dirty="0" err="1">
                          <a:solidFill>
                            <a:schemeClr val="tx1"/>
                          </a:solidFill>
                          <a:latin typeface="メイリオ" panose="020B0604030504040204" pitchFamily="50" charset="-128"/>
                          <a:ea typeface="メイリオ" panose="020B0604030504040204" pitchFamily="50" charset="-128"/>
                        </a:rPr>
                        <a:t>clamAV</a:t>
                      </a:r>
                      <a:endParaRPr kumimoji="1" lang="en-US" altLang="ja-JP" sz="1050" dirty="0">
                        <a:solidFill>
                          <a:schemeClr val="tx1"/>
                        </a:solidFill>
                        <a:latin typeface="メイリオ" panose="020B0604030504040204" pitchFamily="50" charset="-128"/>
                        <a:ea typeface="メイリオ" panose="020B0604030504040204" pitchFamily="50" charset="-128"/>
                      </a:endParaRPr>
                    </a:p>
                  </a:txBody>
                  <a:tcPr/>
                </a:tc>
                <a:tc>
                  <a:txBody>
                    <a:bodyPr/>
                    <a:lstStyle/>
                    <a:p>
                      <a:pPr algn="ctr"/>
                      <a:r>
                        <a:rPr kumimoji="1" lang="ja-JP" altLang="en-US" sz="1050" dirty="0">
                          <a:solidFill>
                            <a:schemeClr val="tx1"/>
                          </a:solidFill>
                          <a:latin typeface="メイリオ" panose="020B0604030504040204" pitchFamily="50" charset="-128"/>
                          <a:ea typeface="メイリオ" panose="020B0604030504040204" pitchFamily="50" charset="-128"/>
                        </a:rPr>
                        <a:t>○</a:t>
                      </a:r>
                      <a:endParaRPr kumimoji="1" lang="en-US" altLang="ja-JP" sz="1050" dirty="0">
                        <a:solidFill>
                          <a:schemeClr val="tx1"/>
                        </a:solidFill>
                        <a:latin typeface="メイリオ" panose="020B0604030504040204" pitchFamily="50" charset="-128"/>
                        <a:ea typeface="メイリオ" panose="020B0604030504040204" pitchFamily="50" charset="-128"/>
                      </a:endParaRPr>
                    </a:p>
                  </a:txBody>
                  <a:tcPr/>
                </a:tc>
                <a:tc>
                  <a:txBody>
                    <a:bodyPr/>
                    <a:lstStyle/>
                    <a:p>
                      <a:pPr algn="ctr"/>
                      <a:r>
                        <a:rPr kumimoji="1" lang="ja-JP" altLang="en-US" sz="1050" dirty="0">
                          <a:solidFill>
                            <a:schemeClr val="tx1"/>
                          </a:solidFill>
                          <a:latin typeface="メイリオ" panose="020B0604030504040204" pitchFamily="50" charset="-128"/>
                          <a:ea typeface="メイリオ" panose="020B0604030504040204" pitchFamily="50" charset="-128"/>
                        </a:rPr>
                        <a:t>○</a:t>
                      </a:r>
                      <a:endParaRPr kumimoji="1" lang="en-US" altLang="ja-JP" sz="1050" dirty="0">
                        <a:solidFill>
                          <a:schemeClr val="tx1"/>
                        </a:solidFill>
                        <a:latin typeface="メイリオ" panose="020B0604030504040204" pitchFamily="50" charset="-128"/>
                        <a:ea typeface="メイリオ" panose="020B0604030504040204" pitchFamily="50" charset="-128"/>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ja-JP" altLang="en-US" sz="1050" dirty="0">
                          <a:solidFill>
                            <a:schemeClr val="tx1"/>
                          </a:solidFill>
                          <a:latin typeface="メイリオ" panose="020B0604030504040204" pitchFamily="50" charset="-128"/>
                          <a:ea typeface="メイリオ" panose="020B0604030504040204" pitchFamily="50" charset="-128"/>
                        </a:rPr>
                        <a:t>夜間バッチにて実施。静的検査のみ可能</a:t>
                      </a:r>
                      <a:endParaRPr kumimoji="1" lang="en-US" altLang="ja-JP" sz="1050" dirty="0">
                        <a:solidFill>
                          <a:schemeClr val="tx1"/>
                        </a:solidFill>
                        <a:latin typeface="メイリオ" panose="020B0604030504040204" pitchFamily="50" charset="-128"/>
                        <a:ea typeface="メイリオ" panose="020B0604030504040204" pitchFamily="50" charset="-128"/>
                      </a:endParaRPr>
                    </a:p>
                  </a:txBody>
                  <a:tcPr/>
                </a:tc>
                <a:extLst>
                  <a:ext uri="{0D108BD9-81ED-4DB2-BD59-A6C34878D82A}">
                    <a16:rowId xmlns:a16="http://schemas.microsoft.com/office/drawing/2014/main" val="10004"/>
                  </a:ext>
                </a:extLst>
              </a:tr>
              <a:tr h="370840">
                <a:tc>
                  <a:txBody>
                    <a:bodyPr/>
                    <a:lstStyle/>
                    <a:p>
                      <a:r>
                        <a:rPr kumimoji="1" lang="en-US" altLang="ja-JP" sz="1050" dirty="0">
                          <a:latin typeface="メイリオ" panose="020B0604030504040204" pitchFamily="50" charset="-128"/>
                          <a:ea typeface="メイリオ" panose="020B0604030504040204" pitchFamily="50" charset="-128"/>
                        </a:rPr>
                        <a:t>WAF</a:t>
                      </a:r>
                      <a:r>
                        <a:rPr kumimoji="1" lang="ja-JP" altLang="en-US" sz="1050" dirty="0">
                          <a:latin typeface="メイリオ" panose="020B0604030504040204" pitchFamily="50" charset="-128"/>
                          <a:ea typeface="メイリオ" panose="020B0604030504040204" pitchFamily="50" charset="-128"/>
                        </a:rPr>
                        <a:t>機能</a:t>
                      </a:r>
                      <a:endParaRPr kumimoji="1" lang="en-US" altLang="ja-JP" sz="1050" dirty="0">
                        <a:latin typeface="メイリオ" panose="020B0604030504040204" pitchFamily="50" charset="-128"/>
                        <a:ea typeface="メイリオ" panose="020B0604030504040204" pitchFamily="50" charset="-128"/>
                      </a:endParaRPr>
                    </a:p>
                  </a:txBody>
                  <a:tcPr/>
                </a:tc>
                <a:tc>
                  <a:txBody>
                    <a:bodyPr/>
                    <a:lstStyle/>
                    <a:p>
                      <a:r>
                        <a:rPr kumimoji="1" lang="en-US" altLang="ja-JP" sz="1050" dirty="0" err="1">
                          <a:latin typeface="メイリオ" panose="020B0604030504040204" pitchFamily="50" charset="-128"/>
                          <a:ea typeface="メイリオ" panose="020B0604030504040204" pitchFamily="50" charset="-128"/>
                        </a:rPr>
                        <a:t>Modsecurity</a:t>
                      </a:r>
                      <a:endParaRPr kumimoji="1" lang="en-US" altLang="ja-JP" sz="1050" dirty="0">
                        <a:latin typeface="メイリオ" panose="020B0604030504040204" pitchFamily="50" charset="-128"/>
                        <a:ea typeface="メイリオ" panose="020B0604030504040204" pitchFamily="50" charset="-128"/>
                      </a:endParaRPr>
                    </a:p>
                  </a:txBody>
                  <a:tcPr/>
                </a:tc>
                <a:tc>
                  <a:txBody>
                    <a:bodyPr/>
                    <a:lstStyle/>
                    <a:p>
                      <a:pPr algn="ctr"/>
                      <a:r>
                        <a:rPr kumimoji="1" lang="ja-JP" altLang="en-US" sz="1050" dirty="0">
                          <a:latin typeface="メイリオ" panose="020B0604030504040204" pitchFamily="50" charset="-128"/>
                          <a:ea typeface="メイリオ" panose="020B0604030504040204" pitchFamily="50" charset="-128"/>
                        </a:rPr>
                        <a:t>○</a:t>
                      </a:r>
                      <a:endParaRPr kumimoji="1" lang="en-US" altLang="ja-JP" sz="1050" dirty="0">
                        <a:latin typeface="メイリオ" panose="020B0604030504040204" pitchFamily="50" charset="-128"/>
                        <a:ea typeface="メイリオ" panose="020B0604030504040204" pitchFamily="50" charset="-128"/>
                      </a:endParaRPr>
                    </a:p>
                  </a:txBody>
                  <a:tcPr/>
                </a:tc>
                <a:tc>
                  <a:txBody>
                    <a:bodyPr/>
                    <a:lstStyle/>
                    <a:p>
                      <a:pPr algn="ctr"/>
                      <a:r>
                        <a:rPr kumimoji="1" lang="en-US" altLang="ja-JP" sz="1050" dirty="0">
                          <a:latin typeface="メイリオ" panose="020B0604030504040204" pitchFamily="50" charset="-128"/>
                          <a:ea typeface="メイリオ" panose="020B0604030504040204" pitchFamily="50" charset="-128"/>
                        </a:rPr>
                        <a:t>-</a:t>
                      </a:r>
                    </a:p>
                  </a:txBody>
                  <a:tcPr/>
                </a:tc>
                <a:tc>
                  <a:txBody>
                    <a:bodyPr/>
                    <a:lstStyle/>
                    <a:p>
                      <a:r>
                        <a:rPr kumimoji="1" lang="en-US" altLang="ja-JP" sz="1050" dirty="0">
                          <a:solidFill>
                            <a:schemeClr val="tx1"/>
                          </a:solidFill>
                          <a:latin typeface="メイリオ" panose="020B0604030504040204" pitchFamily="50" charset="-128"/>
                          <a:ea typeface="メイリオ" panose="020B0604030504040204" pitchFamily="50" charset="-128"/>
                        </a:rPr>
                        <a:t>XSS</a:t>
                      </a:r>
                      <a:r>
                        <a:rPr kumimoji="1" lang="ja-JP" altLang="en-US" sz="1050" dirty="0">
                          <a:solidFill>
                            <a:schemeClr val="tx1"/>
                          </a:solidFill>
                          <a:latin typeface="メイリオ" panose="020B0604030504040204" pitchFamily="50" charset="-128"/>
                          <a:ea typeface="メイリオ" panose="020B0604030504040204" pitchFamily="50" charset="-128"/>
                        </a:rPr>
                        <a:t>および</a:t>
                      </a:r>
                      <a:r>
                        <a:rPr kumimoji="1" lang="en-US" altLang="ja-JP" sz="1050" dirty="0">
                          <a:solidFill>
                            <a:schemeClr val="tx1"/>
                          </a:solidFill>
                          <a:latin typeface="メイリオ" panose="020B0604030504040204" pitchFamily="50" charset="-128"/>
                          <a:ea typeface="メイリオ" panose="020B0604030504040204" pitchFamily="50" charset="-128"/>
                        </a:rPr>
                        <a:t>SQL</a:t>
                      </a:r>
                      <a:r>
                        <a:rPr kumimoji="1" lang="ja-JP" altLang="en-US" sz="1050" dirty="0">
                          <a:solidFill>
                            <a:schemeClr val="tx1"/>
                          </a:solidFill>
                          <a:latin typeface="メイリオ" panose="020B0604030504040204" pitchFamily="50" charset="-128"/>
                          <a:ea typeface="メイリオ" panose="020B0604030504040204" pitchFamily="50" charset="-128"/>
                        </a:rPr>
                        <a:t>インジェクションに該当するアクセスをネガティブルールに登録</a:t>
                      </a:r>
                      <a:endParaRPr kumimoji="1" lang="en-US" altLang="ja-JP" sz="1050" dirty="0">
                        <a:solidFill>
                          <a:schemeClr val="tx1"/>
                        </a:solidFill>
                        <a:latin typeface="メイリオ" panose="020B0604030504040204" pitchFamily="50" charset="-128"/>
                        <a:ea typeface="メイリオ" panose="020B0604030504040204" pitchFamily="50" charset="-128"/>
                      </a:endParaRPr>
                    </a:p>
                    <a:p>
                      <a:r>
                        <a:rPr kumimoji="1" lang="en-US" altLang="ja-JP" sz="1050" dirty="0">
                          <a:solidFill>
                            <a:schemeClr val="tx1"/>
                          </a:solidFill>
                          <a:latin typeface="メイリオ" panose="020B0604030504040204" pitchFamily="50" charset="-128"/>
                          <a:ea typeface="メイリオ" panose="020B0604030504040204" pitchFamily="50" charset="-128"/>
                        </a:rPr>
                        <a:t>OSS</a:t>
                      </a:r>
                      <a:r>
                        <a:rPr kumimoji="1" lang="ja-JP" altLang="en-US" sz="1050" dirty="0">
                          <a:solidFill>
                            <a:schemeClr val="tx1"/>
                          </a:solidFill>
                          <a:latin typeface="メイリオ" panose="020B0604030504040204" pitchFamily="50" charset="-128"/>
                          <a:ea typeface="メイリオ" panose="020B0604030504040204" pitchFamily="50" charset="-128"/>
                        </a:rPr>
                        <a:t>であり、仕様が公開されている為、万能ではありませんがロボットによる総当たりのアクセスには効果が期待できます。</a:t>
                      </a:r>
                      <a:endParaRPr kumimoji="1" lang="en-US" altLang="ja-JP" sz="1050" dirty="0">
                        <a:solidFill>
                          <a:schemeClr val="tx1"/>
                        </a:solidFill>
                        <a:latin typeface="メイリオ" panose="020B0604030504040204" pitchFamily="50" charset="-128"/>
                        <a:ea typeface="メイリオ" panose="020B0604030504040204" pitchFamily="50" charset="-128"/>
                      </a:endParaRPr>
                    </a:p>
                  </a:txBody>
                  <a:tcPr/>
                </a:tc>
                <a:extLst>
                  <a:ext uri="{0D108BD9-81ED-4DB2-BD59-A6C34878D82A}">
                    <a16:rowId xmlns:a16="http://schemas.microsoft.com/office/drawing/2014/main" val="10005"/>
                  </a:ext>
                </a:extLst>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00" name="タイトル 1"/>
          <p:cNvSpPr>
            <a:spLocks noGrp="1" noChangeArrowheads="1"/>
          </p:cNvSpPr>
          <p:nvPr>
            <p:ph type="title" idx="4294967295"/>
          </p:nvPr>
        </p:nvSpPr>
        <p:spPr bwMode="auto">
          <a:xfrm>
            <a:off x="763588" y="231304"/>
            <a:ext cx="7840860" cy="533400"/>
          </a:xfrm>
          <a:prstGeom prst="rect">
            <a:avLst/>
          </a:prstGeom>
          <a:noFill/>
          <a:ln>
            <a:miter lim="800000"/>
            <a:headEnd/>
            <a:tailEnd/>
          </a:ln>
        </p:spPr>
        <p:txBody>
          <a:bodyPr>
            <a:normAutofit/>
          </a:bodyPr>
          <a:lstStyle/>
          <a:p>
            <a:pPr algn="l">
              <a:lnSpc>
                <a:spcPct val="75000"/>
              </a:lnSpc>
            </a:pPr>
            <a:r>
              <a:rPr lang="en-US" altLang="ja-JP" sz="2800" dirty="0">
                <a:latin typeface="メイリオ" panose="020B0604030504040204" pitchFamily="50" charset="-128"/>
                <a:ea typeface="メイリオ" panose="020B0604030504040204" pitchFamily="50" charset="-128"/>
              </a:rPr>
              <a:t>7.対応内容説明 - セキュリティ（2/2）</a:t>
            </a:r>
          </a:p>
        </p:txBody>
      </p:sp>
      <p:sp>
        <p:nvSpPr>
          <p:cNvPr id="4" name="テキスト ボックス 3"/>
          <p:cNvSpPr txBox="1"/>
          <p:nvPr/>
        </p:nvSpPr>
        <p:spPr>
          <a:xfrm>
            <a:off x="140564" y="765285"/>
            <a:ext cx="8463884" cy="523220"/>
          </a:xfrm>
          <a:prstGeom prst="rect">
            <a:avLst/>
          </a:prstGeom>
          <a:noFill/>
        </p:spPr>
        <p:txBody>
          <a:bodyPr wrap="square" rtlCol="0">
            <a:spAutoFit/>
          </a:bodyPr>
          <a:lstStyle/>
          <a:p>
            <a:r>
              <a:rPr lang="ja-JP" altLang="en-US" sz="1400" dirty="0">
                <a:latin typeface="メイリオ"/>
                <a:ea typeface="メイリオ"/>
                <a:cs typeface="メイリオ"/>
              </a:rPr>
              <a:t>セキュリティ対策として、以下をオプション（有償）をご用意しています。</a:t>
            </a:r>
            <a:endParaRPr lang="en-US" altLang="ja-JP" sz="1400" dirty="0">
              <a:latin typeface="メイリオ"/>
              <a:ea typeface="メイリオ"/>
              <a:cs typeface="メイリオ"/>
            </a:endParaRPr>
          </a:p>
          <a:p>
            <a:r>
              <a:rPr lang="ja-JP" altLang="en-US" sz="1400" dirty="0">
                <a:latin typeface="メイリオ"/>
                <a:ea typeface="メイリオ"/>
                <a:cs typeface="メイリオ"/>
              </a:rPr>
              <a:t>①製品を用いた</a:t>
            </a:r>
            <a:r>
              <a:rPr lang="en-US" altLang="ja-JP" sz="1400" dirty="0">
                <a:latin typeface="メイリオ"/>
                <a:ea typeface="メイリオ"/>
                <a:cs typeface="メイリオ"/>
              </a:rPr>
              <a:t>IDS/IPS</a:t>
            </a:r>
            <a:r>
              <a:rPr lang="ja-JP" altLang="en-US" sz="1400" dirty="0">
                <a:latin typeface="メイリオ"/>
                <a:ea typeface="メイリオ"/>
                <a:cs typeface="メイリオ"/>
              </a:rPr>
              <a:t>を設置します。</a:t>
            </a:r>
          </a:p>
        </p:txBody>
      </p:sp>
      <p:sp>
        <p:nvSpPr>
          <p:cNvPr id="12" name="テキスト ボックス 11"/>
          <p:cNvSpPr txBox="1"/>
          <p:nvPr/>
        </p:nvSpPr>
        <p:spPr>
          <a:xfrm>
            <a:off x="140564" y="4087366"/>
            <a:ext cx="8463884" cy="307777"/>
          </a:xfrm>
          <a:prstGeom prst="rect">
            <a:avLst/>
          </a:prstGeom>
          <a:noFill/>
        </p:spPr>
        <p:txBody>
          <a:bodyPr wrap="square" rtlCol="0">
            <a:spAutoFit/>
          </a:bodyPr>
          <a:lstStyle/>
          <a:p>
            <a:r>
              <a:rPr lang="ja-JP" altLang="en-US" sz="1400" dirty="0">
                <a:latin typeface="メイリオ"/>
                <a:ea typeface="メイリオ"/>
                <a:cs typeface="メイリオ"/>
              </a:rPr>
              <a:t>②第</a:t>
            </a:r>
            <a:r>
              <a:rPr lang="en-US" altLang="ja-JP" sz="1400" dirty="0">
                <a:latin typeface="メイリオ"/>
                <a:ea typeface="メイリオ"/>
                <a:cs typeface="メイリオ"/>
              </a:rPr>
              <a:t>3</a:t>
            </a:r>
            <a:r>
              <a:rPr lang="ja-JP" altLang="en-US" sz="1400" dirty="0">
                <a:latin typeface="メイリオ"/>
                <a:ea typeface="メイリオ"/>
                <a:cs typeface="メイリオ"/>
              </a:rPr>
              <a:t>者による脆弱性診断を受診し、不良箇所の対策を行います。</a:t>
            </a:r>
          </a:p>
        </p:txBody>
      </p:sp>
      <p:graphicFrame>
        <p:nvGraphicFramePr>
          <p:cNvPr id="13" name="表 12"/>
          <p:cNvGraphicFramePr>
            <a:graphicFrameLocks noGrp="1"/>
          </p:cNvGraphicFramePr>
          <p:nvPr>
            <p:extLst>
              <p:ext uri="{D42A27DB-BD31-4B8C-83A1-F6EECF244321}">
                <p14:modId xmlns:p14="http://schemas.microsoft.com/office/powerpoint/2010/main" val="250066683"/>
              </p:ext>
            </p:extLst>
          </p:nvPr>
        </p:nvGraphicFramePr>
        <p:xfrm>
          <a:off x="467544" y="4429299"/>
          <a:ext cx="8136904" cy="1867603"/>
        </p:xfrm>
        <a:graphic>
          <a:graphicData uri="http://schemas.openxmlformats.org/drawingml/2006/table">
            <a:tbl>
              <a:tblPr firstRow="1" bandRow="1">
                <a:tableStyleId>{5C22544A-7EE6-4342-B048-85BDC9FD1C3A}</a:tableStyleId>
              </a:tblPr>
              <a:tblGrid>
                <a:gridCol w="1950673">
                  <a:extLst>
                    <a:ext uri="{9D8B030D-6E8A-4147-A177-3AD203B41FA5}">
                      <a16:colId xmlns:a16="http://schemas.microsoft.com/office/drawing/2014/main" val="20000"/>
                    </a:ext>
                  </a:extLst>
                </a:gridCol>
                <a:gridCol w="1725596">
                  <a:extLst>
                    <a:ext uri="{9D8B030D-6E8A-4147-A177-3AD203B41FA5}">
                      <a16:colId xmlns:a16="http://schemas.microsoft.com/office/drawing/2014/main" val="20001"/>
                    </a:ext>
                  </a:extLst>
                </a:gridCol>
                <a:gridCol w="4460635">
                  <a:extLst>
                    <a:ext uri="{9D8B030D-6E8A-4147-A177-3AD203B41FA5}">
                      <a16:colId xmlns:a16="http://schemas.microsoft.com/office/drawing/2014/main" val="20002"/>
                    </a:ext>
                  </a:extLst>
                </a:gridCol>
              </a:tblGrid>
              <a:tr h="426720">
                <a:tc>
                  <a:txBody>
                    <a:bodyPr/>
                    <a:lstStyle/>
                    <a:p>
                      <a:r>
                        <a:rPr kumimoji="1" lang="ja-JP" altLang="en-US" sz="1050" dirty="0">
                          <a:latin typeface="メイリオ" panose="020B0604030504040204" pitchFamily="50" charset="-128"/>
                          <a:ea typeface="メイリオ" panose="020B0604030504040204" pitchFamily="50" charset="-128"/>
                        </a:rPr>
                        <a:t>ベンダー例</a:t>
                      </a:r>
                    </a:p>
                  </a:txBody>
                  <a:tcPr/>
                </a:tc>
                <a:tc>
                  <a:txBody>
                    <a:bodyPr/>
                    <a:lstStyle/>
                    <a:p>
                      <a:r>
                        <a:rPr kumimoji="1" lang="ja-JP" altLang="en-US" sz="1050" dirty="0">
                          <a:latin typeface="メイリオ" panose="020B0604030504040204" pitchFamily="50" charset="-128"/>
                          <a:ea typeface="メイリオ" panose="020B0604030504040204" pitchFamily="50" charset="-128"/>
                        </a:rPr>
                        <a:t>費用感</a:t>
                      </a:r>
                    </a:p>
                  </a:txBody>
                  <a:tcPr/>
                </a:tc>
                <a:tc>
                  <a:txBody>
                    <a:bodyPr/>
                    <a:lstStyle/>
                    <a:p>
                      <a:r>
                        <a:rPr kumimoji="1" lang="ja-JP" altLang="en-US" sz="1050" dirty="0">
                          <a:latin typeface="メイリオ" panose="020B0604030504040204" pitchFamily="50" charset="-128"/>
                          <a:ea typeface="メイリオ" panose="020B0604030504040204" pitchFamily="50" charset="-128"/>
                        </a:rPr>
                        <a:t>説明（当社判定）</a:t>
                      </a:r>
                    </a:p>
                  </a:txBody>
                  <a:tcPr/>
                </a:tc>
                <a:extLst>
                  <a:ext uri="{0D108BD9-81ED-4DB2-BD59-A6C34878D82A}">
                    <a16:rowId xmlns:a16="http://schemas.microsoft.com/office/drawing/2014/main" val="10000"/>
                  </a:ext>
                </a:extLst>
              </a:tr>
              <a:tr h="370840">
                <a:tc>
                  <a:txBody>
                    <a:bodyPr/>
                    <a:lstStyle/>
                    <a:p>
                      <a:r>
                        <a:rPr lang="en-US" altLang="ja-JP" sz="1050" dirty="0">
                          <a:solidFill>
                            <a:schemeClr val="tx1"/>
                          </a:solidFill>
                          <a:latin typeface="メイリオ" panose="020B0604030504040204" pitchFamily="50" charset="-128"/>
                          <a:ea typeface="メイリオ" panose="020B0604030504040204" pitchFamily="50" charset="-128"/>
                        </a:rPr>
                        <a:t>NRI</a:t>
                      </a:r>
                      <a:endParaRPr lang="ja-JP" altLang="en-US" sz="1050" dirty="0">
                        <a:solidFill>
                          <a:schemeClr val="tx1"/>
                        </a:solidFill>
                        <a:latin typeface="メイリオ" panose="020B0604030504040204" pitchFamily="50" charset="-128"/>
                        <a:ea typeface="メイリオ" panose="020B0604030504040204" pitchFamily="50" charset="-128"/>
                      </a:endParaRPr>
                    </a:p>
                  </a:txBody>
                  <a:tcPr/>
                </a:tc>
                <a:tc>
                  <a:txBody>
                    <a:bodyPr/>
                    <a:lstStyle/>
                    <a:p>
                      <a:r>
                        <a:rPr kumimoji="1" lang="ja-JP" altLang="en-US" sz="1050" dirty="0">
                          <a:solidFill>
                            <a:schemeClr val="tx1"/>
                          </a:solidFill>
                          <a:latin typeface="メイリオ" panose="020B0604030504040204" pitchFamily="50" charset="-128"/>
                          <a:ea typeface="メイリオ" panose="020B0604030504040204" pitchFamily="50" charset="-128"/>
                        </a:rPr>
                        <a:t>数百万</a:t>
                      </a:r>
                      <a:endParaRPr kumimoji="1" lang="en-US" altLang="ja-JP" sz="1050" dirty="0">
                        <a:solidFill>
                          <a:schemeClr val="tx1"/>
                        </a:solidFill>
                        <a:latin typeface="メイリオ" panose="020B0604030504040204" pitchFamily="50" charset="-128"/>
                        <a:ea typeface="メイリオ" panose="020B0604030504040204" pitchFamily="50" charset="-128"/>
                      </a:endParaRPr>
                    </a:p>
                    <a:p>
                      <a:r>
                        <a:rPr kumimoji="1" lang="en-US" altLang="ja-JP" sz="1050" dirty="0">
                          <a:solidFill>
                            <a:schemeClr val="tx1"/>
                          </a:solidFill>
                          <a:latin typeface="メイリオ" panose="020B0604030504040204" pitchFamily="50" charset="-128"/>
                          <a:ea typeface="メイリオ" panose="020B0604030504040204" pitchFamily="50" charset="-128"/>
                        </a:rPr>
                        <a:t>+</a:t>
                      </a:r>
                      <a:r>
                        <a:rPr kumimoji="1" lang="ja-JP" altLang="en-US" sz="1050" dirty="0">
                          <a:solidFill>
                            <a:schemeClr val="tx1"/>
                          </a:solidFill>
                          <a:latin typeface="メイリオ" panose="020B0604030504040204" pitchFamily="50" charset="-128"/>
                          <a:ea typeface="メイリオ" panose="020B0604030504040204" pitchFamily="50" charset="-128"/>
                        </a:rPr>
                        <a:t>対応費用</a:t>
                      </a:r>
                    </a:p>
                  </a:txBody>
                  <a:tcPr/>
                </a:tc>
                <a:tc>
                  <a:txBody>
                    <a:bodyPr/>
                    <a:lstStyle/>
                    <a:p>
                      <a:r>
                        <a:rPr kumimoji="1" lang="ja-JP" altLang="en-US" sz="1050" dirty="0">
                          <a:solidFill>
                            <a:schemeClr val="tx1"/>
                          </a:solidFill>
                          <a:latin typeface="メイリオ" panose="020B0604030504040204" pitchFamily="50" charset="-128"/>
                          <a:ea typeface="メイリオ" panose="020B0604030504040204" pitchFamily="50" charset="-128"/>
                        </a:rPr>
                        <a:t>ロボットおよび人間系による仮想攻撃によって、ほぼすべての脆弱性を検出します。国内最強のサービスですが、高額である上、１－２ヶ月の期間を要します。</a:t>
                      </a:r>
                      <a:endParaRPr kumimoji="1" lang="en-US" altLang="ja-JP" sz="1050" dirty="0">
                        <a:solidFill>
                          <a:schemeClr val="tx1"/>
                        </a:solidFill>
                        <a:latin typeface="メイリオ" panose="020B0604030504040204" pitchFamily="50" charset="-128"/>
                        <a:ea typeface="メイリオ" panose="020B0604030504040204" pitchFamily="50" charset="-128"/>
                      </a:endParaRPr>
                    </a:p>
                  </a:txBody>
                  <a:tcPr/>
                </a:tc>
                <a:extLst>
                  <a:ext uri="{0D108BD9-81ED-4DB2-BD59-A6C34878D82A}">
                    <a16:rowId xmlns:a16="http://schemas.microsoft.com/office/drawing/2014/main" val="10001"/>
                  </a:ext>
                </a:extLst>
              </a:tr>
              <a:tr h="457903">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ja-JP" sz="1050" dirty="0">
                          <a:solidFill>
                            <a:schemeClr val="tx1"/>
                          </a:solidFill>
                          <a:latin typeface="メイリオ" panose="020B0604030504040204" pitchFamily="50" charset="-128"/>
                          <a:ea typeface="メイリオ" panose="020B0604030504040204" pitchFamily="50" charset="-128"/>
                        </a:rPr>
                        <a:t>z.com cloud</a:t>
                      </a:r>
                      <a:endParaRPr lang="ja-JP" altLang="en-US" sz="1050" dirty="0">
                        <a:solidFill>
                          <a:schemeClr val="tx1"/>
                        </a:solidFill>
                        <a:latin typeface="メイリオ" panose="020B0604030504040204" pitchFamily="50" charset="-128"/>
                        <a:ea typeface="メイリオ" panose="020B0604030504040204" pitchFamily="50" charset="-128"/>
                      </a:endParaRPr>
                    </a:p>
                  </a:txBody>
                  <a:tcPr/>
                </a:tc>
                <a:tc>
                  <a:txBody>
                    <a:bodyPr/>
                    <a:lstStyle/>
                    <a:p>
                      <a:r>
                        <a:rPr kumimoji="1" lang="ja-JP" altLang="en-US" sz="1050" dirty="0">
                          <a:solidFill>
                            <a:srgbClr val="FF0000"/>
                          </a:solidFill>
                          <a:latin typeface="メイリオ" panose="020B0604030504040204" pitchFamily="50" charset="-128"/>
                          <a:ea typeface="メイリオ" panose="020B0604030504040204" pitchFamily="50" charset="-128"/>
                        </a:rPr>
                        <a:t>要見積</a:t>
                      </a:r>
                      <a:endParaRPr kumimoji="1" lang="en-US" altLang="ja-JP" sz="1050" dirty="0">
                        <a:solidFill>
                          <a:srgbClr val="FF0000"/>
                        </a:solidFill>
                        <a:latin typeface="メイリオ" panose="020B0604030504040204" pitchFamily="50" charset="-128"/>
                        <a:ea typeface="メイリオ" panose="020B0604030504040204" pitchFamily="50" charset="-128"/>
                      </a:endParaRPr>
                    </a:p>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050" dirty="0">
                          <a:solidFill>
                            <a:schemeClr val="tx1"/>
                          </a:solidFill>
                          <a:latin typeface="メイリオ" panose="020B0604030504040204" pitchFamily="50" charset="-128"/>
                          <a:ea typeface="メイリオ" panose="020B0604030504040204" pitchFamily="50" charset="-128"/>
                        </a:rPr>
                        <a:t>+</a:t>
                      </a:r>
                      <a:r>
                        <a:rPr kumimoji="1" lang="ja-JP" altLang="en-US" sz="1050" dirty="0">
                          <a:solidFill>
                            <a:schemeClr val="tx1"/>
                          </a:solidFill>
                          <a:latin typeface="メイリオ" panose="020B0604030504040204" pitchFamily="50" charset="-128"/>
                          <a:ea typeface="メイリオ" panose="020B0604030504040204" pitchFamily="50" charset="-128"/>
                        </a:rPr>
                        <a:t>対応費用</a:t>
                      </a:r>
                    </a:p>
                  </a:txBody>
                  <a:tcPr/>
                </a:tc>
                <a:tc>
                  <a:txBody>
                    <a:bodyPr/>
                    <a:lstStyle/>
                    <a:p>
                      <a:r>
                        <a:rPr kumimoji="1" lang="ja-JP" altLang="en-US" sz="1050" dirty="0">
                          <a:solidFill>
                            <a:schemeClr val="tx1"/>
                          </a:solidFill>
                          <a:latin typeface="メイリオ" panose="020B0604030504040204" pitchFamily="50" charset="-128"/>
                          <a:ea typeface="メイリオ" panose="020B0604030504040204" pitchFamily="50" charset="-128"/>
                        </a:rPr>
                        <a:t>ロボットによる診断です。トリッキーな攻撃には対処できませんが、リーズナブルで、最低限の脆弱性検出を行えます。</a:t>
                      </a:r>
                      <a:endParaRPr kumimoji="1" lang="en-US" altLang="ja-JP" sz="1050" dirty="0">
                        <a:solidFill>
                          <a:schemeClr val="tx1"/>
                        </a:solidFill>
                        <a:latin typeface="メイリオ" panose="020B0604030504040204" pitchFamily="50" charset="-128"/>
                        <a:ea typeface="メイリオ" panose="020B0604030504040204" pitchFamily="50" charset="-128"/>
                      </a:endParaRPr>
                    </a:p>
                  </a:txBody>
                  <a:tcPr/>
                </a:tc>
                <a:extLst>
                  <a:ext uri="{0D108BD9-81ED-4DB2-BD59-A6C34878D82A}">
                    <a16:rowId xmlns:a16="http://schemas.microsoft.com/office/drawing/2014/main" val="10002"/>
                  </a:ext>
                </a:extLst>
              </a:tr>
              <a:tr h="370840">
                <a:tc>
                  <a:txBody>
                    <a:bodyPr/>
                    <a:lstStyle/>
                    <a:p>
                      <a:r>
                        <a:rPr kumimoji="1" lang="ja-JP" altLang="en-US" sz="1050" dirty="0">
                          <a:solidFill>
                            <a:schemeClr val="tx1"/>
                          </a:solidFill>
                          <a:latin typeface="メイリオ" panose="020B0604030504040204" pitchFamily="50" charset="-128"/>
                          <a:ea typeface="メイリオ" panose="020B0604030504040204" pitchFamily="50" charset="-128"/>
                        </a:rPr>
                        <a:t>ラック</a:t>
                      </a:r>
                    </a:p>
                  </a:txBody>
                  <a:tcPr/>
                </a:tc>
                <a:tc>
                  <a:txBody>
                    <a:bodyPr/>
                    <a:lstStyle/>
                    <a:p>
                      <a:r>
                        <a:rPr kumimoji="1" lang="en-US" altLang="ja-JP" sz="1050" dirty="0">
                          <a:solidFill>
                            <a:schemeClr val="tx1"/>
                          </a:solidFill>
                          <a:latin typeface="メイリオ" panose="020B0604030504040204" pitchFamily="50" charset="-128"/>
                          <a:ea typeface="メイリオ" panose="020B0604030504040204" pitchFamily="50" charset="-128"/>
                        </a:rPr>
                        <a:t>100-200</a:t>
                      </a:r>
                      <a:r>
                        <a:rPr kumimoji="1" lang="ja-JP" altLang="en-US" sz="1050" dirty="0">
                          <a:solidFill>
                            <a:schemeClr val="tx1"/>
                          </a:solidFill>
                          <a:latin typeface="メイリオ" panose="020B0604030504040204" pitchFamily="50" charset="-128"/>
                          <a:ea typeface="メイリオ" panose="020B0604030504040204" pitchFamily="50" charset="-128"/>
                        </a:rPr>
                        <a:t>万</a:t>
                      </a:r>
                      <a:endParaRPr kumimoji="1" lang="en-US" altLang="ja-JP" sz="1050" dirty="0">
                        <a:solidFill>
                          <a:schemeClr val="tx1"/>
                        </a:solidFill>
                        <a:latin typeface="メイリオ" panose="020B0604030504040204" pitchFamily="50" charset="-128"/>
                        <a:ea typeface="メイリオ" panose="020B0604030504040204" pitchFamily="50" charset="-128"/>
                      </a:endParaRPr>
                    </a:p>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050" dirty="0">
                          <a:solidFill>
                            <a:schemeClr val="tx1"/>
                          </a:solidFill>
                          <a:latin typeface="メイリオ" panose="020B0604030504040204" pitchFamily="50" charset="-128"/>
                          <a:ea typeface="メイリオ" panose="020B0604030504040204" pitchFamily="50" charset="-128"/>
                        </a:rPr>
                        <a:t>+</a:t>
                      </a:r>
                      <a:r>
                        <a:rPr kumimoji="1" lang="ja-JP" altLang="en-US" sz="1050" dirty="0">
                          <a:solidFill>
                            <a:schemeClr val="tx1"/>
                          </a:solidFill>
                          <a:latin typeface="メイリオ" panose="020B0604030504040204" pitchFamily="50" charset="-128"/>
                          <a:ea typeface="メイリオ" panose="020B0604030504040204" pitchFamily="50" charset="-128"/>
                        </a:rPr>
                        <a:t>対応費用</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ja-JP" altLang="en-US" sz="1050" dirty="0">
                          <a:solidFill>
                            <a:schemeClr val="tx1"/>
                          </a:solidFill>
                          <a:latin typeface="メイリオ" panose="020B0604030504040204" pitchFamily="50" charset="-128"/>
                          <a:ea typeface="メイリオ" panose="020B0604030504040204" pitchFamily="50" charset="-128"/>
                        </a:rPr>
                        <a:t>ロボットおよび人間系による仮想攻撃によって脆弱性検出を行います。</a:t>
                      </a:r>
                      <a:r>
                        <a:rPr kumimoji="1" lang="en-US" altLang="ja-JP" sz="1050" dirty="0">
                          <a:solidFill>
                            <a:schemeClr val="tx1"/>
                          </a:solidFill>
                          <a:latin typeface="メイリオ" panose="020B0604030504040204" pitchFamily="50" charset="-128"/>
                          <a:ea typeface="メイリオ" panose="020B0604030504040204" pitchFamily="50" charset="-128"/>
                        </a:rPr>
                        <a:t>NRI</a:t>
                      </a:r>
                      <a:r>
                        <a:rPr kumimoji="1" lang="ja-JP" altLang="en-US" sz="1050" dirty="0" err="1">
                          <a:solidFill>
                            <a:schemeClr val="tx1"/>
                          </a:solidFill>
                          <a:latin typeface="メイリオ" panose="020B0604030504040204" pitchFamily="50" charset="-128"/>
                          <a:ea typeface="メイリオ" panose="020B0604030504040204" pitchFamily="50" charset="-128"/>
                        </a:rPr>
                        <a:t>には</a:t>
                      </a:r>
                      <a:r>
                        <a:rPr kumimoji="1" lang="ja-JP" altLang="en-US" sz="1050" dirty="0">
                          <a:solidFill>
                            <a:schemeClr val="tx1"/>
                          </a:solidFill>
                          <a:latin typeface="メイリオ" panose="020B0604030504040204" pitchFamily="50" charset="-128"/>
                          <a:ea typeface="メイリオ" panose="020B0604030504040204" pitchFamily="50" charset="-128"/>
                        </a:rPr>
                        <a:t>劣りますが、必要十分な脆弱性検出を行えます。</a:t>
                      </a:r>
                      <a:endParaRPr kumimoji="1" lang="en-US" altLang="ja-JP" sz="1050" dirty="0">
                        <a:solidFill>
                          <a:schemeClr val="tx1"/>
                        </a:solidFill>
                        <a:latin typeface="メイリオ" panose="020B0604030504040204" pitchFamily="50" charset="-128"/>
                        <a:ea typeface="メイリオ" panose="020B0604030504040204" pitchFamily="50" charset="-128"/>
                      </a:endParaRPr>
                    </a:p>
                  </a:txBody>
                  <a:tcPr/>
                </a:tc>
                <a:extLst>
                  <a:ext uri="{0D108BD9-81ED-4DB2-BD59-A6C34878D82A}">
                    <a16:rowId xmlns:a16="http://schemas.microsoft.com/office/drawing/2014/main" val="10003"/>
                  </a:ext>
                </a:extLst>
              </a:tr>
            </a:tbl>
          </a:graphicData>
        </a:graphic>
      </p:graphicFrame>
      <p:graphicFrame>
        <p:nvGraphicFramePr>
          <p:cNvPr id="3" name="表 2">
            <a:extLst>
              <a:ext uri="{FF2B5EF4-FFF2-40B4-BE49-F238E27FC236}">
                <a16:creationId xmlns:a16="http://schemas.microsoft.com/office/drawing/2014/main" id="{CACB2F04-ECA5-19F3-6BEA-ADB8DCC49055}"/>
              </a:ext>
            </a:extLst>
          </p:cNvPr>
          <p:cNvGraphicFramePr>
            <a:graphicFrameLocks noGrp="1"/>
          </p:cNvGraphicFramePr>
          <p:nvPr>
            <p:extLst>
              <p:ext uri="{D42A27DB-BD31-4B8C-83A1-F6EECF244321}">
                <p14:modId xmlns:p14="http://schemas.microsoft.com/office/powerpoint/2010/main" val="943120726"/>
              </p:ext>
            </p:extLst>
          </p:nvPr>
        </p:nvGraphicFramePr>
        <p:xfrm>
          <a:off x="467544" y="1340768"/>
          <a:ext cx="8136904" cy="2588260"/>
        </p:xfrm>
        <a:graphic>
          <a:graphicData uri="http://schemas.openxmlformats.org/drawingml/2006/table">
            <a:tbl>
              <a:tblPr firstRow="1" bandRow="1">
                <a:tableStyleId>{5C22544A-7EE6-4342-B048-85BDC9FD1C3A}</a:tableStyleId>
              </a:tblPr>
              <a:tblGrid>
                <a:gridCol w="1350628">
                  <a:extLst>
                    <a:ext uri="{9D8B030D-6E8A-4147-A177-3AD203B41FA5}">
                      <a16:colId xmlns:a16="http://schemas.microsoft.com/office/drawing/2014/main" val="20000"/>
                    </a:ext>
                  </a:extLst>
                </a:gridCol>
                <a:gridCol w="1530712">
                  <a:extLst>
                    <a:ext uri="{9D8B030D-6E8A-4147-A177-3AD203B41FA5}">
                      <a16:colId xmlns:a16="http://schemas.microsoft.com/office/drawing/2014/main" val="20001"/>
                    </a:ext>
                  </a:extLst>
                </a:gridCol>
                <a:gridCol w="1018914">
                  <a:extLst>
                    <a:ext uri="{9D8B030D-6E8A-4147-A177-3AD203B41FA5}">
                      <a16:colId xmlns:a16="http://schemas.microsoft.com/office/drawing/2014/main" val="20002"/>
                    </a:ext>
                  </a:extLst>
                </a:gridCol>
                <a:gridCol w="1018914">
                  <a:extLst>
                    <a:ext uri="{9D8B030D-6E8A-4147-A177-3AD203B41FA5}">
                      <a16:colId xmlns:a16="http://schemas.microsoft.com/office/drawing/2014/main" val="20003"/>
                    </a:ext>
                  </a:extLst>
                </a:gridCol>
                <a:gridCol w="3217736">
                  <a:extLst>
                    <a:ext uri="{9D8B030D-6E8A-4147-A177-3AD203B41FA5}">
                      <a16:colId xmlns:a16="http://schemas.microsoft.com/office/drawing/2014/main" val="20006"/>
                    </a:ext>
                  </a:extLst>
                </a:gridCol>
              </a:tblGrid>
              <a:tr h="213360">
                <a:tc rowSpan="2">
                  <a:txBody>
                    <a:bodyPr/>
                    <a:lstStyle/>
                    <a:p>
                      <a:r>
                        <a:rPr kumimoji="1" lang="ja-JP" altLang="en-US" sz="1050" dirty="0">
                          <a:latin typeface="メイリオ" panose="020B0604030504040204" pitchFamily="50" charset="-128"/>
                          <a:ea typeface="メイリオ" panose="020B0604030504040204" pitchFamily="50" charset="-128"/>
                        </a:rPr>
                        <a:t>対策</a:t>
                      </a:r>
                    </a:p>
                  </a:txBody>
                  <a:tcPr/>
                </a:tc>
                <a:tc rowSpan="2">
                  <a:txBody>
                    <a:bodyPr/>
                    <a:lstStyle/>
                    <a:p>
                      <a:r>
                        <a:rPr kumimoji="1" lang="ja-JP" altLang="en-US" sz="1050" dirty="0">
                          <a:latin typeface="メイリオ" panose="020B0604030504040204" pitchFamily="50" charset="-128"/>
                          <a:ea typeface="メイリオ" panose="020B0604030504040204" pitchFamily="50" charset="-128"/>
                        </a:rPr>
                        <a:t>ソフトウェア</a:t>
                      </a:r>
                    </a:p>
                  </a:txBody>
                  <a:tcPr/>
                </a:tc>
                <a:tc gridSpan="2">
                  <a:txBody>
                    <a:bodyPr/>
                    <a:lstStyle/>
                    <a:p>
                      <a:r>
                        <a:rPr kumimoji="1" lang="ja-JP" altLang="en-US" sz="1050" dirty="0">
                          <a:latin typeface="メイリオ" panose="020B0604030504040204" pitchFamily="50" charset="-128"/>
                          <a:ea typeface="メイリオ" panose="020B0604030504040204" pitchFamily="50" charset="-128"/>
                        </a:rPr>
                        <a:t>サーバ</a:t>
                      </a:r>
                    </a:p>
                  </a:txBody>
                  <a:tcPr>
                    <a:lnR w="12700" cap="flat" cmpd="sng" algn="ctr">
                      <a:solidFill>
                        <a:schemeClr val="bg1"/>
                      </a:solidFill>
                      <a:prstDash val="solid"/>
                      <a:round/>
                      <a:headEnd type="none" w="med" len="med"/>
                      <a:tailEnd type="none" w="med" len="med"/>
                    </a:lnR>
                    <a:lnB w="12700" cap="flat" cmpd="sng" algn="ctr">
                      <a:solidFill>
                        <a:schemeClr val="bg1"/>
                      </a:solidFill>
                      <a:prstDash val="solid"/>
                      <a:round/>
                      <a:headEnd type="none" w="med" len="med"/>
                      <a:tailEnd type="none" w="med" len="med"/>
                    </a:lnB>
                  </a:tcPr>
                </a:tc>
                <a:tc hMerge="1">
                  <a:txBody>
                    <a:bodyPr/>
                    <a:lstStyle/>
                    <a:p>
                      <a:endParaRPr kumimoji="1" lang="ja-JP" altLang="en-US" sz="1100" dirty="0"/>
                    </a:p>
                  </a:txBody>
                  <a:tcPr>
                    <a:lnB w="12700" cap="flat" cmpd="sng" algn="ctr">
                      <a:solidFill>
                        <a:schemeClr val="bg1"/>
                      </a:solidFill>
                      <a:prstDash val="solid"/>
                      <a:round/>
                      <a:headEnd type="none" w="med" len="med"/>
                      <a:tailEnd type="none" w="med" len="med"/>
                    </a:lnB>
                  </a:tcPr>
                </a:tc>
                <a:tc rowSpan="2">
                  <a:txBody>
                    <a:bodyPr/>
                    <a:lstStyle/>
                    <a:p>
                      <a:r>
                        <a:rPr kumimoji="1" lang="ja-JP" altLang="en-US" sz="1050" dirty="0">
                          <a:latin typeface="メイリオ" panose="020B0604030504040204" pitchFamily="50" charset="-128"/>
                          <a:ea typeface="メイリオ" panose="020B0604030504040204" pitchFamily="50" charset="-128"/>
                        </a:rPr>
                        <a:t>備考</a:t>
                      </a:r>
                    </a:p>
                  </a:txBody>
                  <a:tcPr>
                    <a:lnL w="12700" cap="flat" cmpd="sng" algn="ctr">
                      <a:solidFill>
                        <a:schemeClr val="bg1"/>
                      </a:solidFill>
                      <a:prstDash val="solid"/>
                      <a:round/>
                      <a:headEnd type="none" w="med" len="med"/>
                      <a:tailEnd type="none" w="med" len="med"/>
                    </a:lnL>
                  </a:tcPr>
                </a:tc>
                <a:extLst>
                  <a:ext uri="{0D108BD9-81ED-4DB2-BD59-A6C34878D82A}">
                    <a16:rowId xmlns:a16="http://schemas.microsoft.com/office/drawing/2014/main" val="10000"/>
                  </a:ext>
                </a:extLst>
              </a:tr>
              <a:tr h="213360">
                <a:tc vMerge="1">
                  <a:txBody>
                    <a:bodyPr/>
                    <a:lstStyle/>
                    <a:p>
                      <a:endParaRPr kumimoji="1" lang="ja-JP" altLang="en-US"/>
                    </a:p>
                  </a:txBody>
                  <a:tcPr/>
                </a:tc>
                <a:tc vMerge="1">
                  <a:txBody>
                    <a:bodyPr/>
                    <a:lstStyle/>
                    <a:p>
                      <a:endParaRPr kumimoji="1" lang="ja-JP" altLang="en-US"/>
                    </a:p>
                  </a:txBody>
                  <a:tcPr/>
                </a:tc>
                <a:tc>
                  <a:txBody>
                    <a:bodyPr/>
                    <a:lstStyle/>
                    <a:p>
                      <a:r>
                        <a:rPr kumimoji="1" lang="en-US" altLang="ja-JP" sz="1050" b="1" dirty="0">
                          <a:solidFill>
                            <a:schemeClr val="bg1"/>
                          </a:solidFill>
                          <a:latin typeface="メイリオ" panose="020B0604030504040204" pitchFamily="50" charset="-128"/>
                          <a:ea typeface="メイリオ" panose="020B0604030504040204" pitchFamily="50" charset="-128"/>
                        </a:rPr>
                        <a:t>LB</a:t>
                      </a:r>
                      <a:endParaRPr kumimoji="1" lang="ja-JP" altLang="en-US" sz="1050" b="1" dirty="0">
                        <a:solidFill>
                          <a:schemeClr val="bg1"/>
                        </a:solidFill>
                        <a:latin typeface="メイリオ" panose="020B0604030504040204" pitchFamily="50" charset="-128"/>
                        <a:ea typeface="メイリオ" panose="020B0604030504040204" pitchFamily="50" charset="-128"/>
                      </a:endParaRPr>
                    </a:p>
                  </a:txBody>
                  <a:tcP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rgbClr val="0070C0"/>
                    </a:solidFill>
                  </a:tcPr>
                </a:tc>
                <a:tc>
                  <a:txBody>
                    <a:bodyPr/>
                    <a:lstStyle/>
                    <a:p>
                      <a:r>
                        <a:rPr kumimoji="1" lang="en-US" altLang="ja-JP" sz="1050" b="1" dirty="0">
                          <a:solidFill>
                            <a:schemeClr val="bg1"/>
                          </a:solidFill>
                          <a:latin typeface="メイリオ" panose="020B0604030504040204" pitchFamily="50" charset="-128"/>
                          <a:ea typeface="メイリオ" panose="020B0604030504040204" pitchFamily="50" charset="-128"/>
                        </a:rPr>
                        <a:t>WEB</a:t>
                      </a:r>
                    </a:p>
                    <a:p>
                      <a:r>
                        <a:rPr kumimoji="1" lang="en-US" altLang="ja-JP" sz="1050" b="1" dirty="0">
                          <a:solidFill>
                            <a:schemeClr val="bg1"/>
                          </a:solidFill>
                          <a:latin typeface="メイリオ" panose="020B0604030504040204" pitchFamily="50" charset="-128"/>
                          <a:ea typeface="メイリオ" panose="020B0604030504040204" pitchFamily="50" charset="-128"/>
                        </a:rPr>
                        <a:t>(AP+DB)</a:t>
                      </a:r>
                      <a:endParaRPr kumimoji="1" lang="ja-JP" altLang="en-US" sz="1050" b="1" dirty="0">
                        <a:solidFill>
                          <a:schemeClr val="bg1"/>
                        </a:solidFill>
                        <a:latin typeface="メイリオ" panose="020B0604030504040204" pitchFamily="50" charset="-128"/>
                        <a:ea typeface="メイリオ" panose="020B0604030504040204" pitchFamily="50" charset="-128"/>
                      </a:endParaRPr>
                    </a:p>
                  </a:txBody>
                  <a:tcPr>
                    <a:lnT w="1270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rgbClr val="0070C0"/>
                    </a:solidFill>
                  </a:tcPr>
                </a:tc>
                <a:tc vMerge="1">
                  <a:txBody>
                    <a:bodyPr/>
                    <a:lstStyle/>
                    <a:p>
                      <a:endParaRPr kumimoji="1" lang="ja-JP" altLang="en-US"/>
                    </a:p>
                  </a:txBody>
                  <a:tcPr/>
                </a:tc>
                <a:extLst>
                  <a:ext uri="{0D108BD9-81ED-4DB2-BD59-A6C34878D82A}">
                    <a16:rowId xmlns:a16="http://schemas.microsoft.com/office/drawing/2014/main" val="10001"/>
                  </a:ext>
                </a:extLst>
              </a:tr>
              <a:tr h="370840">
                <a:tc>
                  <a:txBody>
                    <a:bodyPr/>
                    <a:lstStyle/>
                    <a:p>
                      <a:r>
                        <a:rPr lang="ja-JP" altLang="en-US" sz="1050" dirty="0">
                          <a:solidFill>
                            <a:schemeClr val="tx1"/>
                          </a:solidFill>
                          <a:latin typeface="メイリオ" panose="020B0604030504040204" pitchFamily="50" charset="-128"/>
                          <a:ea typeface="メイリオ" panose="020B0604030504040204" pitchFamily="50" charset="-128"/>
                        </a:rPr>
                        <a:t>改ざん防止</a:t>
                      </a:r>
                    </a:p>
                  </a:txBody>
                  <a:tcPr/>
                </a:tc>
                <a:tc rowSpan="2">
                  <a:txBody>
                    <a:bodyPr/>
                    <a:lstStyle/>
                    <a:p>
                      <a:r>
                        <a:rPr kumimoji="1" lang="en-US" altLang="ja-JP" sz="1050" dirty="0">
                          <a:solidFill>
                            <a:schemeClr val="tx1"/>
                          </a:solidFill>
                          <a:latin typeface="メイリオ" panose="020B0604030504040204" pitchFamily="50" charset="-128"/>
                          <a:ea typeface="メイリオ" panose="020B0604030504040204" pitchFamily="50" charset="-128"/>
                        </a:rPr>
                        <a:t>Trend micro Deep Security</a:t>
                      </a:r>
                      <a:endParaRPr kumimoji="1" lang="ja-JP" altLang="en-US" sz="1050" dirty="0">
                        <a:solidFill>
                          <a:schemeClr val="tx1"/>
                        </a:solidFill>
                        <a:latin typeface="メイリオ" panose="020B0604030504040204" pitchFamily="50" charset="-128"/>
                        <a:ea typeface="メイリオ" panose="020B0604030504040204" pitchFamily="50" charset="-128"/>
                      </a:endParaRPr>
                    </a:p>
                  </a:txBody>
                  <a:tcPr/>
                </a:tc>
                <a:tc>
                  <a:txBody>
                    <a:bodyPr/>
                    <a:lstStyle/>
                    <a:p>
                      <a:pPr algn="ctr"/>
                      <a:endParaRPr kumimoji="1" lang="ja-JP" altLang="en-US" sz="1050" dirty="0">
                        <a:solidFill>
                          <a:schemeClr val="tx1"/>
                        </a:solidFill>
                        <a:latin typeface="メイリオ" panose="020B0604030504040204" pitchFamily="50" charset="-128"/>
                        <a:ea typeface="メイリオ" panose="020B0604030504040204" pitchFamily="50" charset="-128"/>
                      </a:endParaRPr>
                    </a:p>
                  </a:txBody>
                  <a:tcPr>
                    <a:lnT w="19050" cap="flat" cmpd="sng" algn="ctr">
                      <a:solidFill>
                        <a:schemeClr val="bg1"/>
                      </a:solidFill>
                      <a:prstDash val="solid"/>
                      <a:round/>
                      <a:headEnd type="none" w="med" len="med"/>
                      <a:tailEnd type="none" w="med" len="med"/>
                    </a:lnT>
                  </a:tcPr>
                </a:tc>
                <a:tc>
                  <a:txBody>
                    <a:bodyPr/>
                    <a:lstStyle/>
                    <a:p>
                      <a:pPr algn="ctr"/>
                      <a:endParaRPr kumimoji="1" lang="ja-JP" altLang="en-US" sz="1050" dirty="0">
                        <a:solidFill>
                          <a:schemeClr val="tx1"/>
                        </a:solidFill>
                        <a:latin typeface="メイリオ" panose="020B0604030504040204" pitchFamily="50" charset="-128"/>
                        <a:ea typeface="メイリオ" panose="020B0604030504040204" pitchFamily="50" charset="-128"/>
                      </a:endParaRPr>
                    </a:p>
                  </a:txBody>
                  <a:tcPr>
                    <a:lnT w="19050" cap="flat" cmpd="sng" algn="ctr">
                      <a:solidFill>
                        <a:schemeClr val="bg1"/>
                      </a:solidFill>
                      <a:prstDash val="solid"/>
                      <a:round/>
                      <a:headEnd type="none" w="med" len="med"/>
                      <a:tailEnd type="none" w="med" len="med"/>
                    </a:lnT>
                  </a:tcPr>
                </a:tc>
                <a:tc>
                  <a:txBody>
                    <a:bodyPr/>
                    <a:lstStyle/>
                    <a:p>
                      <a:r>
                        <a:rPr kumimoji="1" lang="ja-JP" altLang="en-US" sz="1050" dirty="0">
                          <a:solidFill>
                            <a:schemeClr val="tx1"/>
                          </a:solidFill>
                          <a:latin typeface="メイリオ" panose="020B0604030504040204" pitchFamily="50" charset="-128"/>
                          <a:ea typeface="メイリオ" panose="020B0604030504040204" pitchFamily="50" charset="-128"/>
                        </a:rPr>
                        <a:t>リアルタイム検出が可能</a:t>
                      </a:r>
                      <a:endParaRPr kumimoji="1" lang="en-US" altLang="ja-JP" sz="1050" dirty="0">
                        <a:solidFill>
                          <a:schemeClr val="tx1"/>
                        </a:solidFill>
                        <a:latin typeface="メイリオ" panose="020B0604030504040204" pitchFamily="50" charset="-128"/>
                        <a:ea typeface="メイリオ" panose="020B0604030504040204" pitchFamily="50" charset="-128"/>
                      </a:endParaRPr>
                    </a:p>
                  </a:txBody>
                  <a:tcPr/>
                </a:tc>
                <a:extLst>
                  <a:ext uri="{0D108BD9-81ED-4DB2-BD59-A6C34878D82A}">
                    <a16:rowId xmlns:a16="http://schemas.microsoft.com/office/drawing/2014/main" val="10002"/>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ja-JP" altLang="en-US" sz="1050" dirty="0">
                          <a:solidFill>
                            <a:schemeClr val="tx1"/>
                          </a:solidFill>
                          <a:latin typeface="メイリオ" panose="020B0604030504040204" pitchFamily="50" charset="-128"/>
                          <a:ea typeface="メイリオ" panose="020B0604030504040204" pitchFamily="50" charset="-128"/>
                        </a:rPr>
                        <a:t>不正アクセス防止（ブルートフォース他）</a:t>
                      </a:r>
                    </a:p>
                  </a:txBody>
                  <a:tcPr/>
                </a:tc>
                <a:tc vMerge="1">
                  <a:txBody>
                    <a:bodyPr/>
                    <a:lstStyle/>
                    <a:p>
                      <a:endParaRPr kumimoji="1" lang="en-US" altLang="ja-JP" sz="1000" dirty="0">
                        <a:solidFill>
                          <a:schemeClr val="tx1"/>
                        </a:solidFill>
                      </a:endParaRPr>
                    </a:p>
                  </a:txBody>
                  <a:tcPr/>
                </a:tc>
                <a:tc>
                  <a:txBody>
                    <a:bodyPr/>
                    <a:lstStyle/>
                    <a:p>
                      <a:pPr algn="ctr"/>
                      <a:r>
                        <a:rPr kumimoji="1" lang="ja-JP" altLang="en-US" sz="1050" dirty="0">
                          <a:solidFill>
                            <a:schemeClr val="tx1"/>
                          </a:solidFill>
                          <a:latin typeface="メイリオ" panose="020B0604030504040204" pitchFamily="50" charset="-128"/>
                          <a:ea typeface="メイリオ" panose="020B0604030504040204" pitchFamily="50" charset="-128"/>
                        </a:rPr>
                        <a:t>○</a:t>
                      </a:r>
                      <a:endParaRPr kumimoji="1" lang="en-US" altLang="ja-JP" sz="1050" dirty="0">
                        <a:solidFill>
                          <a:schemeClr val="tx1"/>
                        </a:solidFill>
                        <a:latin typeface="メイリオ" panose="020B0604030504040204" pitchFamily="50" charset="-128"/>
                        <a:ea typeface="メイリオ" panose="020B0604030504040204" pitchFamily="50" charset="-128"/>
                      </a:endParaRPr>
                    </a:p>
                  </a:txBody>
                  <a:tcPr/>
                </a:tc>
                <a:tc>
                  <a:txBody>
                    <a:bodyPr/>
                    <a:lstStyle/>
                    <a:p>
                      <a:pPr algn="ctr"/>
                      <a:r>
                        <a:rPr kumimoji="1" lang="ja-JP" altLang="en-US" sz="1050" dirty="0">
                          <a:solidFill>
                            <a:schemeClr val="tx1"/>
                          </a:solidFill>
                          <a:latin typeface="メイリオ" panose="020B0604030504040204" pitchFamily="50" charset="-128"/>
                          <a:ea typeface="メイリオ" panose="020B0604030504040204" pitchFamily="50" charset="-128"/>
                        </a:rPr>
                        <a:t>○</a:t>
                      </a:r>
                      <a:endParaRPr kumimoji="1" lang="en-US" altLang="ja-JP" sz="1050" dirty="0">
                        <a:solidFill>
                          <a:schemeClr val="tx1"/>
                        </a:solidFill>
                        <a:latin typeface="メイリオ" panose="020B0604030504040204" pitchFamily="50" charset="-128"/>
                        <a:ea typeface="メイリオ" panose="020B0604030504040204" pitchFamily="50" charset="-128"/>
                      </a:endParaRPr>
                    </a:p>
                  </a:txBody>
                  <a:tcPr/>
                </a:tc>
                <a:tc>
                  <a:txBody>
                    <a:bodyPr/>
                    <a:lstStyle/>
                    <a:p>
                      <a:r>
                        <a:rPr kumimoji="1" lang="ja-JP" altLang="en-US" sz="1050" dirty="0">
                          <a:solidFill>
                            <a:schemeClr val="tx1"/>
                          </a:solidFill>
                          <a:latin typeface="メイリオ" panose="020B0604030504040204" pitchFamily="50" charset="-128"/>
                          <a:ea typeface="メイリオ" panose="020B0604030504040204" pitchFamily="50" charset="-128"/>
                        </a:rPr>
                        <a:t>リアルタイム検出が可能</a:t>
                      </a:r>
                      <a:endParaRPr kumimoji="1" lang="en-US" altLang="ja-JP" sz="1050" dirty="0">
                        <a:solidFill>
                          <a:schemeClr val="tx1"/>
                        </a:solidFill>
                        <a:latin typeface="メイリオ" panose="020B0604030504040204" pitchFamily="50" charset="-128"/>
                        <a:ea typeface="メイリオ" panose="020B0604030504040204" pitchFamily="50" charset="-128"/>
                      </a:endParaRPr>
                    </a:p>
                  </a:txBody>
                  <a:tcPr/>
                </a:tc>
                <a:extLst>
                  <a:ext uri="{0D108BD9-81ED-4DB2-BD59-A6C34878D82A}">
                    <a16:rowId xmlns:a16="http://schemas.microsoft.com/office/drawing/2014/main" val="10003"/>
                  </a:ext>
                </a:extLst>
              </a:tr>
              <a:tr h="370840">
                <a:tc>
                  <a:txBody>
                    <a:bodyPr/>
                    <a:lstStyle/>
                    <a:p>
                      <a:r>
                        <a:rPr kumimoji="1" lang="ja-JP" altLang="en-US" sz="1050" dirty="0">
                          <a:solidFill>
                            <a:schemeClr val="tx1"/>
                          </a:solidFill>
                          <a:latin typeface="メイリオ" panose="020B0604030504040204" pitchFamily="50" charset="-128"/>
                          <a:ea typeface="メイリオ" panose="020B0604030504040204" pitchFamily="50" charset="-128"/>
                        </a:rPr>
                        <a:t>ウィルス監視</a:t>
                      </a:r>
                    </a:p>
                  </a:txBody>
                  <a:tcPr/>
                </a:tc>
                <a:tc>
                  <a:txBody>
                    <a:bodyPr/>
                    <a:lstStyle/>
                    <a:p>
                      <a:r>
                        <a:rPr kumimoji="1" lang="en-US" altLang="ja-JP" sz="1050" dirty="0">
                          <a:solidFill>
                            <a:schemeClr val="tx1"/>
                          </a:solidFill>
                          <a:latin typeface="メイリオ" panose="020B0604030504040204" pitchFamily="50" charset="-128"/>
                          <a:ea typeface="メイリオ" panose="020B0604030504040204" pitchFamily="50" charset="-128"/>
                        </a:rPr>
                        <a:t>Trend micro Server protection</a:t>
                      </a:r>
                    </a:p>
                  </a:txBody>
                  <a:tcPr/>
                </a:tc>
                <a:tc>
                  <a:txBody>
                    <a:bodyPr/>
                    <a:lstStyle/>
                    <a:p>
                      <a:pPr algn="ctr"/>
                      <a:r>
                        <a:rPr kumimoji="1" lang="ja-JP" altLang="en-US" sz="1050" dirty="0">
                          <a:solidFill>
                            <a:schemeClr val="tx1"/>
                          </a:solidFill>
                          <a:latin typeface="メイリオ" panose="020B0604030504040204" pitchFamily="50" charset="-128"/>
                          <a:ea typeface="メイリオ" panose="020B0604030504040204" pitchFamily="50" charset="-128"/>
                        </a:rPr>
                        <a:t>○</a:t>
                      </a:r>
                      <a:endParaRPr kumimoji="1" lang="en-US" altLang="ja-JP" sz="1050" dirty="0">
                        <a:solidFill>
                          <a:schemeClr val="tx1"/>
                        </a:solidFill>
                        <a:latin typeface="メイリオ" panose="020B0604030504040204" pitchFamily="50" charset="-128"/>
                        <a:ea typeface="メイリオ" panose="020B0604030504040204" pitchFamily="50" charset="-128"/>
                      </a:endParaRPr>
                    </a:p>
                  </a:txBody>
                  <a:tcPr/>
                </a:tc>
                <a:tc>
                  <a:txBody>
                    <a:bodyPr/>
                    <a:lstStyle/>
                    <a:p>
                      <a:pPr algn="ctr"/>
                      <a:r>
                        <a:rPr kumimoji="1" lang="ja-JP" altLang="en-US" sz="1050" dirty="0">
                          <a:solidFill>
                            <a:schemeClr val="tx1"/>
                          </a:solidFill>
                          <a:latin typeface="メイリオ" panose="020B0604030504040204" pitchFamily="50" charset="-128"/>
                          <a:ea typeface="メイリオ" panose="020B0604030504040204" pitchFamily="50" charset="-128"/>
                        </a:rPr>
                        <a:t>○</a:t>
                      </a:r>
                      <a:endParaRPr kumimoji="1" lang="en-US" altLang="ja-JP" sz="1050" dirty="0">
                        <a:solidFill>
                          <a:schemeClr val="tx1"/>
                        </a:solidFill>
                        <a:latin typeface="メイリオ" panose="020B0604030504040204" pitchFamily="50" charset="-128"/>
                        <a:ea typeface="メイリオ" panose="020B0604030504040204" pitchFamily="50" charset="-128"/>
                      </a:endParaRPr>
                    </a:p>
                  </a:txBody>
                  <a:tcPr/>
                </a:tc>
                <a:tc>
                  <a:txBody>
                    <a:bodyPr/>
                    <a:lstStyle/>
                    <a:p>
                      <a:r>
                        <a:rPr kumimoji="1" lang="ja-JP" altLang="en-US" sz="1050" dirty="0">
                          <a:solidFill>
                            <a:schemeClr val="tx1"/>
                          </a:solidFill>
                          <a:latin typeface="メイリオ" panose="020B0604030504040204" pitchFamily="50" charset="-128"/>
                          <a:ea typeface="メイリオ" panose="020B0604030504040204" pitchFamily="50" charset="-128"/>
                        </a:rPr>
                        <a:t>リアルタイム検出が可能</a:t>
                      </a:r>
                      <a:endParaRPr kumimoji="1" lang="en-US" altLang="ja-JP" sz="1050" dirty="0">
                        <a:solidFill>
                          <a:schemeClr val="tx1"/>
                        </a:solidFill>
                        <a:latin typeface="メイリオ" panose="020B0604030504040204" pitchFamily="50" charset="-128"/>
                        <a:ea typeface="メイリオ" panose="020B0604030504040204" pitchFamily="50" charset="-128"/>
                      </a:endParaRPr>
                    </a:p>
                  </a:txBody>
                  <a:tcPr/>
                </a:tc>
                <a:extLst>
                  <a:ext uri="{0D108BD9-81ED-4DB2-BD59-A6C34878D82A}">
                    <a16:rowId xmlns:a16="http://schemas.microsoft.com/office/drawing/2014/main" val="10004"/>
                  </a:ext>
                </a:extLst>
              </a:tr>
              <a:tr h="370840">
                <a:tc>
                  <a:txBody>
                    <a:bodyPr/>
                    <a:lstStyle/>
                    <a:p>
                      <a:r>
                        <a:rPr kumimoji="1" lang="en-US" altLang="ja-JP" sz="1050" dirty="0">
                          <a:latin typeface="メイリオ" panose="020B0604030504040204" pitchFamily="50" charset="-128"/>
                          <a:ea typeface="メイリオ" panose="020B0604030504040204" pitchFamily="50" charset="-128"/>
                        </a:rPr>
                        <a:t>WAF</a:t>
                      </a:r>
                      <a:r>
                        <a:rPr kumimoji="1" lang="ja-JP" altLang="en-US" sz="1050" dirty="0">
                          <a:latin typeface="メイリオ" panose="020B0604030504040204" pitchFamily="50" charset="-128"/>
                          <a:ea typeface="メイリオ" panose="020B0604030504040204" pitchFamily="50" charset="-128"/>
                        </a:rPr>
                        <a:t>機能</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50" dirty="0">
                          <a:latin typeface="メイリオ" panose="020B0604030504040204" pitchFamily="50" charset="-128"/>
                          <a:ea typeface="メイリオ" panose="020B0604030504040204" pitchFamily="50" charset="-128"/>
                        </a:rPr>
                        <a:t>クラウドサービス</a:t>
                      </a:r>
                      <a:r>
                        <a:rPr kumimoji="1" lang="ja-JP" altLang="en-US" sz="1050" baseline="0" dirty="0">
                          <a:latin typeface="メイリオ" panose="020B0604030504040204" pitchFamily="50" charset="-128"/>
                          <a:ea typeface="メイリオ" panose="020B0604030504040204" pitchFamily="50" charset="-128"/>
                        </a:rPr>
                        <a:t>提供</a:t>
                      </a:r>
                      <a:r>
                        <a:rPr kumimoji="1" lang="en-US" altLang="ja-JP" sz="1050" baseline="0" dirty="0">
                          <a:latin typeface="メイリオ" panose="020B0604030504040204" pitchFamily="50" charset="-128"/>
                          <a:ea typeface="メイリオ" panose="020B0604030504040204" pitchFamily="50" charset="-128"/>
                        </a:rPr>
                        <a:t>WAF</a:t>
                      </a:r>
                      <a:r>
                        <a:rPr kumimoji="1" lang="ja-JP" altLang="en-US" sz="1050" baseline="0" dirty="0">
                          <a:latin typeface="メイリオ" panose="020B0604030504040204" pitchFamily="50" charset="-128"/>
                          <a:ea typeface="メイリオ" panose="020B0604030504040204" pitchFamily="50" charset="-128"/>
                        </a:rPr>
                        <a:t>機能</a:t>
                      </a:r>
                      <a:endParaRPr kumimoji="1" lang="en-US" altLang="ja-JP" sz="1050" dirty="0">
                        <a:latin typeface="メイリオ" panose="020B0604030504040204" pitchFamily="50" charset="-128"/>
                        <a:ea typeface="メイリオ" panose="020B0604030504040204" pitchFamily="50" charset="-128"/>
                      </a:endParaRPr>
                    </a:p>
                  </a:txBody>
                  <a:tcPr/>
                </a:tc>
                <a:tc>
                  <a:txBody>
                    <a:bodyPr/>
                    <a:lstStyle/>
                    <a:p>
                      <a:pPr algn="ctr"/>
                      <a:r>
                        <a:rPr kumimoji="1" lang="ja-JP" altLang="en-US" sz="1050" dirty="0">
                          <a:latin typeface="メイリオ" panose="020B0604030504040204" pitchFamily="50" charset="-128"/>
                          <a:ea typeface="メイリオ" panose="020B0604030504040204" pitchFamily="50" charset="-128"/>
                        </a:rPr>
                        <a:t>○</a:t>
                      </a:r>
                      <a:endParaRPr kumimoji="1" lang="en-US" altLang="ja-JP" sz="1050" dirty="0">
                        <a:latin typeface="メイリオ" panose="020B0604030504040204" pitchFamily="50" charset="-128"/>
                        <a:ea typeface="メイリオ" panose="020B0604030504040204" pitchFamily="50" charset="-128"/>
                      </a:endParaRPr>
                    </a:p>
                  </a:txBody>
                  <a:tcPr/>
                </a:tc>
                <a:tc>
                  <a:txBody>
                    <a:bodyPr/>
                    <a:lstStyle/>
                    <a:p>
                      <a:pPr algn="ctr"/>
                      <a:endParaRPr kumimoji="1" lang="en-US" altLang="ja-JP" sz="1050" dirty="0">
                        <a:latin typeface="メイリオ" panose="020B0604030504040204" pitchFamily="50" charset="-128"/>
                        <a:ea typeface="メイリオ" panose="020B0604030504040204" pitchFamily="50" charset="-128"/>
                      </a:endParaRPr>
                    </a:p>
                  </a:txBody>
                  <a:tcPr/>
                </a:tc>
                <a:tc>
                  <a:txBody>
                    <a:bodyPr/>
                    <a:lstStyle/>
                    <a:p>
                      <a:r>
                        <a:rPr kumimoji="1" lang="ja-JP" altLang="en-US" sz="1050" dirty="0">
                          <a:solidFill>
                            <a:schemeClr val="tx1"/>
                          </a:solidFill>
                          <a:latin typeface="メイリオ" panose="020B0604030504040204" pitchFamily="50" charset="-128"/>
                          <a:ea typeface="メイリオ" panose="020B0604030504040204" pitchFamily="50" charset="-128"/>
                        </a:rPr>
                        <a:t>アプリケーション脆弱性攻撃に対する措置以外に、</a:t>
                      </a:r>
                      <a:r>
                        <a:rPr kumimoji="1" lang="en-US" altLang="ja-JP" sz="1050" dirty="0">
                          <a:solidFill>
                            <a:schemeClr val="tx1"/>
                          </a:solidFill>
                          <a:latin typeface="メイリオ" panose="020B0604030504040204" pitchFamily="50" charset="-128"/>
                          <a:ea typeface="メイリオ" panose="020B0604030504040204" pitchFamily="50" charset="-128"/>
                        </a:rPr>
                        <a:t>DDOS</a:t>
                      </a:r>
                      <a:r>
                        <a:rPr kumimoji="1" lang="ja-JP" altLang="en-US" sz="1050" dirty="0" err="1">
                          <a:solidFill>
                            <a:schemeClr val="tx1"/>
                          </a:solidFill>
                          <a:latin typeface="メイリオ" panose="020B0604030504040204" pitchFamily="50" charset="-128"/>
                          <a:ea typeface="メイリオ" panose="020B0604030504040204" pitchFamily="50" charset="-128"/>
                        </a:rPr>
                        <a:t>、</a:t>
                      </a:r>
                      <a:r>
                        <a:rPr kumimoji="1" lang="ja-JP" altLang="en-US" sz="1050" dirty="0">
                          <a:solidFill>
                            <a:schemeClr val="tx1"/>
                          </a:solidFill>
                          <a:latin typeface="メイリオ" panose="020B0604030504040204" pitchFamily="50" charset="-128"/>
                          <a:ea typeface="メイリオ" panose="020B0604030504040204" pitchFamily="50" charset="-128"/>
                        </a:rPr>
                        <a:t>ネットワークレイヤーへの攻撃（</a:t>
                      </a:r>
                      <a:r>
                        <a:rPr kumimoji="1" lang="en-US" altLang="ja-JP" sz="1050" dirty="0">
                          <a:solidFill>
                            <a:schemeClr val="tx1"/>
                          </a:solidFill>
                          <a:latin typeface="メイリオ" panose="020B0604030504040204" pitchFamily="50" charset="-128"/>
                          <a:ea typeface="メイリオ" panose="020B0604030504040204" pitchFamily="50" charset="-128"/>
                        </a:rPr>
                        <a:t>UDP</a:t>
                      </a:r>
                      <a:r>
                        <a:rPr kumimoji="1" lang="ja-JP" altLang="en-US" sz="1050" baseline="0" dirty="0">
                          <a:solidFill>
                            <a:schemeClr val="tx1"/>
                          </a:solidFill>
                          <a:latin typeface="メイリオ" panose="020B0604030504040204" pitchFamily="50" charset="-128"/>
                          <a:ea typeface="メイリオ" panose="020B0604030504040204" pitchFamily="50" charset="-128"/>
                        </a:rPr>
                        <a:t> </a:t>
                      </a:r>
                      <a:r>
                        <a:rPr kumimoji="1" lang="en-US" altLang="ja-JP" sz="1050" baseline="0" dirty="0">
                          <a:solidFill>
                            <a:schemeClr val="tx1"/>
                          </a:solidFill>
                          <a:latin typeface="メイリオ" panose="020B0604030504040204" pitchFamily="50" charset="-128"/>
                          <a:ea typeface="メイリオ" panose="020B0604030504040204" pitchFamily="50" charset="-128"/>
                        </a:rPr>
                        <a:t>flood</a:t>
                      </a:r>
                      <a:r>
                        <a:rPr kumimoji="1" lang="ja-JP" altLang="en-US" sz="1050" baseline="0" dirty="0">
                          <a:solidFill>
                            <a:schemeClr val="tx1"/>
                          </a:solidFill>
                          <a:latin typeface="メイリオ" panose="020B0604030504040204" pitchFamily="50" charset="-128"/>
                          <a:ea typeface="メイリオ" panose="020B0604030504040204" pitchFamily="50" charset="-128"/>
                        </a:rPr>
                        <a:t>など</a:t>
                      </a:r>
                      <a:r>
                        <a:rPr kumimoji="1" lang="en-US" altLang="ja-JP" sz="1050" baseline="0" dirty="0">
                          <a:solidFill>
                            <a:schemeClr val="tx1"/>
                          </a:solidFill>
                          <a:latin typeface="メイリオ" panose="020B0604030504040204" pitchFamily="50" charset="-128"/>
                          <a:ea typeface="メイリオ" panose="020B0604030504040204" pitchFamily="50" charset="-128"/>
                        </a:rPr>
                        <a:t>)</a:t>
                      </a:r>
                      <a:r>
                        <a:rPr kumimoji="1" lang="ja-JP" altLang="en-US" sz="1050" baseline="0" dirty="0">
                          <a:solidFill>
                            <a:schemeClr val="tx1"/>
                          </a:solidFill>
                          <a:latin typeface="メイリオ" panose="020B0604030504040204" pitchFamily="50" charset="-128"/>
                          <a:ea typeface="メイリオ" panose="020B0604030504040204" pitchFamily="50" charset="-128"/>
                        </a:rPr>
                        <a:t>にも対応します。</a:t>
                      </a:r>
                      <a:endParaRPr kumimoji="1" lang="en-US" altLang="ja-JP" sz="1050" dirty="0">
                        <a:solidFill>
                          <a:schemeClr val="tx1"/>
                        </a:solidFill>
                        <a:latin typeface="メイリオ" panose="020B0604030504040204" pitchFamily="50" charset="-128"/>
                        <a:ea typeface="メイリオ" panose="020B0604030504040204" pitchFamily="50" charset="-128"/>
                      </a:endParaRPr>
                    </a:p>
                  </a:txBody>
                  <a:tcPr/>
                </a:tc>
                <a:extLst>
                  <a:ext uri="{0D108BD9-81ED-4DB2-BD59-A6C34878D82A}">
                    <a16:rowId xmlns:a16="http://schemas.microsoft.com/office/drawing/2014/main" val="10005"/>
                  </a:ext>
                </a:extLst>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10">
            <a:extLst>
              <a:ext uri="{FF2B5EF4-FFF2-40B4-BE49-F238E27FC236}">
                <a16:creationId xmlns:a16="http://schemas.microsoft.com/office/drawing/2014/main" id="{EA67A01C-6679-4172-BC03-341C831C80B5}"/>
              </a:ext>
            </a:extLst>
          </p:cNvPr>
          <p:cNvSpPr txBox="1">
            <a:spLocks noChangeArrowheads="1"/>
          </p:cNvSpPr>
          <p:nvPr/>
        </p:nvSpPr>
        <p:spPr bwMode="auto">
          <a:xfrm>
            <a:off x="206724" y="689788"/>
            <a:ext cx="8730552" cy="1600438"/>
          </a:xfrm>
          <a:prstGeom prst="rect">
            <a:avLst/>
          </a:prstGeom>
          <a:noFill/>
          <a:ln>
            <a:noFill/>
          </a:ln>
        </p:spPr>
        <p:txBody>
          <a:bodyPr wrap="square" anchor="t">
            <a:spAutoFit/>
          </a:bodyPr>
          <a:lstStyle>
            <a:lvl1pPr indent="90488">
              <a:defRPr kumimoji="1" sz="1400">
                <a:solidFill>
                  <a:schemeClr val="tx1"/>
                </a:solidFill>
                <a:latin typeface="Arial" charset="0"/>
                <a:ea typeface="ＭＳ Ｐゴシック" charset="0"/>
                <a:cs typeface="ＭＳ Ｐゴシック" charset="0"/>
              </a:defRPr>
            </a:lvl1pPr>
            <a:lvl2pPr marL="742950" indent="-285750">
              <a:defRPr kumimoji="1" sz="1400">
                <a:solidFill>
                  <a:schemeClr val="tx1"/>
                </a:solidFill>
                <a:latin typeface="Arial" charset="0"/>
                <a:ea typeface="ＭＳ Ｐゴシック" charset="0"/>
              </a:defRPr>
            </a:lvl2pPr>
            <a:lvl3pPr marL="1143000" indent="-228600">
              <a:defRPr kumimoji="1" sz="1400">
                <a:solidFill>
                  <a:schemeClr val="tx1"/>
                </a:solidFill>
                <a:latin typeface="Arial" charset="0"/>
                <a:ea typeface="ＭＳ Ｐゴシック" charset="0"/>
              </a:defRPr>
            </a:lvl3pPr>
            <a:lvl4pPr marL="1600200" indent="-228600">
              <a:defRPr kumimoji="1" sz="1400">
                <a:solidFill>
                  <a:schemeClr val="tx1"/>
                </a:solidFill>
                <a:latin typeface="Arial" charset="0"/>
                <a:ea typeface="ＭＳ Ｐゴシック" charset="0"/>
              </a:defRPr>
            </a:lvl4pPr>
            <a:lvl5pPr marL="2057400" indent="-228600">
              <a:defRPr kumimoji="1" sz="1400">
                <a:solidFill>
                  <a:schemeClr val="tx1"/>
                </a:solidFill>
                <a:latin typeface="Arial" charset="0"/>
                <a:ea typeface="ＭＳ Ｐゴシック" charset="0"/>
              </a:defRPr>
            </a:lvl5pPr>
            <a:lvl6pPr marL="2514600" indent="-228600" fontAlgn="base">
              <a:spcBef>
                <a:spcPct val="0"/>
              </a:spcBef>
              <a:spcAft>
                <a:spcPct val="0"/>
              </a:spcAft>
              <a:defRPr kumimoji="1" sz="1400">
                <a:solidFill>
                  <a:schemeClr val="tx1"/>
                </a:solidFill>
                <a:latin typeface="Arial" charset="0"/>
                <a:ea typeface="ＭＳ Ｐゴシック" charset="0"/>
              </a:defRPr>
            </a:lvl6pPr>
            <a:lvl7pPr marL="2971800" indent="-228600" fontAlgn="base">
              <a:spcBef>
                <a:spcPct val="0"/>
              </a:spcBef>
              <a:spcAft>
                <a:spcPct val="0"/>
              </a:spcAft>
              <a:defRPr kumimoji="1" sz="1400">
                <a:solidFill>
                  <a:schemeClr val="tx1"/>
                </a:solidFill>
                <a:latin typeface="Arial" charset="0"/>
                <a:ea typeface="ＭＳ Ｐゴシック" charset="0"/>
              </a:defRPr>
            </a:lvl7pPr>
            <a:lvl8pPr marL="3429000" indent="-228600" fontAlgn="base">
              <a:spcBef>
                <a:spcPct val="0"/>
              </a:spcBef>
              <a:spcAft>
                <a:spcPct val="0"/>
              </a:spcAft>
              <a:defRPr kumimoji="1" sz="1400">
                <a:solidFill>
                  <a:schemeClr val="tx1"/>
                </a:solidFill>
                <a:latin typeface="Arial" charset="0"/>
                <a:ea typeface="ＭＳ Ｐゴシック" charset="0"/>
              </a:defRPr>
            </a:lvl8pPr>
            <a:lvl9pPr marL="3886200" indent="-228600" fontAlgn="base">
              <a:spcBef>
                <a:spcPct val="0"/>
              </a:spcBef>
              <a:spcAft>
                <a:spcPct val="0"/>
              </a:spcAft>
              <a:defRPr kumimoji="1" sz="1400">
                <a:solidFill>
                  <a:schemeClr val="tx1"/>
                </a:solidFill>
                <a:latin typeface="Arial" charset="0"/>
                <a:ea typeface="ＭＳ Ｐゴシック" charset="0"/>
              </a:defRPr>
            </a:lvl9pPr>
          </a:lstStyle>
          <a:p>
            <a:pPr marL="342900" indent="-342900" fontAlgn="t">
              <a:spcBef>
                <a:spcPct val="50000"/>
              </a:spcBef>
              <a:buFont typeface="+mj-ea"/>
              <a:buAutoNum type="circleNumDbPlain"/>
              <a:defRPr/>
            </a:pPr>
            <a:r>
              <a:rPr lang="ja-JP" altLang="en-US" dirty="0">
                <a:latin typeface="メイリオ"/>
                <a:ea typeface="メイリオ"/>
                <a:cs typeface="メイリオ"/>
              </a:rPr>
              <a:t>サーバサイジングの要素となる同時アクセス（ログイン）数の根拠を以下のとおり想定しました。</a:t>
            </a:r>
            <a:endParaRPr lang="en-US" altLang="ja-JP" dirty="0">
              <a:latin typeface="メイリオ"/>
              <a:ea typeface="メイリオ"/>
              <a:cs typeface="メイリオ"/>
            </a:endParaRPr>
          </a:p>
          <a:p>
            <a:pPr marL="285750" indent="-285750" fontAlgn="t">
              <a:spcBef>
                <a:spcPct val="50000"/>
              </a:spcBef>
              <a:buFont typeface="Arial" panose="020B0604020202020204" pitchFamily="34" charset="0"/>
              <a:buChar char="•"/>
              <a:defRPr/>
            </a:pPr>
            <a:r>
              <a:rPr lang="ja-JP" altLang="en-US" dirty="0">
                <a:latin typeface="メイリオ"/>
                <a:ea typeface="メイリオ"/>
                <a:cs typeface="メイリオ"/>
              </a:rPr>
              <a:t>リリース時のアクティブユーザ数は</a:t>
            </a:r>
            <a:r>
              <a:rPr lang="en-US" altLang="ja-JP" dirty="0">
                <a:latin typeface="メイリオ"/>
                <a:ea typeface="メイリオ"/>
                <a:cs typeface="メイリオ"/>
              </a:rPr>
              <a:t>3,400</a:t>
            </a:r>
            <a:r>
              <a:rPr lang="ja-JP" altLang="en-US" dirty="0">
                <a:latin typeface="メイリオ"/>
                <a:ea typeface="メイリオ"/>
                <a:cs typeface="メイリオ"/>
              </a:rPr>
              <a:t>名</a:t>
            </a:r>
            <a:endParaRPr lang="en-US" altLang="ja-JP" dirty="0">
              <a:latin typeface="メイリオ"/>
              <a:ea typeface="メイリオ"/>
              <a:cs typeface="メイリオ"/>
            </a:endParaRPr>
          </a:p>
          <a:p>
            <a:pPr marL="285750" indent="-285750" fontAlgn="t">
              <a:spcBef>
                <a:spcPct val="50000"/>
              </a:spcBef>
              <a:buFont typeface="Arial" panose="020B0604020202020204" pitchFamily="34" charset="0"/>
              <a:buChar char="•"/>
              <a:defRPr/>
            </a:pPr>
            <a:r>
              <a:rPr lang="ja-JP" altLang="en-US" dirty="0">
                <a:latin typeface="メイリオ"/>
                <a:ea typeface="メイリオ"/>
                <a:cs typeface="メイリオ"/>
              </a:rPr>
              <a:t>リリース5年後、アクティブユーザ数が2倍に増加する想定（8.（2/3）の成長倍率2倍に対応）</a:t>
            </a:r>
            <a:endParaRPr lang="en-US" altLang="ja-JP" dirty="0">
              <a:latin typeface="メイリオ"/>
              <a:ea typeface="メイリオ"/>
              <a:cs typeface="メイリオ"/>
            </a:endParaRPr>
          </a:p>
          <a:p>
            <a:pPr marL="285750" indent="-285750" fontAlgn="t">
              <a:spcBef>
                <a:spcPct val="50000"/>
              </a:spcBef>
              <a:buFont typeface="Arial" panose="020B0604020202020204" pitchFamily="34" charset="0"/>
              <a:buChar char="•"/>
              <a:defRPr/>
            </a:pPr>
            <a:r>
              <a:rPr lang="ja-JP" altLang="en-US" dirty="0">
                <a:latin typeface="メイリオ"/>
                <a:ea typeface="メイリオ"/>
                <a:cs typeface="メイリオ"/>
              </a:rPr>
              <a:t>フロントサイトの想定同時アクセス数は</a:t>
            </a:r>
            <a:r>
              <a:rPr lang="en-US" altLang="ja-JP" dirty="0">
                <a:latin typeface="メイリオ"/>
                <a:ea typeface="メイリオ"/>
                <a:cs typeface="メイリオ"/>
              </a:rPr>
              <a:t>3%</a:t>
            </a:r>
            <a:r>
              <a:rPr lang="ja-JP" altLang="en-US" dirty="0">
                <a:latin typeface="メイリオ"/>
                <a:ea typeface="メイリオ"/>
                <a:cs typeface="メイリオ"/>
              </a:rPr>
              <a:t>と想定（弊社ユーザ企業の平均実績）</a:t>
            </a:r>
            <a:endParaRPr lang="en-US" altLang="ja-JP" dirty="0">
              <a:latin typeface="メイリオ"/>
              <a:ea typeface="メイリオ"/>
              <a:cs typeface="メイリオ"/>
            </a:endParaRPr>
          </a:p>
          <a:p>
            <a:pPr marL="285750" indent="-285750" fontAlgn="t">
              <a:spcBef>
                <a:spcPct val="50000"/>
              </a:spcBef>
              <a:buFont typeface="Arial" panose="020B0604020202020204" pitchFamily="34" charset="0"/>
              <a:buChar char="•"/>
              <a:defRPr/>
            </a:pPr>
            <a:r>
              <a:rPr lang="ja-JP" altLang="en-US" dirty="0">
                <a:latin typeface="メイリオ"/>
                <a:ea typeface="メイリオ"/>
                <a:cs typeface="メイリオ"/>
              </a:rPr>
              <a:t>管理サイトの想定同時アクセス数は、★常時は全員、★随時は2割（最低2名）と想定</a:t>
            </a:r>
            <a:endParaRPr lang="en-US" altLang="ja-JP" dirty="0">
              <a:latin typeface="メイリオ"/>
              <a:ea typeface="メイリオ"/>
              <a:cs typeface="メイリオ"/>
            </a:endParaRPr>
          </a:p>
        </p:txBody>
      </p:sp>
      <p:sp>
        <p:nvSpPr>
          <p:cNvPr id="13" name="タイトル 1">
            <a:extLst>
              <a:ext uri="{FF2B5EF4-FFF2-40B4-BE49-F238E27FC236}">
                <a16:creationId xmlns:a16="http://schemas.microsoft.com/office/drawing/2014/main" id="{DEF5F0FF-DB7E-4E2A-8563-26223C3BE760}"/>
              </a:ext>
            </a:extLst>
          </p:cNvPr>
          <p:cNvSpPr txBox="1">
            <a:spLocks noChangeArrowheads="1"/>
          </p:cNvSpPr>
          <p:nvPr/>
        </p:nvSpPr>
        <p:spPr bwMode="auto">
          <a:xfrm>
            <a:off x="763588" y="231304"/>
            <a:ext cx="7840860" cy="533400"/>
          </a:xfrm>
          <a:prstGeom prst="rect">
            <a:avLst/>
          </a:prstGeom>
          <a:noFill/>
          <a:ln>
            <a:miter lim="800000"/>
            <a:headEnd/>
            <a:tailEnd/>
          </a:ln>
        </p:spPr>
        <p:txBody>
          <a:bodyPr vert="horz" lIns="91440" tIns="45720" rIns="91440" bIns="45720" rtlCol="0" anchor="ctr">
            <a:normAutofit/>
          </a:bodyPr>
          <a:lstStyle>
            <a:lvl1pPr algn="l" defTabSz="914400" rtl="0" eaLnBrk="1" latinLnBrk="0" hangingPunct="1">
              <a:spcBef>
                <a:spcPct val="0"/>
              </a:spcBef>
              <a:buNone/>
              <a:defRPr kumimoji="1" sz="3200" b="1" kern="1200">
                <a:solidFill>
                  <a:schemeClr val="tx1"/>
                </a:solidFill>
                <a:latin typeface="メイリオ" pitchFamily="50" charset="-128"/>
                <a:ea typeface="メイリオ" pitchFamily="50" charset="-128"/>
                <a:cs typeface="メイリオ" pitchFamily="50" charset="-128"/>
              </a:defRPr>
            </a:lvl1pPr>
          </a:lstStyle>
          <a:p>
            <a:pPr>
              <a:lnSpc>
                <a:spcPct val="75000"/>
              </a:lnSpc>
            </a:pPr>
            <a:r>
              <a:rPr lang="en-US" altLang="ja-JP" sz="2800" b="0" dirty="0"/>
              <a:t>8.対応内容説明 - システム構成（1/3）</a:t>
            </a:r>
          </a:p>
        </p:txBody>
      </p:sp>
      <p:sp>
        <p:nvSpPr>
          <p:cNvPr id="7" name="円/楕円 103">
            <a:extLst>
              <a:ext uri="{FF2B5EF4-FFF2-40B4-BE49-F238E27FC236}">
                <a16:creationId xmlns:a16="http://schemas.microsoft.com/office/drawing/2014/main" id="{7C47C507-3D23-1B74-6B65-AF741F147510}"/>
              </a:ext>
            </a:extLst>
          </p:cNvPr>
          <p:cNvSpPr/>
          <p:nvPr/>
        </p:nvSpPr>
        <p:spPr>
          <a:xfrm>
            <a:off x="6465591" y="4902900"/>
            <a:ext cx="72008" cy="72008"/>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aphicFrame>
        <p:nvGraphicFramePr>
          <p:cNvPr id="9" name="表 8">
            <a:extLst>
              <a:ext uri="{FF2B5EF4-FFF2-40B4-BE49-F238E27FC236}">
                <a16:creationId xmlns:a16="http://schemas.microsoft.com/office/drawing/2014/main" id="{8DD6B1D6-E5B1-7462-A586-B592F778BF85}"/>
              </a:ext>
            </a:extLst>
          </p:cNvPr>
          <p:cNvGraphicFramePr>
            <a:graphicFrameLocks noGrp="1"/>
          </p:cNvGraphicFramePr>
          <p:nvPr>
            <p:extLst>
              <p:ext uri="{D42A27DB-BD31-4B8C-83A1-F6EECF244321}">
                <p14:modId xmlns:p14="http://schemas.microsoft.com/office/powerpoint/2010/main" val="1527712631"/>
              </p:ext>
            </p:extLst>
          </p:nvPr>
        </p:nvGraphicFramePr>
        <p:xfrm>
          <a:off x="488230" y="2349129"/>
          <a:ext cx="7588968" cy="3886200"/>
        </p:xfrm>
        <a:graphic>
          <a:graphicData uri="http://schemas.openxmlformats.org/drawingml/2006/table">
            <a:tbl>
              <a:tblPr firstRow="1" bandRow="1">
                <a:tableStyleId>{5C22544A-7EE6-4342-B048-85BDC9FD1C3A}</a:tableStyleId>
              </a:tblPr>
              <a:tblGrid>
                <a:gridCol w="1780149">
                  <a:extLst>
                    <a:ext uri="{9D8B030D-6E8A-4147-A177-3AD203B41FA5}">
                      <a16:colId xmlns:a16="http://schemas.microsoft.com/office/drawing/2014/main" val="20000"/>
                    </a:ext>
                  </a:extLst>
                </a:gridCol>
                <a:gridCol w="1100526">
                  <a:extLst>
                    <a:ext uri="{9D8B030D-6E8A-4147-A177-3AD203B41FA5}">
                      <a16:colId xmlns:a16="http://schemas.microsoft.com/office/drawing/2014/main" val="52937638"/>
                    </a:ext>
                  </a:extLst>
                </a:gridCol>
                <a:gridCol w="934034">
                  <a:extLst>
                    <a:ext uri="{9D8B030D-6E8A-4147-A177-3AD203B41FA5}">
                      <a16:colId xmlns:a16="http://schemas.microsoft.com/office/drawing/2014/main" val="378807749"/>
                    </a:ext>
                  </a:extLst>
                </a:gridCol>
                <a:gridCol w="1260810">
                  <a:extLst>
                    <a:ext uri="{9D8B030D-6E8A-4147-A177-3AD203B41FA5}">
                      <a16:colId xmlns:a16="http://schemas.microsoft.com/office/drawing/2014/main" val="3267060346"/>
                    </a:ext>
                  </a:extLst>
                </a:gridCol>
                <a:gridCol w="1186664">
                  <a:extLst>
                    <a:ext uri="{9D8B030D-6E8A-4147-A177-3AD203B41FA5}">
                      <a16:colId xmlns:a16="http://schemas.microsoft.com/office/drawing/2014/main" val="2239304346"/>
                    </a:ext>
                  </a:extLst>
                </a:gridCol>
                <a:gridCol w="1326785">
                  <a:extLst>
                    <a:ext uri="{9D8B030D-6E8A-4147-A177-3AD203B41FA5}">
                      <a16:colId xmlns:a16="http://schemas.microsoft.com/office/drawing/2014/main" val="2906314388"/>
                    </a:ext>
                  </a:extLst>
                </a:gridCol>
              </a:tblGrid>
              <a:tr h="259080">
                <a:tc rowSpan="2">
                  <a:txBody>
                    <a:bodyPr/>
                    <a:lstStyle/>
                    <a:p>
                      <a:pPr algn="ctr"/>
                      <a:r>
                        <a:rPr kumimoji="1" lang="ja-JP" altLang="en-US" sz="1050" dirty="0">
                          <a:latin typeface="メイリオ" panose="020B0604030504040204" pitchFamily="50" charset="-128"/>
                          <a:ea typeface="メイリオ" panose="020B0604030504040204" pitchFamily="50" charset="-128"/>
                        </a:rPr>
                        <a:t>利用者</a:t>
                      </a:r>
                    </a:p>
                  </a:txBody>
                  <a:tcPr anchor="ctr"/>
                </a:tc>
                <a:tc rowSpan="2">
                  <a:txBody>
                    <a:bodyPr/>
                    <a:lstStyle/>
                    <a:p>
                      <a:pPr algn="ctr"/>
                      <a:r>
                        <a:rPr kumimoji="1" lang="ja-JP" altLang="en-US" sz="1050" dirty="0">
                          <a:latin typeface="メイリオ" panose="020B0604030504040204" pitchFamily="50" charset="-128"/>
                          <a:ea typeface="メイリオ" panose="020B0604030504040204" pitchFamily="50" charset="-128"/>
                        </a:rPr>
                        <a:t>想定</a:t>
                      </a:r>
                      <a:endParaRPr kumimoji="1" lang="en-US" altLang="ja-JP" sz="1050" dirty="0">
                        <a:latin typeface="メイリオ" panose="020B0604030504040204" pitchFamily="50" charset="-128"/>
                        <a:ea typeface="メイリオ" panose="020B0604030504040204" pitchFamily="50" charset="-128"/>
                      </a:endParaRPr>
                    </a:p>
                    <a:p>
                      <a:pPr algn="ctr"/>
                      <a:r>
                        <a:rPr kumimoji="1" lang="ja-JP" altLang="en-US" sz="1050" dirty="0">
                          <a:latin typeface="メイリオ" panose="020B0604030504040204" pitchFamily="50" charset="-128"/>
                          <a:ea typeface="メイリオ" panose="020B0604030504040204" pitchFamily="50" charset="-128"/>
                        </a:rPr>
                        <a:t>利用者数</a:t>
                      </a:r>
                    </a:p>
                  </a:txBody>
                  <a:tcPr anchor="ctr"/>
                </a:tc>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50" dirty="0">
                          <a:latin typeface="メイリオ" panose="020B0604030504040204" pitchFamily="50" charset="-128"/>
                          <a:ea typeface="メイリオ" panose="020B0604030504040204" pitchFamily="50" charset="-128"/>
                        </a:rPr>
                        <a:t>リリース時の想定</a:t>
                      </a:r>
                    </a:p>
                  </a:txBody>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050" dirty="0">
                        <a:latin typeface="メイリオ" panose="020B0604030504040204" pitchFamily="50" charset="-128"/>
                        <a:ea typeface="メイリオ" panose="020B0604030504040204" pitchFamily="50" charset="-128"/>
                      </a:endParaRPr>
                    </a:p>
                  </a:txBody>
                  <a:tcPr/>
                </a:tc>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50" dirty="0">
                          <a:latin typeface="メイリオ" panose="020B0604030504040204" pitchFamily="50" charset="-128"/>
                          <a:ea typeface="メイリオ" panose="020B0604030504040204" pitchFamily="50" charset="-128"/>
                        </a:rPr>
                        <a:t>リリース</a:t>
                      </a:r>
                      <a:r>
                        <a:rPr kumimoji="1" lang="en-US" altLang="ja-JP" sz="1050" dirty="0">
                          <a:latin typeface="メイリオ" panose="020B0604030504040204" pitchFamily="50" charset="-128"/>
                          <a:ea typeface="メイリオ" panose="020B0604030504040204" pitchFamily="50" charset="-128"/>
                        </a:rPr>
                        <a:t>5</a:t>
                      </a:r>
                      <a:r>
                        <a:rPr kumimoji="1" lang="ja-JP" altLang="en-US" sz="1050" dirty="0">
                          <a:latin typeface="メイリオ" panose="020B0604030504040204" pitchFamily="50" charset="-128"/>
                          <a:ea typeface="メイリオ" panose="020B0604030504040204" pitchFamily="50" charset="-128"/>
                        </a:rPr>
                        <a:t>年後の想定利用者数</a:t>
                      </a:r>
                    </a:p>
                  </a:txBody>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050" dirty="0">
                        <a:latin typeface="メイリオ" panose="020B0604030504040204" pitchFamily="50" charset="-128"/>
                        <a:ea typeface="メイリオ" panose="020B0604030504040204" pitchFamily="50" charset="-128"/>
                      </a:endParaRPr>
                    </a:p>
                  </a:txBody>
                  <a:tcPr/>
                </a:tc>
                <a:extLst>
                  <a:ext uri="{0D108BD9-81ED-4DB2-BD59-A6C34878D82A}">
                    <a16:rowId xmlns:a16="http://schemas.microsoft.com/office/drawing/2014/main" val="10000"/>
                  </a:ext>
                </a:extLst>
              </a:tr>
              <a:tr h="259080">
                <a:tc vMerge="1">
                  <a:txBody>
                    <a:bodyPr/>
                    <a:lstStyle/>
                    <a:p>
                      <a:pPr algn="ctr"/>
                      <a:endParaRPr kumimoji="1" lang="ja-JP" altLang="en-US" sz="1050" dirty="0">
                        <a:latin typeface="メイリオ" panose="020B0604030504040204" pitchFamily="50" charset="-128"/>
                        <a:ea typeface="メイリオ" panose="020B0604030504040204" pitchFamily="50" charset="-128"/>
                      </a:endParaRPr>
                    </a:p>
                  </a:txBody>
                  <a:tcPr/>
                </a:tc>
                <a:tc vMerge="1">
                  <a:txBody>
                    <a:bodyPr/>
                    <a:lstStyle/>
                    <a:p>
                      <a:pPr algn="ctr"/>
                      <a:endParaRPr kumimoji="1" lang="ja-JP" altLang="en-US" sz="1050" dirty="0">
                        <a:latin typeface="メイリオ" panose="020B0604030504040204" pitchFamily="50" charset="-128"/>
                        <a:ea typeface="メイリオ" panose="020B0604030504040204" pitchFamily="50" charset="-128"/>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50" dirty="0">
                          <a:latin typeface="メイリオ" panose="020B0604030504040204" pitchFamily="50" charset="-128"/>
                          <a:ea typeface="メイリオ" panose="020B0604030504040204" pitchFamily="50" charset="-128"/>
                        </a:rPr>
                        <a:t>利用者数</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50" dirty="0">
                          <a:latin typeface="メイリオ" panose="020B0604030504040204" pitchFamily="50" charset="-128"/>
                          <a:ea typeface="メイリオ" panose="020B0604030504040204" pitchFamily="50" charset="-128"/>
                        </a:rPr>
                        <a:t>同時アクセス</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50" dirty="0">
                          <a:latin typeface="メイリオ" panose="020B0604030504040204" pitchFamily="50" charset="-128"/>
                          <a:ea typeface="メイリオ" panose="020B0604030504040204" pitchFamily="50" charset="-128"/>
                        </a:rPr>
                        <a:t>利用者数</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50" dirty="0">
                          <a:latin typeface="メイリオ" panose="020B0604030504040204" pitchFamily="50" charset="-128"/>
                          <a:ea typeface="メイリオ" panose="020B0604030504040204" pitchFamily="50" charset="-128"/>
                        </a:rPr>
                        <a:t>同時アクセス</a:t>
                      </a:r>
                    </a:p>
                  </a:txBody>
                  <a:tcPr/>
                </a:tc>
                <a:extLst>
                  <a:ext uri="{0D108BD9-81ED-4DB2-BD59-A6C34878D82A}">
                    <a16:rowId xmlns:a16="http://schemas.microsoft.com/office/drawing/2014/main" val="980640605"/>
                  </a:ext>
                </a:extLst>
              </a:tr>
              <a:tr h="133729">
                <a:tc gridSpan="3">
                  <a:txBody>
                    <a:bodyPr/>
                    <a:lstStyle/>
                    <a:p>
                      <a:r>
                        <a:rPr lang="en-US" altLang="ja-JP" sz="1200" b="1" dirty="0">
                          <a:solidFill>
                            <a:schemeClr val="tx1"/>
                          </a:solidFill>
                          <a:latin typeface="メイリオ" panose="020B0604030504040204" pitchFamily="50" charset="-128"/>
                          <a:ea typeface="メイリオ" panose="020B0604030504040204" pitchFamily="50" charset="-128"/>
                        </a:rPr>
                        <a:t>【</a:t>
                      </a:r>
                      <a:r>
                        <a:rPr lang="ja-JP" altLang="en-US" sz="1200" b="1" dirty="0">
                          <a:solidFill>
                            <a:schemeClr val="tx1"/>
                          </a:solidFill>
                          <a:latin typeface="メイリオ" panose="020B0604030504040204" pitchFamily="50" charset="-128"/>
                          <a:ea typeface="メイリオ" panose="020B0604030504040204" pitchFamily="50" charset="-128"/>
                        </a:rPr>
                        <a:t>フロントサイト</a:t>
                      </a:r>
                      <a:r>
                        <a:rPr lang="en-US" altLang="ja-JP" sz="1200" b="1" dirty="0">
                          <a:solidFill>
                            <a:schemeClr val="tx1"/>
                          </a:solidFill>
                          <a:latin typeface="メイリオ" panose="020B0604030504040204" pitchFamily="50" charset="-128"/>
                          <a:ea typeface="メイリオ" panose="020B0604030504040204" pitchFamily="50" charset="-128"/>
                        </a:rPr>
                        <a:t>】</a:t>
                      </a:r>
                      <a:endParaRPr lang="ja-JP" altLang="en-US" sz="1200" b="1" dirty="0">
                        <a:solidFill>
                          <a:schemeClr val="tx1"/>
                        </a:solidFill>
                        <a:latin typeface="メイリオ" panose="020B0604030504040204" pitchFamily="50" charset="-128"/>
                        <a:ea typeface="メイリオ" panose="020B0604030504040204" pitchFamily="50" charset="-128"/>
                      </a:endParaRPr>
                    </a:p>
                  </a:txBody>
                  <a:tcPr anchor="ctr"/>
                </a:tc>
                <a:tc hMerge="1">
                  <a:txBody>
                    <a:bodyPr/>
                    <a:lstStyle/>
                    <a:p>
                      <a:pPr algn="r"/>
                      <a:endParaRPr lang="ja-JP" altLang="en-US" sz="1050" dirty="0">
                        <a:solidFill>
                          <a:schemeClr val="tx1"/>
                        </a:solidFill>
                        <a:latin typeface="メイリオ" panose="020B0604030504040204" pitchFamily="50" charset="-128"/>
                        <a:ea typeface="メイリオ" panose="020B0604030504040204" pitchFamily="50" charset="-128"/>
                      </a:endParaRPr>
                    </a:p>
                  </a:txBody>
                  <a:tcPr anchor="ctr"/>
                </a:tc>
                <a:tc hMerge="1">
                  <a:txBody>
                    <a:bodyPr/>
                    <a:lstStyle/>
                    <a:p>
                      <a:endParaRPr kumimoji="1" lang="en-US" altLang="ja-JP" sz="1050" dirty="0">
                        <a:solidFill>
                          <a:schemeClr val="tx1"/>
                        </a:solidFill>
                        <a:latin typeface="メイリオ" panose="020B0604030504040204" pitchFamily="50" charset="-128"/>
                        <a:ea typeface="メイリオ" panose="020B0604030504040204" pitchFamily="50" charset="-128"/>
                      </a:endParaRPr>
                    </a:p>
                  </a:txBody>
                  <a:tcPr anchor="ctr"/>
                </a:tc>
                <a:tc>
                  <a:txBody>
                    <a:bodyPr/>
                    <a:lstStyle/>
                    <a:p>
                      <a:endParaRPr lang="ja-JP" altLang="en-US" sz="1200" b="1" dirty="0">
                        <a:solidFill>
                          <a:schemeClr val="tx1"/>
                        </a:solidFill>
                        <a:latin typeface="メイリオ" panose="020B0604030504040204" pitchFamily="50" charset="-128"/>
                        <a:ea typeface="メイリオ" panose="020B0604030504040204" pitchFamily="50" charset="-128"/>
                      </a:endParaRPr>
                    </a:p>
                  </a:txBody>
                  <a:tcPr anchor="ctr"/>
                </a:tc>
                <a:tc>
                  <a:txBody>
                    <a:bodyPr/>
                    <a:lstStyle/>
                    <a:p>
                      <a:endParaRPr lang="ja-JP" altLang="en-US" sz="1200" b="1" dirty="0">
                        <a:solidFill>
                          <a:schemeClr val="tx1"/>
                        </a:solidFill>
                        <a:latin typeface="メイリオ" panose="020B0604030504040204" pitchFamily="50" charset="-128"/>
                        <a:ea typeface="メイリオ" panose="020B0604030504040204" pitchFamily="50" charset="-128"/>
                      </a:endParaRPr>
                    </a:p>
                  </a:txBody>
                  <a:tcPr anchor="ctr"/>
                </a:tc>
                <a:tc>
                  <a:txBody>
                    <a:bodyPr/>
                    <a:lstStyle/>
                    <a:p>
                      <a:endParaRPr lang="ja-JP" altLang="en-US" sz="1200" b="1" dirty="0">
                        <a:solidFill>
                          <a:schemeClr val="tx1"/>
                        </a:solidFill>
                        <a:latin typeface="メイリオ" panose="020B0604030504040204" pitchFamily="50" charset="-128"/>
                        <a:ea typeface="メイリオ" panose="020B0604030504040204" pitchFamily="50" charset="-128"/>
                      </a:endParaRPr>
                    </a:p>
                  </a:txBody>
                  <a:tcPr anchor="ctr"/>
                </a:tc>
                <a:extLst>
                  <a:ext uri="{0D108BD9-81ED-4DB2-BD59-A6C34878D82A}">
                    <a16:rowId xmlns:a16="http://schemas.microsoft.com/office/drawing/2014/main" val="3557822620"/>
                  </a:ext>
                </a:extLst>
              </a:tr>
              <a:tr h="133729">
                <a:tc>
                  <a:txBody>
                    <a:bodyPr/>
                    <a:lstStyle/>
                    <a:p>
                      <a:r>
                        <a:rPr lang="ja-JP" altLang="en-US" sz="1050" dirty="0">
                          <a:solidFill>
                            <a:schemeClr val="tx1"/>
                          </a:solidFill>
                          <a:latin typeface="メイリオ" panose="020B0604030504040204" pitchFamily="50" charset="-128"/>
                          <a:ea typeface="メイリオ" panose="020B0604030504040204" pitchFamily="50" charset="-128"/>
                        </a:rPr>
                        <a:t>取引先担当者</a:t>
                      </a:r>
                      <a:endParaRPr lang="en-US" altLang="ja-JP" sz="1050" dirty="0">
                        <a:solidFill>
                          <a:schemeClr val="tx1"/>
                        </a:solidFill>
                        <a:latin typeface="メイリオ" panose="020B0604030504040204" pitchFamily="50" charset="-128"/>
                        <a:ea typeface="メイリオ" panose="020B0604030504040204" pitchFamily="50" charset="-128"/>
                      </a:endParaRPr>
                    </a:p>
                    <a:p>
                      <a:r>
                        <a:rPr lang="en-US" altLang="ja-JP" sz="800" dirty="0">
                          <a:solidFill>
                            <a:schemeClr val="tx1"/>
                          </a:solidFill>
                          <a:latin typeface="メイリオ" panose="020B0604030504040204" pitchFamily="50" charset="-128"/>
                          <a:ea typeface="メイリオ" panose="020B0604030504040204" pitchFamily="50" charset="-128"/>
                        </a:rPr>
                        <a:t>※</a:t>
                      </a:r>
                      <a:r>
                        <a:rPr lang="ja-JP" altLang="en-US" sz="800" dirty="0">
                          <a:solidFill>
                            <a:schemeClr val="tx1"/>
                          </a:solidFill>
                          <a:latin typeface="メイリオ" panose="020B0604030504040204" pitchFamily="50" charset="-128"/>
                          <a:ea typeface="メイリオ" panose="020B0604030504040204" pitchFamily="50" charset="-128"/>
                        </a:rPr>
                        <a:t>取引先</a:t>
                      </a:r>
                      <a:r>
                        <a:rPr lang="en-US" altLang="ja-JP" sz="800" dirty="0">
                          <a:solidFill>
                            <a:schemeClr val="tx1"/>
                          </a:solidFill>
                          <a:latin typeface="メイリオ" panose="020B0604030504040204" pitchFamily="50" charset="-128"/>
                          <a:ea typeface="メイリオ" panose="020B0604030504040204" pitchFamily="50" charset="-128"/>
                        </a:rPr>
                        <a:t>1,700</a:t>
                      </a:r>
                      <a:r>
                        <a:rPr lang="ja-JP" altLang="en-US" sz="800" dirty="0">
                          <a:solidFill>
                            <a:schemeClr val="tx1"/>
                          </a:solidFill>
                          <a:latin typeface="メイリオ" panose="020B0604030504040204" pitchFamily="50" charset="-128"/>
                          <a:ea typeface="メイリオ" panose="020B0604030504040204" pitchFamily="50" charset="-128"/>
                        </a:rPr>
                        <a:t>社</a:t>
                      </a:r>
                      <a:r>
                        <a:rPr lang="en-US" altLang="ja-JP" sz="800" dirty="0">
                          <a:solidFill>
                            <a:schemeClr val="tx1"/>
                          </a:solidFill>
                          <a:latin typeface="メイリオ" panose="020B0604030504040204" pitchFamily="50" charset="-128"/>
                          <a:ea typeface="メイリオ" panose="020B0604030504040204" pitchFamily="50" charset="-128"/>
                        </a:rPr>
                        <a:t>1</a:t>
                      </a:r>
                      <a:r>
                        <a:rPr lang="ja-JP" altLang="en-US" sz="800" dirty="0">
                          <a:solidFill>
                            <a:schemeClr val="tx1"/>
                          </a:solidFill>
                          <a:latin typeface="メイリオ" panose="020B0604030504040204" pitchFamily="50" charset="-128"/>
                          <a:ea typeface="メイリオ" panose="020B0604030504040204" pitchFamily="50" charset="-128"/>
                        </a:rPr>
                        <a:t>社約</a:t>
                      </a:r>
                      <a:r>
                        <a:rPr lang="en-US" altLang="ja-JP" sz="800" dirty="0">
                          <a:solidFill>
                            <a:schemeClr val="tx1"/>
                          </a:solidFill>
                          <a:latin typeface="メイリオ" panose="020B0604030504040204" pitchFamily="50" charset="-128"/>
                          <a:ea typeface="メイリオ" panose="020B0604030504040204" pitchFamily="50" charset="-128"/>
                        </a:rPr>
                        <a:t>2</a:t>
                      </a:r>
                      <a:r>
                        <a:rPr lang="ja-JP" altLang="en-US" sz="800" dirty="0">
                          <a:solidFill>
                            <a:schemeClr val="tx1"/>
                          </a:solidFill>
                          <a:latin typeface="メイリオ" panose="020B0604030504040204" pitchFamily="50" charset="-128"/>
                          <a:ea typeface="メイリオ" panose="020B0604030504040204" pitchFamily="50" charset="-128"/>
                        </a:rPr>
                        <a:t>名想定</a:t>
                      </a:r>
                      <a:endParaRPr lang="en-US" altLang="ja-JP" sz="1050" dirty="0">
                        <a:solidFill>
                          <a:schemeClr val="tx1"/>
                        </a:solidFill>
                        <a:latin typeface="メイリオ" panose="020B0604030504040204" pitchFamily="50" charset="-128"/>
                        <a:ea typeface="メイリオ" panose="020B0604030504040204" pitchFamily="50" charset="-128"/>
                      </a:endParaRPr>
                    </a:p>
                  </a:txBody>
                  <a:tcPr anchor="ctr"/>
                </a:tc>
                <a:tc>
                  <a:txBody>
                    <a:bodyPr/>
                    <a:lstStyle/>
                    <a:p>
                      <a:pPr algn="r"/>
                      <a:r>
                        <a:rPr kumimoji="1" lang="en-US" altLang="ja-JP" sz="1050" dirty="0">
                          <a:solidFill>
                            <a:schemeClr val="tx1"/>
                          </a:solidFill>
                          <a:latin typeface="メイリオ" panose="020B0604030504040204" pitchFamily="50" charset="-128"/>
                          <a:ea typeface="メイリオ" panose="020B0604030504040204" pitchFamily="50" charset="-128"/>
                        </a:rPr>
                        <a:t>3,400</a:t>
                      </a:r>
                      <a:r>
                        <a:rPr kumimoji="1" lang="ja-JP" altLang="en-US" sz="1050" dirty="0">
                          <a:solidFill>
                            <a:schemeClr val="tx1"/>
                          </a:solidFill>
                          <a:latin typeface="メイリオ" panose="020B0604030504040204" pitchFamily="50" charset="-128"/>
                          <a:ea typeface="メイリオ" panose="020B0604030504040204" pitchFamily="50" charset="-128"/>
                        </a:rPr>
                        <a:t>名</a:t>
                      </a:r>
                      <a:endParaRPr lang="ja-JP" altLang="en-US" sz="1050" dirty="0">
                        <a:solidFill>
                          <a:schemeClr val="tx1"/>
                        </a:solidFill>
                        <a:latin typeface="メイリオ" panose="020B0604030504040204" pitchFamily="50" charset="-128"/>
                        <a:ea typeface="メイリオ" panose="020B0604030504040204" pitchFamily="50" charset="-128"/>
                      </a:endParaRPr>
                    </a:p>
                  </a:txBody>
                  <a:tcPr anchor="ctr"/>
                </a:tc>
                <a:tc>
                  <a:txBody>
                    <a:bodyPr/>
                    <a:lstStyle/>
                    <a:p>
                      <a:pPr algn="r"/>
                      <a:r>
                        <a:rPr kumimoji="1" lang="en-US" altLang="ja-JP" sz="1050" dirty="0">
                          <a:solidFill>
                            <a:schemeClr val="tx1"/>
                          </a:solidFill>
                          <a:latin typeface="メイリオ" panose="020B0604030504040204" pitchFamily="50" charset="-128"/>
                          <a:ea typeface="メイリオ" panose="020B0604030504040204" pitchFamily="50" charset="-128"/>
                        </a:rPr>
                        <a:t>3,400</a:t>
                      </a:r>
                      <a:r>
                        <a:rPr kumimoji="1" lang="ja-JP" altLang="en-US" sz="1050" dirty="0">
                          <a:solidFill>
                            <a:schemeClr val="tx1"/>
                          </a:solidFill>
                          <a:latin typeface="メイリオ" panose="020B0604030504040204" pitchFamily="50" charset="-128"/>
                          <a:ea typeface="メイリオ" panose="020B0604030504040204" pitchFamily="50" charset="-128"/>
                        </a:rPr>
                        <a:t>名</a:t>
                      </a:r>
                      <a:endParaRPr kumimoji="1" lang="en-US" altLang="ja-JP" sz="1050" dirty="0">
                        <a:solidFill>
                          <a:schemeClr val="tx1"/>
                        </a:solidFill>
                        <a:latin typeface="メイリオ" panose="020B0604030504040204" pitchFamily="50" charset="-128"/>
                        <a:ea typeface="メイリオ" panose="020B0604030504040204" pitchFamily="50" charset="-128"/>
                      </a:endParaRPr>
                    </a:p>
                  </a:txBody>
                  <a:tcPr anchor="ctr"/>
                </a:tc>
                <a:tc>
                  <a:txBody>
                    <a:bodyPr/>
                    <a:lstStyle/>
                    <a:p>
                      <a:pPr algn="r"/>
                      <a:r>
                        <a:rPr kumimoji="1" lang="en-US" altLang="ja-JP" sz="1050" dirty="0">
                          <a:solidFill>
                            <a:schemeClr val="tx1"/>
                          </a:solidFill>
                          <a:latin typeface="メイリオ" panose="020B0604030504040204" pitchFamily="50" charset="-128"/>
                          <a:ea typeface="メイリオ" panose="020B0604030504040204" pitchFamily="50" charset="-128"/>
                        </a:rPr>
                        <a:t>102</a:t>
                      </a:r>
                      <a:r>
                        <a:rPr kumimoji="1" lang="ja-JP" altLang="en-US" sz="1050" dirty="0">
                          <a:solidFill>
                            <a:schemeClr val="tx1"/>
                          </a:solidFill>
                          <a:latin typeface="メイリオ" panose="020B0604030504040204" pitchFamily="50" charset="-128"/>
                          <a:ea typeface="メイリオ" panose="020B0604030504040204" pitchFamily="50" charset="-128"/>
                        </a:rPr>
                        <a:t>名</a:t>
                      </a:r>
                      <a:endParaRPr kumimoji="1" lang="en-US" altLang="ja-JP" sz="1050" dirty="0">
                        <a:solidFill>
                          <a:schemeClr val="tx1"/>
                        </a:solidFill>
                        <a:latin typeface="メイリオ" panose="020B0604030504040204" pitchFamily="50" charset="-128"/>
                        <a:ea typeface="メイリオ" panose="020B0604030504040204" pitchFamily="50" charset="-128"/>
                      </a:endParaRPr>
                    </a:p>
                  </a:txBody>
                  <a:tcPr anchor="ctr"/>
                </a:tc>
                <a:tc>
                  <a:txBody>
                    <a:bodyPr/>
                    <a:lstStyle/>
                    <a:p>
                      <a:pPr algn="r"/>
                      <a:r>
                        <a:rPr kumimoji="1" lang="en-US" altLang="ja-JP" sz="1050" dirty="0">
                          <a:solidFill>
                            <a:schemeClr val="tx1"/>
                          </a:solidFill>
                          <a:latin typeface="メイリオ" panose="020B0604030504040204" pitchFamily="50" charset="-128"/>
                          <a:ea typeface="メイリオ" panose="020B0604030504040204" pitchFamily="50" charset="-128"/>
                        </a:rPr>
                        <a:t>6,800名</a:t>
                      </a:r>
                    </a:p>
                  </a:txBody>
                  <a:tcPr anchor="ctr"/>
                </a:tc>
                <a:tc>
                  <a:txBody>
                    <a:bodyPr/>
                    <a:lstStyle/>
                    <a:p>
                      <a:pPr algn="r"/>
                      <a:r>
                        <a:rPr kumimoji="1" lang="en-US" altLang="ja-JP" sz="1050" dirty="0">
                          <a:solidFill>
                            <a:schemeClr val="tx1"/>
                          </a:solidFill>
                          <a:latin typeface="メイリオ" panose="020B0604030504040204" pitchFamily="50" charset="-128"/>
                          <a:ea typeface="メイリオ" panose="020B0604030504040204" pitchFamily="50" charset="-128"/>
                        </a:rPr>
                        <a:t>204名</a:t>
                      </a:r>
                    </a:p>
                  </a:txBody>
                  <a:tcPr anchor="ctr"/>
                </a:tc>
                <a:extLst>
                  <a:ext uri="{0D108BD9-81ED-4DB2-BD59-A6C34878D82A}">
                    <a16:rowId xmlns:a16="http://schemas.microsoft.com/office/drawing/2014/main" val="10001"/>
                  </a:ext>
                </a:extLst>
              </a:tr>
              <a:tr h="13372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050" b="1" dirty="0">
                          <a:solidFill>
                            <a:schemeClr val="tx1"/>
                          </a:solidFill>
                          <a:latin typeface="メイリオ" panose="020B0604030504040204" pitchFamily="50" charset="-128"/>
                          <a:ea typeface="メイリオ" panose="020B0604030504040204" pitchFamily="50" charset="-128"/>
                        </a:rPr>
                        <a:t>　小計</a:t>
                      </a:r>
                    </a:p>
                  </a:txBody>
                  <a:tcPr anchor="ct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050" b="1" dirty="0">
                          <a:solidFill>
                            <a:schemeClr val="tx1"/>
                          </a:solidFill>
                          <a:latin typeface="メイリオ" panose="020B0604030504040204" pitchFamily="50" charset="-128"/>
                          <a:ea typeface="メイリオ" panose="020B0604030504040204" pitchFamily="50" charset="-128"/>
                        </a:rPr>
                        <a:t>3,400</a:t>
                      </a:r>
                      <a:r>
                        <a:rPr kumimoji="1" lang="ja-JP" altLang="en-US" sz="1050" b="1" dirty="0">
                          <a:solidFill>
                            <a:schemeClr val="tx1"/>
                          </a:solidFill>
                          <a:latin typeface="メイリオ" panose="020B0604030504040204" pitchFamily="50" charset="-128"/>
                          <a:ea typeface="メイリオ" panose="020B0604030504040204" pitchFamily="50" charset="-128"/>
                        </a:rPr>
                        <a:t>名</a:t>
                      </a:r>
                      <a:endParaRPr lang="ja-JP" altLang="en-US" sz="1050" b="1" dirty="0">
                        <a:solidFill>
                          <a:schemeClr val="tx1"/>
                        </a:solidFill>
                        <a:latin typeface="メイリオ" panose="020B0604030504040204" pitchFamily="50" charset="-128"/>
                        <a:ea typeface="メイリオ" panose="020B0604030504040204" pitchFamily="50" charset="-128"/>
                      </a:endParaRPr>
                    </a:p>
                  </a:txBody>
                  <a:tcPr anchor="ctr"/>
                </a:tc>
                <a:tc>
                  <a:txBody>
                    <a:bodyPr/>
                    <a:lstStyle/>
                    <a:p>
                      <a:pPr algn="r"/>
                      <a:r>
                        <a:rPr kumimoji="1" lang="en-US" altLang="ja-JP" sz="1050" dirty="0">
                          <a:solidFill>
                            <a:schemeClr val="tx1"/>
                          </a:solidFill>
                          <a:latin typeface="メイリオ" panose="020B0604030504040204" pitchFamily="50" charset="-128"/>
                          <a:ea typeface="メイリオ" panose="020B0604030504040204" pitchFamily="50" charset="-128"/>
                        </a:rPr>
                        <a:t>3,400</a:t>
                      </a:r>
                      <a:r>
                        <a:rPr kumimoji="1" lang="ja-JP" altLang="en-US" sz="1050" dirty="0">
                          <a:solidFill>
                            <a:schemeClr val="tx1"/>
                          </a:solidFill>
                          <a:latin typeface="メイリオ" panose="020B0604030504040204" pitchFamily="50" charset="-128"/>
                          <a:ea typeface="メイリオ" panose="020B0604030504040204" pitchFamily="50" charset="-128"/>
                        </a:rPr>
                        <a:t>名</a:t>
                      </a:r>
                      <a:endParaRPr kumimoji="1" lang="en-US" altLang="ja-JP" sz="1050" dirty="0">
                        <a:solidFill>
                          <a:schemeClr val="tx1"/>
                        </a:solidFill>
                        <a:latin typeface="メイリオ" panose="020B0604030504040204" pitchFamily="50" charset="-128"/>
                        <a:ea typeface="メイリオ" panose="020B0604030504040204" pitchFamily="50" charset="-128"/>
                      </a:endParaRPr>
                    </a:p>
                  </a:txBody>
                  <a:tcPr anchor="ctr"/>
                </a:tc>
                <a:tc>
                  <a:txBody>
                    <a:bodyPr/>
                    <a:lstStyle/>
                    <a:p>
                      <a:pPr algn="r"/>
                      <a:r>
                        <a:rPr kumimoji="1" lang="en-US" altLang="ja-JP" sz="1050" dirty="0">
                          <a:solidFill>
                            <a:schemeClr val="tx1"/>
                          </a:solidFill>
                          <a:latin typeface="メイリオ" panose="020B0604030504040204" pitchFamily="50" charset="-128"/>
                          <a:ea typeface="メイリオ" panose="020B0604030504040204" pitchFamily="50" charset="-128"/>
                        </a:rPr>
                        <a:t>102</a:t>
                      </a:r>
                      <a:r>
                        <a:rPr kumimoji="1" lang="ja-JP" altLang="en-US" sz="1050" dirty="0">
                          <a:solidFill>
                            <a:schemeClr val="tx1"/>
                          </a:solidFill>
                          <a:latin typeface="メイリオ" panose="020B0604030504040204" pitchFamily="50" charset="-128"/>
                          <a:ea typeface="メイリオ" panose="020B0604030504040204" pitchFamily="50" charset="-128"/>
                        </a:rPr>
                        <a:t>名</a:t>
                      </a:r>
                      <a:endParaRPr kumimoji="1" lang="en-US" altLang="ja-JP" sz="1050" dirty="0">
                        <a:solidFill>
                          <a:schemeClr val="tx1"/>
                        </a:solidFill>
                        <a:latin typeface="メイリオ" panose="020B0604030504040204" pitchFamily="50" charset="-128"/>
                        <a:ea typeface="メイリオ" panose="020B0604030504040204" pitchFamily="50" charset="-128"/>
                      </a:endParaRPr>
                    </a:p>
                  </a:txBody>
                  <a:tcPr anchor="ctr"/>
                </a:tc>
                <a:tc>
                  <a:txBody>
                    <a:bodyPr/>
                    <a:lstStyle/>
                    <a:p>
                      <a:pPr algn="r"/>
                      <a:r>
                        <a:rPr kumimoji="1" lang="en-US" altLang="ja-JP" sz="1050" dirty="0">
                          <a:solidFill>
                            <a:schemeClr val="tx1"/>
                          </a:solidFill>
                          <a:latin typeface="メイリオ" panose="020B0604030504040204" pitchFamily="50" charset="-128"/>
                          <a:ea typeface="メイリオ" panose="020B0604030504040204" pitchFamily="50" charset="-128"/>
                        </a:rPr>
                        <a:t>6,800名</a:t>
                      </a:r>
                    </a:p>
                  </a:txBody>
                  <a:tcPr anchor="ctr"/>
                </a:tc>
                <a:tc>
                  <a:txBody>
                    <a:bodyPr/>
                    <a:lstStyle/>
                    <a:p>
                      <a:pPr algn="r"/>
                      <a:r>
                        <a:rPr kumimoji="1" lang="en-US" altLang="ja-JP" sz="1050" dirty="0">
                          <a:solidFill>
                            <a:schemeClr val="tx1"/>
                          </a:solidFill>
                          <a:latin typeface="メイリオ" panose="020B0604030504040204" pitchFamily="50" charset="-128"/>
                          <a:ea typeface="メイリオ" panose="020B0604030504040204" pitchFamily="50" charset="-128"/>
                        </a:rPr>
                        <a:t>204名</a:t>
                      </a:r>
                    </a:p>
                  </a:txBody>
                  <a:tcPr anchor="ctr"/>
                </a:tc>
                <a:extLst>
                  <a:ext uri="{0D108BD9-81ED-4DB2-BD59-A6C34878D82A}">
                    <a16:rowId xmlns:a16="http://schemas.microsoft.com/office/drawing/2014/main" val="2226395339"/>
                  </a:ext>
                </a:extLst>
              </a:tr>
              <a:tr h="133729">
                <a:tc gridSpan="3">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ja-JP" sz="1200" b="1" dirty="0">
                          <a:solidFill>
                            <a:schemeClr val="tx1"/>
                          </a:solidFill>
                          <a:latin typeface="メイリオ" panose="020B0604030504040204" pitchFamily="50" charset="-128"/>
                          <a:ea typeface="メイリオ" panose="020B0604030504040204" pitchFamily="50" charset="-128"/>
                        </a:rPr>
                        <a:t>【</a:t>
                      </a:r>
                      <a:r>
                        <a:rPr lang="ja-JP" altLang="en-US" sz="1200" b="1" dirty="0">
                          <a:solidFill>
                            <a:schemeClr val="tx1"/>
                          </a:solidFill>
                          <a:latin typeface="メイリオ" panose="020B0604030504040204" pitchFamily="50" charset="-128"/>
                          <a:ea typeface="メイリオ" panose="020B0604030504040204" pitchFamily="50" charset="-128"/>
                        </a:rPr>
                        <a:t>管理サイト</a:t>
                      </a:r>
                      <a:r>
                        <a:rPr lang="en-US" altLang="ja-JP" sz="1200" b="1" dirty="0">
                          <a:solidFill>
                            <a:schemeClr val="tx1"/>
                          </a:solidFill>
                          <a:latin typeface="メイリオ" panose="020B0604030504040204" pitchFamily="50" charset="-128"/>
                          <a:ea typeface="メイリオ" panose="020B0604030504040204" pitchFamily="50" charset="-128"/>
                        </a:rPr>
                        <a:t>】</a:t>
                      </a:r>
                      <a:endParaRPr lang="ja-JP" altLang="en-US" sz="1200" b="1" dirty="0">
                        <a:solidFill>
                          <a:schemeClr val="tx1"/>
                        </a:solidFill>
                        <a:latin typeface="メイリオ" panose="020B0604030504040204" pitchFamily="50" charset="-128"/>
                        <a:ea typeface="メイリオ" panose="020B0604030504040204" pitchFamily="50" charset="-128"/>
                      </a:endParaRPr>
                    </a:p>
                  </a:txBody>
                  <a:tcPr anchor="ctr"/>
                </a:tc>
                <a:tc hMerge="1">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ja-JP" altLang="en-US" sz="1050" dirty="0">
                        <a:solidFill>
                          <a:schemeClr val="tx1"/>
                        </a:solidFill>
                        <a:latin typeface="メイリオ" panose="020B0604030504040204" pitchFamily="50" charset="-128"/>
                        <a:ea typeface="メイリオ" panose="020B0604030504040204" pitchFamily="50" charset="-128"/>
                      </a:endParaRPr>
                    </a:p>
                  </a:txBody>
                  <a:tcPr anchor="ctr"/>
                </a:tc>
                <a:tc h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050" dirty="0">
                        <a:solidFill>
                          <a:schemeClr val="tx1"/>
                        </a:solidFill>
                        <a:latin typeface="メイリオ" panose="020B0604030504040204" pitchFamily="50" charset="-128"/>
                        <a:ea typeface="メイリオ" panose="020B0604030504040204" pitchFamily="50" charset="-128"/>
                      </a:endParaRPr>
                    </a:p>
                  </a:txBody>
                  <a:tcPr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ja-JP" altLang="en-US" sz="1200" b="1" dirty="0">
                        <a:solidFill>
                          <a:schemeClr val="tx1"/>
                        </a:solidFill>
                        <a:latin typeface="メイリオ" panose="020B0604030504040204" pitchFamily="50" charset="-128"/>
                        <a:ea typeface="メイリオ" panose="020B0604030504040204" pitchFamily="50" charset="-128"/>
                      </a:endParaRPr>
                    </a:p>
                  </a:txBody>
                  <a:tcPr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ja-JP" altLang="en-US" sz="1200" b="1" dirty="0">
                        <a:solidFill>
                          <a:schemeClr val="tx1"/>
                        </a:solidFill>
                        <a:latin typeface="メイリオ" panose="020B0604030504040204" pitchFamily="50" charset="-128"/>
                        <a:ea typeface="メイリオ" panose="020B0604030504040204" pitchFamily="50" charset="-128"/>
                      </a:endParaRPr>
                    </a:p>
                  </a:txBody>
                  <a:tcPr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ja-JP" altLang="en-US" sz="1200" b="1" dirty="0">
                        <a:solidFill>
                          <a:schemeClr val="tx1"/>
                        </a:solidFill>
                        <a:latin typeface="メイリオ" panose="020B0604030504040204" pitchFamily="50" charset="-128"/>
                        <a:ea typeface="メイリオ" panose="020B0604030504040204" pitchFamily="50" charset="-128"/>
                      </a:endParaRPr>
                    </a:p>
                  </a:txBody>
                  <a:tcPr anchor="ctr"/>
                </a:tc>
                <a:extLst>
                  <a:ext uri="{0D108BD9-81ED-4DB2-BD59-A6C34878D82A}">
                    <a16:rowId xmlns:a16="http://schemas.microsoft.com/office/drawing/2014/main" val="2308768117"/>
                  </a:ext>
                </a:extLst>
              </a:tr>
              <a:tr h="133729">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ja-JP" altLang="en-US" sz="1050" dirty="0">
                          <a:solidFill>
                            <a:schemeClr val="tx1"/>
                          </a:solidFill>
                          <a:latin typeface="メイリオ" panose="020B0604030504040204" pitchFamily="50" charset="-128"/>
                          <a:ea typeface="メイリオ" panose="020B0604030504040204" pitchFamily="50" charset="-128"/>
                        </a:rPr>
                        <a:t>貴社スタッフ</a:t>
                      </a:r>
                    </a:p>
                  </a:txBody>
                  <a:tcPr anchor="ct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endParaRPr lang="ja-JP" altLang="en-US" sz="1050" dirty="0">
                        <a:solidFill>
                          <a:schemeClr val="tx1"/>
                        </a:solidFill>
                        <a:latin typeface="メイリオ" panose="020B0604030504040204" pitchFamily="50" charset="-128"/>
                        <a:ea typeface="メイリオ" panose="020B0604030504040204" pitchFamily="50" charset="-128"/>
                      </a:endParaRPr>
                    </a:p>
                  </a:txBody>
                  <a:tcPr anchor="ct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1" lang="en-US" altLang="ja-JP" sz="1050" dirty="0">
                        <a:solidFill>
                          <a:schemeClr val="tx1"/>
                        </a:solidFill>
                        <a:latin typeface="メイリオ" panose="020B0604030504040204" pitchFamily="50" charset="-128"/>
                        <a:ea typeface="メイリオ" panose="020B0604030504040204" pitchFamily="50" charset="-128"/>
                      </a:endParaRPr>
                    </a:p>
                  </a:txBody>
                  <a:tcPr anchor="ct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1" lang="en-US" altLang="ja-JP" sz="1050" dirty="0">
                        <a:solidFill>
                          <a:schemeClr val="tx1"/>
                        </a:solidFill>
                        <a:latin typeface="メイリオ" panose="020B0604030504040204" pitchFamily="50" charset="-128"/>
                        <a:ea typeface="メイリオ" panose="020B0604030504040204" pitchFamily="50" charset="-128"/>
                      </a:endParaRPr>
                    </a:p>
                  </a:txBody>
                  <a:tcPr anchor="ct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1" lang="en-US" altLang="ja-JP" sz="1050" dirty="0">
                        <a:solidFill>
                          <a:schemeClr val="tx1"/>
                        </a:solidFill>
                        <a:latin typeface="メイリオ" panose="020B0604030504040204" pitchFamily="50" charset="-128"/>
                        <a:ea typeface="メイリオ" panose="020B0604030504040204" pitchFamily="50" charset="-128"/>
                      </a:endParaRPr>
                    </a:p>
                  </a:txBody>
                  <a:tcPr anchor="ct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1" lang="en-US" altLang="ja-JP" sz="1050" dirty="0">
                        <a:solidFill>
                          <a:schemeClr val="tx1"/>
                        </a:solidFill>
                        <a:latin typeface="メイリオ" panose="020B0604030504040204" pitchFamily="50" charset="-128"/>
                        <a:ea typeface="メイリオ" panose="020B0604030504040204" pitchFamily="50" charset="-128"/>
                      </a:endParaRPr>
                    </a:p>
                  </a:txBody>
                  <a:tcPr anchor="ctr"/>
                </a:tc>
                <a:extLst>
                  <a:ext uri="{0D108BD9-81ED-4DB2-BD59-A6C34878D82A}">
                    <a16:rowId xmlns:a16="http://schemas.microsoft.com/office/drawing/2014/main" val="10002"/>
                  </a:ext>
                </a:extLst>
              </a:tr>
              <a:tr h="133729">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ja-JP" altLang="en-US" sz="1050" dirty="0">
                          <a:solidFill>
                            <a:schemeClr val="tx1"/>
                          </a:solidFill>
                          <a:latin typeface="メイリオ" panose="020B0604030504040204" pitchFamily="50" charset="-128"/>
                          <a:ea typeface="メイリオ" panose="020B0604030504040204" pitchFamily="50" charset="-128"/>
                        </a:rPr>
                        <a:t>　営業担当者 ★随時</a:t>
                      </a:r>
                    </a:p>
                  </a:txBody>
                  <a:tcPr anchor="ct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altLang="ja-JP" sz="1050" dirty="0">
                          <a:solidFill>
                            <a:schemeClr val="tx1"/>
                          </a:solidFill>
                          <a:latin typeface="メイリオ" panose="020B0604030504040204" pitchFamily="50" charset="-128"/>
                          <a:ea typeface="メイリオ" panose="020B0604030504040204" pitchFamily="50" charset="-128"/>
                        </a:rPr>
                        <a:t>10</a:t>
                      </a:r>
                      <a:r>
                        <a:rPr lang="ja-JP" altLang="en-US" sz="1050" dirty="0">
                          <a:solidFill>
                            <a:schemeClr val="tx1"/>
                          </a:solidFill>
                          <a:latin typeface="メイリオ" panose="020B0604030504040204" pitchFamily="50" charset="-128"/>
                          <a:ea typeface="メイリオ" panose="020B0604030504040204" pitchFamily="50" charset="-128"/>
                        </a:rPr>
                        <a:t>名</a:t>
                      </a:r>
                    </a:p>
                  </a:txBody>
                  <a:tcPr anchor="ct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altLang="ja-JP" sz="1050" dirty="0">
                          <a:solidFill>
                            <a:schemeClr val="tx1"/>
                          </a:solidFill>
                          <a:latin typeface="メイリオ" panose="020B0604030504040204" pitchFamily="50" charset="-128"/>
                          <a:ea typeface="メイリオ" panose="020B0604030504040204" pitchFamily="50" charset="-128"/>
                        </a:rPr>
                        <a:t>10</a:t>
                      </a:r>
                      <a:r>
                        <a:rPr lang="ja-JP" altLang="en-US" sz="1050" dirty="0">
                          <a:solidFill>
                            <a:schemeClr val="tx1"/>
                          </a:solidFill>
                          <a:latin typeface="メイリオ" panose="020B0604030504040204" pitchFamily="50" charset="-128"/>
                          <a:ea typeface="メイリオ" panose="020B0604030504040204" pitchFamily="50" charset="-128"/>
                        </a:rPr>
                        <a:t>名</a:t>
                      </a:r>
                    </a:p>
                  </a:txBody>
                  <a:tcPr anchor="ct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050" dirty="0">
                          <a:solidFill>
                            <a:schemeClr val="tx1"/>
                          </a:solidFill>
                          <a:latin typeface="メイリオ" panose="020B0604030504040204" pitchFamily="50" charset="-128"/>
                          <a:ea typeface="メイリオ" panose="020B0604030504040204" pitchFamily="50" charset="-128"/>
                        </a:rPr>
                        <a:t>2名</a:t>
                      </a:r>
                    </a:p>
                  </a:txBody>
                  <a:tcPr anchor="ct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altLang="ja-JP" sz="1050" dirty="0">
                          <a:solidFill>
                            <a:schemeClr val="tx1"/>
                          </a:solidFill>
                          <a:latin typeface="メイリオ" panose="020B0604030504040204" pitchFamily="50" charset="-128"/>
                          <a:ea typeface="メイリオ" panose="020B0604030504040204" pitchFamily="50" charset="-128"/>
                        </a:rPr>
                        <a:t>20名</a:t>
                      </a:r>
                    </a:p>
                  </a:txBody>
                  <a:tcPr anchor="ct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050" dirty="0">
                          <a:solidFill>
                            <a:schemeClr val="tx1"/>
                          </a:solidFill>
                          <a:latin typeface="メイリオ" panose="020B0604030504040204" pitchFamily="50" charset="-128"/>
                          <a:ea typeface="メイリオ" panose="020B0604030504040204" pitchFamily="50" charset="-128"/>
                        </a:rPr>
                        <a:t>4名</a:t>
                      </a:r>
                    </a:p>
                  </a:txBody>
                  <a:tcPr anchor="ctr"/>
                </a:tc>
                <a:extLst>
                  <a:ext uri="{0D108BD9-81ED-4DB2-BD59-A6C34878D82A}">
                    <a16:rowId xmlns:a16="http://schemas.microsoft.com/office/drawing/2014/main" val="1542714949"/>
                  </a:ext>
                </a:extLst>
              </a:tr>
              <a:tr h="13372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050" dirty="0">
                          <a:solidFill>
                            <a:schemeClr val="tx1"/>
                          </a:solidFill>
                          <a:latin typeface="メイリオ" panose="020B0604030504040204" pitchFamily="50" charset="-128"/>
                          <a:ea typeface="メイリオ" panose="020B0604030504040204" pitchFamily="50" charset="-128"/>
                        </a:rPr>
                        <a:t>　サイト管理者 ★随時</a:t>
                      </a:r>
                    </a:p>
                  </a:txBody>
                  <a:tcPr anchor="ct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050" dirty="0">
                          <a:solidFill>
                            <a:schemeClr val="tx1"/>
                          </a:solidFill>
                          <a:latin typeface="メイリオ" panose="020B0604030504040204" pitchFamily="50" charset="-128"/>
                          <a:ea typeface="メイリオ" panose="020B0604030504040204" pitchFamily="50" charset="-128"/>
                        </a:rPr>
                        <a:t>5</a:t>
                      </a:r>
                      <a:r>
                        <a:rPr kumimoji="1" lang="ja-JP" altLang="en-US" sz="1050" dirty="0">
                          <a:solidFill>
                            <a:schemeClr val="tx1"/>
                          </a:solidFill>
                          <a:latin typeface="メイリオ" panose="020B0604030504040204" pitchFamily="50" charset="-128"/>
                          <a:ea typeface="メイリオ" panose="020B0604030504040204" pitchFamily="50" charset="-128"/>
                        </a:rPr>
                        <a:t>名</a:t>
                      </a:r>
                      <a:endParaRPr lang="ja-JP" altLang="en-US" sz="1050" dirty="0">
                        <a:solidFill>
                          <a:schemeClr val="tx1"/>
                        </a:solidFill>
                        <a:latin typeface="メイリオ" panose="020B0604030504040204" pitchFamily="50" charset="-128"/>
                        <a:ea typeface="メイリオ" panose="020B0604030504040204" pitchFamily="50" charset="-128"/>
                      </a:endParaRPr>
                    </a:p>
                  </a:txBody>
                  <a:tcPr anchor="ct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050" dirty="0">
                          <a:solidFill>
                            <a:schemeClr val="tx1"/>
                          </a:solidFill>
                          <a:latin typeface="メイリオ" panose="020B0604030504040204" pitchFamily="50" charset="-128"/>
                          <a:ea typeface="メイリオ" panose="020B0604030504040204" pitchFamily="50" charset="-128"/>
                        </a:rPr>
                        <a:t>5</a:t>
                      </a:r>
                      <a:r>
                        <a:rPr kumimoji="1" lang="ja-JP" altLang="en-US" sz="1050" dirty="0">
                          <a:solidFill>
                            <a:schemeClr val="tx1"/>
                          </a:solidFill>
                          <a:latin typeface="メイリオ" panose="020B0604030504040204" pitchFamily="50" charset="-128"/>
                          <a:ea typeface="メイリオ" panose="020B0604030504040204" pitchFamily="50" charset="-128"/>
                        </a:rPr>
                        <a:t>名</a:t>
                      </a:r>
                      <a:endParaRPr lang="ja-JP" altLang="en-US" sz="1050" dirty="0">
                        <a:solidFill>
                          <a:schemeClr val="tx1"/>
                        </a:solidFill>
                        <a:latin typeface="メイリオ" panose="020B0604030504040204" pitchFamily="50" charset="-128"/>
                        <a:ea typeface="メイリオ" panose="020B0604030504040204" pitchFamily="50" charset="-128"/>
                      </a:endParaRPr>
                    </a:p>
                  </a:txBody>
                  <a:tcPr anchor="ctr"/>
                </a:tc>
                <a:tc>
                  <a:txBody>
                    <a:bodyPr/>
                    <a:lstStyle/>
                    <a:p>
                      <a:pPr algn="r"/>
                      <a:r>
                        <a:rPr kumimoji="1" lang="en-US" altLang="ja-JP" sz="1050" dirty="0">
                          <a:solidFill>
                            <a:schemeClr val="tx1"/>
                          </a:solidFill>
                          <a:latin typeface="メイリオ" panose="020B0604030504040204" pitchFamily="50" charset="-128"/>
                          <a:ea typeface="メイリオ" panose="020B0604030504040204" pitchFamily="50" charset="-128"/>
                        </a:rPr>
                        <a:t>2名</a:t>
                      </a:r>
                    </a:p>
                  </a:txBody>
                  <a:tcPr anchor="ct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050" dirty="0">
                          <a:solidFill>
                            <a:schemeClr val="tx1"/>
                          </a:solidFill>
                          <a:latin typeface="メイリオ" panose="020B0604030504040204" pitchFamily="50" charset="-128"/>
                          <a:ea typeface="メイリオ" panose="020B0604030504040204" pitchFamily="50" charset="-128"/>
                        </a:rPr>
                        <a:t>10名</a:t>
                      </a:r>
                      <a:endParaRPr lang="ja-JP" altLang="en-US" sz="1050" dirty="0">
                        <a:solidFill>
                          <a:schemeClr val="tx1"/>
                        </a:solidFill>
                        <a:latin typeface="メイリオ" panose="020B0604030504040204" pitchFamily="50" charset="-128"/>
                        <a:ea typeface="メイリオ" panose="020B0604030504040204" pitchFamily="50" charset="-128"/>
                      </a:endParaRPr>
                    </a:p>
                  </a:txBody>
                  <a:tcPr anchor="ctr"/>
                </a:tc>
                <a:tc>
                  <a:txBody>
                    <a:bodyPr/>
                    <a:lstStyle/>
                    <a:p>
                      <a:pPr algn="r"/>
                      <a:r>
                        <a:rPr kumimoji="1" lang="en-US" altLang="ja-JP" sz="1050" dirty="0">
                          <a:solidFill>
                            <a:schemeClr val="tx1"/>
                          </a:solidFill>
                          <a:latin typeface="メイリオ" panose="020B0604030504040204" pitchFamily="50" charset="-128"/>
                          <a:ea typeface="メイリオ" panose="020B0604030504040204" pitchFamily="50" charset="-128"/>
                        </a:rPr>
                        <a:t>2名</a:t>
                      </a:r>
                    </a:p>
                  </a:txBody>
                  <a:tcPr anchor="ctr"/>
                </a:tc>
                <a:extLst>
                  <a:ext uri="{0D108BD9-81ED-4DB2-BD59-A6C34878D82A}">
                    <a16:rowId xmlns:a16="http://schemas.microsoft.com/office/drawing/2014/main" val="662001600"/>
                  </a:ext>
                </a:extLst>
              </a:tr>
              <a:tr h="13372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050" dirty="0">
                          <a:solidFill>
                            <a:schemeClr val="tx1"/>
                          </a:solidFill>
                          <a:latin typeface="メイリオ" panose="020B0604030504040204" pitchFamily="50" charset="-128"/>
                          <a:ea typeface="メイリオ" panose="020B0604030504040204" pitchFamily="50" charset="-128"/>
                        </a:rPr>
                        <a:t>　カスタマー</a:t>
                      </a:r>
                      <a:endParaRPr lang="en-US" altLang="ja-JP" sz="1050" dirty="0">
                        <a:solidFill>
                          <a:schemeClr val="tx1"/>
                        </a:solidFill>
                        <a:latin typeface="メイリオ" panose="020B0604030504040204" pitchFamily="50" charset="-128"/>
                        <a:ea typeface="メイリオ"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050" dirty="0">
                          <a:solidFill>
                            <a:schemeClr val="tx1"/>
                          </a:solidFill>
                          <a:latin typeface="メイリオ" panose="020B0604030504040204" pitchFamily="50" charset="-128"/>
                          <a:ea typeface="メイリオ" panose="020B0604030504040204" pitchFamily="50" charset="-128"/>
                        </a:rPr>
                        <a:t>　サービス（</a:t>
                      </a:r>
                      <a:r>
                        <a:rPr lang="en-US" altLang="ja-JP" sz="1050" dirty="0">
                          <a:solidFill>
                            <a:schemeClr val="tx1"/>
                          </a:solidFill>
                          <a:latin typeface="メイリオ" panose="020B0604030504040204" pitchFamily="50" charset="-128"/>
                          <a:ea typeface="メイリオ" panose="020B0604030504040204" pitchFamily="50" charset="-128"/>
                        </a:rPr>
                        <a:t>CS</a:t>
                      </a:r>
                      <a:r>
                        <a:rPr lang="ja-JP" altLang="en-US" sz="1050" dirty="0">
                          <a:solidFill>
                            <a:schemeClr val="tx1"/>
                          </a:solidFill>
                          <a:latin typeface="メイリオ" panose="020B0604030504040204" pitchFamily="50" charset="-128"/>
                          <a:ea typeface="メイリオ" panose="020B0604030504040204" pitchFamily="50" charset="-128"/>
                        </a:rPr>
                        <a:t>）★常時</a:t>
                      </a:r>
                    </a:p>
                  </a:txBody>
                  <a:tcPr anchor="ct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050" dirty="0">
                          <a:solidFill>
                            <a:schemeClr val="tx1"/>
                          </a:solidFill>
                          <a:latin typeface="メイリオ" panose="020B0604030504040204" pitchFamily="50" charset="-128"/>
                          <a:ea typeface="メイリオ" panose="020B0604030504040204" pitchFamily="50" charset="-128"/>
                        </a:rPr>
                        <a:t>6</a:t>
                      </a:r>
                      <a:r>
                        <a:rPr kumimoji="1" lang="ja-JP" altLang="en-US" sz="1050" dirty="0">
                          <a:solidFill>
                            <a:schemeClr val="tx1"/>
                          </a:solidFill>
                          <a:latin typeface="メイリオ" panose="020B0604030504040204" pitchFamily="50" charset="-128"/>
                          <a:ea typeface="メイリオ" panose="020B0604030504040204" pitchFamily="50" charset="-128"/>
                        </a:rPr>
                        <a:t>名</a:t>
                      </a:r>
                      <a:endParaRPr lang="ja-JP" altLang="en-US" sz="1050" dirty="0">
                        <a:solidFill>
                          <a:schemeClr val="tx1"/>
                        </a:solidFill>
                        <a:latin typeface="メイリオ" panose="020B0604030504040204" pitchFamily="50" charset="-128"/>
                        <a:ea typeface="メイリオ" panose="020B0604030504040204" pitchFamily="50" charset="-128"/>
                      </a:endParaRPr>
                    </a:p>
                  </a:txBody>
                  <a:tcPr anchor="ct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050" dirty="0">
                          <a:solidFill>
                            <a:schemeClr val="tx1"/>
                          </a:solidFill>
                          <a:latin typeface="メイリオ" panose="020B0604030504040204" pitchFamily="50" charset="-128"/>
                          <a:ea typeface="メイリオ" panose="020B0604030504040204" pitchFamily="50" charset="-128"/>
                        </a:rPr>
                        <a:t>6</a:t>
                      </a:r>
                      <a:r>
                        <a:rPr kumimoji="1" lang="ja-JP" altLang="en-US" sz="1050" dirty="0">
                          <a:solidFill>
                            <a:schemeClr val="tx1"/>
                          </a:solidFill>
                          <a:latin typeface="メイリオ" panose="020B0604030504040204" pitchFamily="50" charset="-128"/>
                          <a:ea typeface="メイリオ" panose="020B0604030504040204" pitchFamily="50" charset="-128"/>
                        </a:rPr>
                        <a:t>名</a:t>
                      </a:r>
                      <a:endParaRPr lang="ja-JP" altLang="en-US" sz="1050" dirty="0">
                        <a:solidFill>
                          <a:schemeClr val="tx1"/>
                        </a:solidFill>
                        <a:latin typeface="メイリオ" panose="020B0604030504040204" pitchFamily="50" charset="-128"/>
                        <a:ea typeface="メイリオ" panose="020B0604030504040204" pitchFamily="50" charset="-128"/>
                      </a:endParaRPr>
                    </a:p>
                  </a:txBody>
                  <a:tcPr anchor="ctr"/>
                </a:tc>
                <a:tc>
                  <a:txBody>
                    <a:bodyPr/>
                    <a:lstStyle/>
                    <a:p>
                      <a:pPr algn="r"/>
                      <a:r>
                        <a:rPr kumimoji="1" lang="en-US" altLang="ja-JP" sz="1050" dirty="0">
                          <a:solidFill>
                            <a:schemeClr val="tx1"/>
                          </a:solidFill>
                          <a:latin typeface="メイリオ" panose="020B0604030504040204" pitchFamily="50" charset="-128"/>
                          <a:ea typeface="メイリオ" panose="020B0604030504040204" pitchFamily="50" charset="-128"/>
                        </a:rPr>
                        <a:t>6名</a:t>
                      </a:r>
                    </a:p>
                  </a:txBody>
                  <a:tcPr anchor="ct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050" dirty="0">
                          <a:solidFill>
                            <a:schemeClr val="tx1"/>
                          </a:solidFill>
                          <a:latin typeface="メイリオ" panose="020B0604030504040204" pitchFamily="50" charset="-128"/>
                          <a:ea typeface="メイリオ" panose="020B0604030504040204" pitchFamily="50" charset="-128"/>
                        </a:rPr>
                        <a:t>12名</a:t>
                      </a:r>
                      <a:endParaRPr lang="ja-JP" altLang="en-US" sz="1050" dirty="0">
                        <a:solidFill>
                          <a:schemeClr val="tx1"/>
                        </a:solidFill>
                        <a:latin typeface="メイリオ" panose="020B0604030504040204" pitchFamily="50" charset="-128"/>
                        <a:ea typeface="メイリオ" panose="020B0604030504040204" pitchFamily="50" charset="-128"/>
                      </a:endParaRPr>
                    </a:p>
                  </a:txBody>
                  <a:tcPr anchor="ctr"/>
                </a:tc>
                <a:tc>
                  <a:txBody>
                    <a:bodyPr/>
                    <a:lstStyle/>
                    <a:p>
                      <a:pPr algn="r"/>
                      <a:r>
                        <a:rPr kumimoji="1" lang="en-US" altLang="ja-JP" sz="1050" dirty="0">
                          <a:solidFill>
                            <a:schemeClr val="tx1"/>
                          </a:solidFill>
                          <a:latin typeface="メイリオ" panose="020B0604030504040204" pitchFamily="50" charset="-128"/>
                          <a:ea typeface="メイリオ" panose="020B0604030504040204" pitchFamily="50" charset="-128"/>
                        </a:rPr>
                        <a:t>12名</a:t>
                      </a:r>
                    </a:p>
                  </a:txBody>
                  <a:tcPr anchor="ctr"/>
                </a:tc>
                <a:extLst>
                  <a:ext uri="{0D108BD9-81ED-4DB2-BD59-A6C34878D82A}">
                    <a16:rowId xmlns:a16="http://schemas.microsoft.com/office/drawing/2014/main" val="266372230"/>
                  </a:ext>
                </a:extLst>
              </a:tr>
              <a:tr h="13372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050" dirty="0">
                          <a:solidFill>
                            <a:schemeClr val="tx1"/>
                          </a:solidFill>
                          <a:latin typeface="メイリオ" panose="020B0604030504040204" pitchFamily="50" charset="-128"/>
                          <a:ea typeface="メイリオ" panose="020B0604030504040204" pitchFamily="50" charset="-128"/>
                        </a:rPr>
                        <a:t>　入出庫担当者★常時</a:t>
                      </a:r>
                    </a:p>
                  </a:txBody>
                  <a:tcPr anchor="ct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altLang="ja-JP" sz="1050" dirty="0">
                          <a:solidFill>
                            <a:schemeClr val="tx1"/>
                          </a:solidFill>
                          <a:latin typeface="メイリオ" panose="020B0604030504040204" pitchFamily="50" charset="-128"/>
                          <a:ea typeface="メイリオ" panose="020B0604030504040204" pitchFamily="50" charset="-128"/>
                        </a:rPr>
                        <a:t>4</a:t>
                      </a:r>
                      <a:r>
                        <a:rPr lang="ja-JP" altLang="en-US" sz="1050" dirty="0">
                          <a:solidFill>
                            <a:schemeClr val="tx1"/>
                          </a:solidFill>
                          <a:latin typeface="メイリオ" panose="020B0604030504040204" pitchFamily="50" charset="-128"/>
                          <a:ea typeface="メイリオ" panose="020B0604030504040204" pitchFamily="50" charset="-128"/>
                        </a:rPr>
                        <a:t>名</a:t>
                      </a:r>
                    </a:p>
                  </a:txBody>
                  <a:tcPr anchor="ct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altLang="ja-JP" sz="1050" dirty="0">
                          <a:solidFill>
                            <a:schemeClr val="tx1"/>
                          </a:solidFill>
                          <a:latin typeface="メイリオ" panose="020B0604030504040204" pitchFamily="50" charset="-128"/>
                          <a:ea typeface="メイリオ" panose="020B0604030504040204" pitchFamily="50" charset="-128"/>
                        </a:rPr>
                        <a:t>4</a:t>
                      </a:r>
                      <a:r>
                        <a:rPr lang="ja-JP" altLang="en-US" sz="1050" dirty="0">
                          <a:solidFill>
                            <a:schemeClr val="tx1"/>
                          </a:solidFill>
                          <a:latin typeface="メイリオ" panose="020B0604030504040204" pitchFamily="50" charset="-128"/>
                          <a:ea typeface="メイリオ" panose="020B0604030504040204" pitchFamily="50" charset="-128"/>
                        </a:rPr>
                        <a:t>名</a:t>
                      </a:r>
                    </a:p>
                  </a:txBody>
                  <a:tcPr anchor="ctr"/>
                </a:tc>
                <a:tc>
                  <a:txBody>
                    <a:bodyPr/>
                    <a:lstStyle/>
                    <a:p>
                      <a:pPr algn="r"/>
                      <a:r>
                        <a:rPr kumimoji="1" lang="en-US" altLang="ja-JP" sz="1050" dirty="0">
                          <a:solidFill>
                            <a:schemeClr val="tx1"/>
                          </a:solidFill>
                          <a:latin typeface="メイリオ" panose="020B0604030504040204" pitchFamily="50" charset="-128"/>
                          <a:ea typeface="メイリオ" panose="020B0604030504040204" pitchFamily="50" charset="-128"/>
                        </a:rPr>
                        <a:t>4名</a:t>
                      </a:r>
                    </a:p>
                  </a:txBody>
                  <a:tcPr anchor="ct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altLang="ja-JP" sz="1050" dirty="0">
                          <a:solidFill>
                            <a:schemeClr val="tx1"/>
                          </a:solidFill>
                          <a:latin typeface="メイリオ" panose="020B0604030504040204" pitchFamily="50" charset="-128"/>
                          <a:ea typeface="メイリオ" panose="020B0604030504040204" pitchFamily="50" charset="-128"/>
                        </a:rPr>
                        <a:t>8名</a:t>
                      </a:r>
                    </a:p>
                  </a:txBody>
                  <a:tcPr anchor="ctr"/>
                </a:tc>
                <a:tc>
                  <a:txBody>
                    <a:bodyPr/>
                    <a:lstStyle/>
                    <a:p>
                      <a:pPr algn="r"/>
                      <a:r>
                        <a:rPr kumimoji="1" lang="en-US" altLang="ja-JP" sz="1050" dirty="0">
                          <a:solidFill>
                            <a:schemeClr val="tx1"/>
                          </a:solidFill>
                          <a:latin typeface="メイリオ" panose="020B0604030504040204" pitchFamily="50" charset="-128"/>
                          <a:ea typeface="メイリオ" panose="020B0604030504040204" pitchFamily="50" charset="-128"/>
                        </a:rPr>
                        <a:t>8名</a:t>
                      </a:r>
                    </a:p>
                  </a:txBody>
                  <a:tcPr anchor="ctr"/>
                </a:tc>
                <a:extLst>
                  <a:ext uri="{0D108BD9-81ED-4DB2-BD59-A6C34878D82A}">
                    <a16:rowId xmlns:a16="http://schemas.microsoft.com/office/drawing/2014/main" val="1813747200"/>
                  </a:ext>
                </a:extLst>
              </a:tr>
              <a:tr h="13372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050" b="1" dirty="0">
                          <a:solidFill>
                            <a:schemeClr val="tx1"/>
                          </a:solidFill>
                          <a:latin typeface="メイリオ" panose="020B0604030504040204" pitchFamily="50" charset="-128"/>
                          <a:ea typeface="メイリオ" panose="020B0604030504040204" pitchFamily="50" charset="-128"/>
                        </a:rPr>
                        <a:t>　小計</a:t>
                      </a:r>
                    </a:p>
                  </a:txBody>
                  <a:tcPr anchor="ct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050" b="1" dirty="0">
                          <a:solidFill>
                            <a:schemeClr val="tx1"/>
                          </a:solidFill>
                          <a:latin typeface="メイリオ" panose="020B0604030504040204" pitchFamily="50" charset="-128"/>
                          <a:ea typeface="メイリオ" panose="020B0604030504040204" pitchFamily="50" charset="-128"/>
                        </a:rPr>
                        <a:t>25</a:t>
                      </a:r>
                      <a:r>
                        <a:rPr kumimoji="1" lang="ja-JP" altLang="en-US" sz="1050" b="1" dirty="0">
                          <a:solidFill>
                            <a:schemeClr val="tx1"/>
                          </a:solidFill>
                          <a:latin typeface="メイリオ" panose="020B0604030504040204" pitchFamily="50" charset="-128"/>
                          <a:ea typeface="メイリオ" panose="020B0604030504040204" pitchFamily="50" charset="-128"/>
                        </a:rPr>
                        <a:t>名</a:t>
                      </a:r>
                      <a:endParaRPr lang="ja-JP" altLang="en-US" sz="1050" b="1" dirty="0">
                        <a:solidFill>
                          <a:schemeClr val="tx1"/>
                        </a:solidFill>
                        <a:latin typeface="メイリオ" panose="020B0604030504040204" pitchFamily="50" charset="-128"/>
                        <a:ea typeface="メイリオ" panose="020B0604030504040204" pitchFamily="50" charset="-128"/>
                      </a:endParaRPr>
                    </a:p>
                  </a:txBody>
                  <a:tcPr anchor="ct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050" b="1" dirty="0">
                          <a:solidFill>
                            <a:schemeClr val="tx1"/>
                          </a:solidFill>
                          <a:latin typeface="メイリオ" panose="020B0604030504040204" pitchFamily="50" charset="-128"/>
                          <a:ea typeface="メイリオ" panose="020B0604030504040204" pitchFamily="50" charset="-128"/>
                        </a:rPr>
                        <a:t>25</a:t>
                      </a:r>
                      <a:r>
                        <a:rPr kumimoji="1" lang="ja-JP" altLang="en-US" sz="1050" b="1" dirty="0">
                          <a:solidFill>
                            <a:schemeClr val="tx1"/>
                          </a:solidFill>
                          <a:latin typeface="メイリオ" panose="020B0604030504040204" pitchFamily="50" charset="-128"/>
                          <a:ea typeface="メイリオ" panose="020B0604030504040204" pitchFamily="50" charset="-128"/>
                        </a:rPr>
                        <a:t>名</a:t>
                      </a:r>
                      <a:endParaRPr lang="ja-JP" altLang="en-US" sz="1050" b="1" dirty="0">
                        <a:solidFill>
                          <a:schemeClr val="tx1"/>
                        </a:solidFill>
                        <a:latin typeface="メイリオ" panose="020B0604030504040204" pitchFamily="50" charset="-128"/>
                        <a:ea typeface="メイリオ" panose="020B0604030504040204" pitchFamily="50" charset="-128"/>
                      </a:endParaRPr>
                    </a:p>
                  </a:txBody>
                  <a:tcPr anchor="ctr"/>
                </a:tc>
                <a:tc>
                  <a:txBody>
                    <a:bodyPr/>
                    <a:lstStyle/>
                    <a:p>
                      <a:pPr algn="r"/>
                      <a:r>
                        <a:rPr kumimoji="1" lang="en-US" altLang="ja-JP" sz="1050" b="1" dirty="0">
                          <a:solidFill>
                            <a:schemeClr val="tx1"/>
                          </a:solidFill>
                          <a:latin typeface="メイリオ" panose="020B0604030504040204" pitchFamily="50" charset="-128"/>
                          <a:ea typeface="メイリオ" panose="020B0604030504040204" pitchFamily="50" charset="-128"/>
                        </a:rPr>
                        <a:t>14名</a:t>
                      </a:r>
                    </a:p>
                  </a:txBody>
                  <a:tcPr anchor="ctr"/>
                </a:tc>
                <a:tc>
                  <a:txBody>
                    <a:bodyPr/>
                    <a:lstStyle/>
                    <a:p>
                      <a:pPr algn="r"/>
                      <a:r>
                        <a:rPr kumimoji="1" lang="en-US" altLang="ja-JP" sz="1050" b="1" dirty="0">
                          <a:solidFill>
                            <a:schemeClr val="tx1"/>
                          </a:solidFill>
                          <a:latin typeface="メイリオ" panose="020B0604030504040204" pitchFamily="50" charset="-128"/>
                          <a:ea typeface="メイリオ" panose="020B0604030504040204" pitchFamily="50" charset="-128"/>
                        </a:rPr>
                        <a:t>50名</a:t>
                      </a:r>
                    </a:p>
                  </a:txBody>
                  <a:tcPr anchor="ctr"/>
                </a:tc>
                <a:tc>
                  <a:txBody>
                    <a:bodyPr/>
                    <a:lstStyle/>
                    <a:p>
                      <a:pPr algn="r"/>
                      <a:r>
                        <a:rPr kumimoji="1" lang="en-US" altLang="ja-JP" sz="1050" b="1" dirty="0">
                          <a:solidFill>
                            <a:schemeClr val="tx1"/>
                          </a:solidFill>
                          <a:latin typeface="メイリオ" panose="020B0604030504040204" pitchFamily="50" charset="-128"/>
                          <a:ea typeface="メイリオ" panose="020B0604030504040204" pitchFamily="50" charset="-128"/>
                        </a:rPr>
                        <a:t>26名</a:t>
                      </a:r>
                    </a:p>
                  </a:txBody>
                  <a:tcPr anchor="ctr"/>
                </a:tc>
                <a:extLst>
                  <a:ext uri="{0D108BD9-81ED-4DB2-BD59-A6C34878D82A}">
                    <a16:rowId xmlns:a16="http://schemas.microsoft.com/office/drawing/2014/main" val="732373100"/>
                  </a:ext>
                </a:extLst>
              </a:tr>
              <a:tr h="13372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sz="1050" b="1" dirty="0">
                          <a:solidFill>
                            <a:schemeClr val="tx1"/>
                          </a:solidFill>
                          <a:latin typeface="メイリオ" panose="020B0604030504040204" pitchFamily="50" charset="-128"/>
                          <a:ea typeface="メイリオ" panose="020B0604030504040204" pitchFamily="50" charset="-128"/>
                        </a:rPr>
                        <a:t>【</a:t>
                      </a:r>
                      <a:r>
                        <a:rPr lang="ja-JP" altLang="en-US" sz="1050" b="1" dirty="0">
                          <a:solidFill>
                            <a:schemeClr val="tx1"/>
                          </a:solidFill>
                          <a:latin typeface="メイリオ" panose="020B0604030504040204" pitchFamily="50" charset="-128"/>
                          <a:ea typeface="メイリオ" panose="020B0604030504040204" pitchFamily="50" charset="-128"/>
                        </a:rPr>
                        <a:t>合計</a:t>
                      </a:r>
                      <a:r>
                        <a:rPr lang="en-US" altLang="ja-JP" sz="1050" b="1" dirty="0">
                          <a:solidFill>
                            <a:schemeClr val="tx1"/>
                          </a:solidFill>
                          <a:latin typeface="メイリオ" panose="020B0604030504040204" pitchFamily="50" charset="-128"/>
                          <a:ea typeface="メイリオ" panose="020B0604030504040204" pitchFamily="50" charset="-128"/>
                        </a:rPr>
                        <a:t>】</a:t>
                      </a:r>
                      <a:endParaRPr lang="ja-JP" altLang="en-US" sz="1050" b="1" dirty="0">
                        <a:solidFill>
                          <a:schemeClr val="tx1"/>
                        </a:solidFill>
                        <a:latin typeface="メイリオ" panose="020B0604030504040204" pitchFamily="50" charset="-128"/>
                        <a:ea typeface="メイリオ" panose="020B0604030504040204" pitchFamily="50" charset="-128"/>
                      </a:endParaRPr>
                    </a:p>
                  </a:txBody>
                  <a:tcPr anchor="ct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050" b="1" dirty="0">
                          <a:solidFill>
                            <a:schemeClr val="tx1"/>
                          </a:solidFill>
                          <a:latin typeface="メイリオ" panose="020B0604030504040204" pitchFamily="50" charset="-128"/>
                          <a:ea typeface="メイリオ" panose="020B0604030504040204" pitchFamily="50" charset="-128"/>
                        </a:rPr>
                        <a:t>3,425</a:t>
                      </a:r>
                      <a:r>
                        <a:rPr kumimoji="1" lang="ja-JP" altLang="en-US" sz="1050" b="1" dirty="0">
                          <a:solidFill>
                            <a:schemeClr val="tx1"/>
                          </a:solidFill>
                          <a:latin typeface="メイリオ" panose="020B0604030504040204" pitchFamily="50" charset="-128"/>
                          <a:ea typeface="メイリオ" panose="020B0604030504040204" pitchFamily="50" charset="-128"/>
                        </a:rPr>
                        <a:t>名</a:t>
                      </a:r>
                      <a:endParaRPr lang="ja-JP" altLang="en-US" sz="1050" b="1" dirty="0">
                        <a:solidFill>
                          <a:schemeClr val="tx1"/>
                        </a:solidFill>
                        <a:latin typeface="メイリオ" panose="020B0604030504040204" pitchFamily="50" charset="-128"/>
                        <a:ea typeface="メイリオ" panose="020B0604030504040204" pitchFamily="50" charset="-128"/>
                      </a:endParaRPr>
                    </a:p>
                  </a:txBody>
                  <a:tcPr anchor="ctr"/>
                </a:tc>
                <a:tc>
                  <a:txBody>
                    <a:bodyPr/>
                    <a:lstStyle/>
                    <a:p>
                      <a:pPr algn="r"/>
                      <a:r>
                        <a:rPr kumimoji="1" lang="en-US" altLang="ja-JP" sz="1050" b="1" dirty="0">
                          <a:solidFill>
                            <a:schemeClr val="tx1"/>
                          </a:solidFill>
                          <a:latin typeface="メイリオ" panose="020B0604030504040204" pitchFamily="50" charset="-128"/>
                          <a:ea typeface="メイリオ" panose="020B0604030504040204" pitchFamily="50" charset="-128"/>
                        </a:rPr>
                        <a:t>3,425</a:t>
                      </a:r>
                      <a:r>
                        <a:rPr kumimoji="1" lang="ja-JP" altLang="en-US" sz="1050" b="1" dirty="0">
                          <a:solidFill>
                            <a:schemeClr val="tx1"/>
                          </a:solidFill>
                          <a:latin typeface="メイリオ" panose="020B0604030504040204" pitchFamily="50" charset="-128"/>
                          <a:ea typeface="メイリオ" panose="020B0604030504040204" pitchFamily="50" charset="-128"/>
                        </a:rPr>
                        <a:t>名</a:t>
                      </a:r>
                      <a:endParaRPr kumimoji="1" lang="en-US" altLang="ja-JP" sz="1050" b="1" dirty="0">
                        <a:solidFill>
                          <a:schemeClr val="tx1"/>
                        </a:solidFill>
                        <a:latin typeface="メイリオ" panose="020B0604030504040204" pitchFamily="50" charset="-128"/>
                        <a:ea typeface="メイリオ" panose="020B0604030504040204" pitchFamily="50" charset="-128"/>
                      </a:endParaRPr>
                    </a:p>
                  </a:txBody>
                  <a:tcPr anchor="ctr"/>
                </a:tc>
                <a:tc>
                  <a:txBody>
                    <a:bodyPr/>
                    <a:lstStyle/>
                    <a:p>
                      <a:pPr algn="r"/>
                      <a:r>
                        <a:rPr kumimoji="1" lang="en-US" altLang="ja-JP" sz="1050" b="1" dirty="0">
                          <a:solidFill>
                            <a:schemeClr val="tx1"/>
                          </a:solidFill>
                          <a:latin typeface="メイリオ" panose="020B0604030504040204" pitchFamily="50" charset="-128"/>
                          <a:ea typeface="メイリオ" panose="020B0604030504040204" pitchFamily="50" charset="-128"/>
                        </a:rPr>
                        <a:t>116名</a:t>
                      </a:r>
                    </a:p>
                  </a:txBody>
                  <a:tcPr anchor="ctr"/>
                </a:tc>
                <a:tc>
                  <a:txBody>
                    <a:bodyPr/>
                    <a:lstStyle/>
                    <a:p>
                      <a:pPr algn="r"/>
                      <a:r>
                        <a:rPr kumimoji="1" lang="en-US" altLang="ja-JP" sz="1050" b="1" dirty="0">
                          <a:solidFill>
                            <a:schemeClr val="tx1"/>
                          </a:solidFill>
                          <a:latin typeface="メイリオ" panose="020B0604030504040204" pitchFamily="50" charset="-128"/>
                          <a:ea typeface="メイリオ" panose="020B0604030504040204" pitchFamily="50" charset="-128"/>
                        </a:rPr>
                        <a:t>6,850名</a:t>
                      </a:r>
                    </a:p>
                  </a:txBody>
                  <a:tcPr anchor="ctr"/>
                </a:tc>
                <a:tc>
                  <a:txBody>
                    <a:bodyPr/>
                    <a:lstStyle/>
                    <a:p>
                      <a:pPr algn="r"/>
                      <a:r>
                        <a:rPr kumimoji="1" lang="en-US" altLang="ja-JP" sz="1050" b="1" dirty="0">
                          <a:solidFill>
                            <a:schemeClr val="tx1"/>
                          </a:solidFill>
                          <a:latin typeface="メイリオ" panose="020B0604030504040204" pitchFamily="50" charset="-128"/>
                          <a:ea typeface="メイリオ" panose="020B0604030504040204" pitchFamily="50" charset="-128"/>
                        </a:rPr>
                        <a:t>230名</a:t>
                      </a:r>
                    </a:p>
                  </a:txBody>
                  <a:tcPr anchor="ctr"/>
                </a:tc>
                <a:extLst>
                  <a:ext uri="{0D108BD9-81ED-4DB2-BD59-A6C34878D82A}">
                    <a16:rowId xmlns:a16="http://schemas.microsoft.com/office/drawing/2014/main" val="2665066673"/>
                  </a:ext>
                </a:extLst>
              </a:tr>
              <a:tr h="13372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200" b="1" dirty="0">
                          <a:solidFill>
                            <a:schemeClr val="tx1"/>
                          </a:solidFill>
                          <a:latin typeface="メイリオ" panose="020B0604030504040204" pitchFamily="50" charset="-128"/>
                          <a:ea typeface="メイリオ" panose="020B0604030504040204" pitchFamily="50" charset="-128"/>
                        </a:rPr>
                        <a:t>同時セッション数</a:t>
                      </a:r>
                    </a:p>
                  </a:txBody>
                  <a:tcPr anchor="ct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lang="ja-JP" altLang="en-US" sz="1200" b="1" dirty="0">
                        <a:solidFill>
                          <a:schemeClr val="tx1"/>
                        </a:solidFill>
                        <a:latin typeface="メイリオ" panose="020B0604030504040204" pitchFamily="50" charset="-128"/>
                        <a:ea typeface="メイリオ" panose="020B0604030504040204" pitchFamily="50" charset="-128"/>
                      </a:endParaRPr>
                    </a:p>
                  </a:txBody>
                  <a:tcPr anchor="ctr"/>
                </a:tc>
                <a:tc>
                  <a:txBody>
                    <a:bodyPr/>
                    <a:lstStyle/>
                    <a:p>
                      <a:pPr algn="r"/>
                      <a:endParaRPr kumimoji="1" lang="en-US" altLang="ja-JP" sz="1200" b="1" dirty="0">
                        <a:solidFill>
                          <a:schemeClr val="tx1"/>
                        </a:solidFill>
                        <a:latin typeface="メイリオ" panose="020B0604030504040204" pitchFamily="50" charset="-128"/>
                        <a:ea typeface="メイリオ" panose="020B0604030504040204" pitchFamily="50" charset="-128"/>
                      </a:endParaRPr>
                    </a:p>
                  </a:txBody>
                  <a:tcPr anchor="ctr"/>
                </a:tc>
                <a:tc>
                  <a:txBody>
                    <a:bodyPr/>
                    <a:lstStyle/>
                    <a:p>
                      <a:pPr algn="r"/>
                      <a:r>
                        <a:rPr kumimoji="1" lang="en-US" altLang="ja-JP" sz="1200" b="1" dirty="0">
                          <a:solidFill>
                            <a:schemeClr val="tx1"/>
                          </a:solidFill>
                          <a:latin typeface="メイリオ" panose="020B0604030504040204" pitchFamily="50" charset="-128"/>
                          <a:ea typeface="メイリオ" panose="020B0604030504040204" pitchFamily="50" charset="-128"/>
                        </a:rPr>
                        <a:t>4</a:t>
                      </a:r>
                    </a:p>
                  </a:txBody>
                  <a:tcPr anchor="ctr"/>
                </a:tc>
                <a:tc>
                  <a:txBody>
                    <a:bodyPr/>
                    <a:lstStyle/>
                    <a:p>
                      <a:pPr algn="r"/>
                      <a:endParaRPr kumimoji="1" lang="en-US" altLang="ja-JP" sz="1200" b="1" dirty="0">
                        <a:solidFill>
                          <a:schemeClr val="tx1"/>
                        </a:solidFill>
                        <a:latin typeface="メイリオ" panose="020B0604030504040204" pitchFamily="50" charset="-128"/>
                        <a:ea typeface="メイリオ" panose="020B0604030504040204" pitchFamily="50" charset="-128"/>
                      </a:endParaRPr>
                    </a:p>
                  </a:txBody>
                  <a:tcPr anchor="ctr"/>
                </a:tc>
                <a:tc>
                  <a:txBody>
                    <a:bodyPr/>
                    <a:lstStyle/>
                    <a:p>
                      <a:pPr algn="r"/>
                      <a:r>
                        <a:rPr kumimoji="1" lang="en-US" altLang="ja-JP" sz="1200" b="1" dirty="0">
                          <a:solidFill>
                            <a:schemeClr val="tx1"/>
                          </a:solidFill>
                          <a:latin typeface="メイリオ" panose="020B0604030504040204" pitchFamily="50" charset="-128"/>
                          <a:ea typeface="メイリオ" panose="020B0604030504040204" pitchFamily="50" charset="-128"/>
                        </a:rPr>
                        <a:t>4</a:t>
                      </a:r>
                    </a:p>
                  </a:txBody>
                  <a:tcPr anchor="ctr"/>
                </a:tc>
                <a:extLst>
                  <a:ext uri="{0D108BD9-81ED-4DB2-BD59-A6C34878D82A}">
                    <a16:rowId xmlns:a16="http://schemas.microsoft.com/office/drawing/2014/main" val="1670914217"/>
                  </a:ext>
                </a:extLst>
              </a:tr>
            </a:tbl>
          </a:graphicData>
        </a:graphic>
      </p:graphicFrame>
      <p:sp>
        <p:nvSpPr>
          <p:cNvPr id="11" name="正方形/長方形 10">
            <a:extLst>
              <a:ext uri="{FF2B5EF4-FFF2-40B4-BE49-F238E27FC236}">
                <a16:creationId xmlns:a16="http://schemas.microsoft.com/office/drawing/2014/main" id="{C70F079A-5745-EBC7-025F-657347BC15C1}"/>
              </a:ext>
            </a:extLst>
          </p:cNvPr>
          <p:cNvSpPr/>
          <p:nvPr/>
        </p:nvSpPr>
        <p:spPr>
          <a:xfrm>
            <a:off x="5570030" y="2349129"/>
            <a:ext cx="2507168" cy="3886200"/>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テキスト ボックス 13">
            <a:extLst>
              <a:ext uri="{FF2B5EF4-FFF2-40B4-BE49-F238E27FC236}">
                <a16:creationId xmlns:a16="http://schemas.microsoft.com/office/drawing/2014/main" id="{6EAF6F55-4610-298C-A78C-6CA4471BB17A}"/>
              </a:ext>
            </a:extLst>
          </p:cNvPr>
          <p:cNvSpPr txBox="1"/>
          <p:nvPr/>
        </p:nvSpPr>
        <p:spPr>
          <a:xfrm>
            <a:off x="440099" y="6242559"/>
            <a:ext cx="8263801" cy="246221"/>
          </a:xfrm>
          <a:prstGeom prst="rect">
            <a:avLst/>
          </a:prstGeom>
          <a:noFill/>
        </p:spPr>
        <p:txBody>
          <a:bodyPr wrap="none" rtlCol="0">
            <a:spAutoFit/>
          </a:bodyPr>
          <a:lstStyle/>
          <a:p>
            <a:r>
              <a:rPr lang="en-US" altLang="ja-JP" sz="1000" dirty="0">
                <a:solidFill>
                  <a:srgbClr val="C00000"/>
                </a:solidFill>
                <a:latin typeface="メイリオ"/>
                <a:ea typeface="メイリオ"/>
                <a:cs typeface="メイリオ"/>
              </a:rPr>
              <a:t>※</a:t>
            </a:r>
            <a:r>
              <a:rPr lang="ja-JP" altLang="en-US" sz="1000" dirty="0">
                <a:solidFill>
                  <a:srgbClr val="C00000"/>
                </a:solidFill>
                <a:latin typeface="メイリオ"/>
                <a:ea typeface="メイリオ"/>
                <a:cs typeface="メイリオ"/>
              </a:rPr>
              <a:t>同時セッション数とは、コンピュータが同時に処理する数のことです。例えば利用者が同時に実行ボタンを押した際に処理できる数です。</a:t>
            </a:r>
            <a:endParaRPr lang="en-US" altLang="ja-JP" sz="1000" dirty="0">
              <a:solidFill>
                <a:srgbClr val="C00000"/>
              </a:solidFill>
              <a:latin typeface="メイリオ"/>
              <a:ea typeface="メイリオ"/>
              <a:cs typeface="メイリオ"/>
            </a:endParaRPr>
          </a:p>
          <a:p>
            <a:r>
              <a:rPr lang="en-US" altLang="ja-JP" sz="1000" dirty="0">
                <a:solidFill>
                  <a:srgbClr val="C00000"/>
                </a:solidFill>
                <a:latin typeface="メイリオ"/>
                <a:ea typeface="メイリオ"/>
                <a:cs typeface="メイリオ"/>
              </a:rPr>
              <a:t>※SLA記載の同時接続利用者数100名（最善努力型）に対し、本案件は5年後230名を目標値として別途調整します。</a:t>
            </a:r>
          </a:p>
        </p:txBody>
      </p:sp>
    </p:spTree>
    <p:extLst>
      <p:ext uri="{BB962C8B-B14F-4D97-AF65-F5344CB8AC3E}">
        <p14:creationId xmlns:p14="http://schemas.microsoft.com/office/powerpoint/2010/main" val="387456910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タイトル 1">
            <a:extLst>
              <a:ext uri="{FF2B5EF4-FFF2-40B4-BE49-F238E27FC236}">
                <a16:creationId xmlns:a16="http://schemas.microsoft.com/office/drawing/2014/main" id="{DEF5F0FF-DB7E-4E2A-8563-26223C3BE760}"/>
              </a:ext>
            </a:extLst>
          </p:cNvPr>
          <p:cNvSpPr txBox="1">
            <a:spLocks noChangeArrowheads="1"/>
          </p:cNvSpPr>
          <p:nvPr/>
        </p:nvSpPr>
        <p:spPr bwMode="auto">
          <a:xfrm>
            <a:off x="763588" y="231304"/>
            <a:ext cx="7840860" cy="533400"/>
          </a:xfrm>
          <a:prstGeom prst="rect">
            <a:avLst/>
          </a:prstGeom>
          <a:noFill/>
          <a:ln>
            <a:miter lim="800000"/>
            <a:headEnd/>
            <a:tailEnd/>
          </a:ln>
        </p:spPr>
        <p:txBody>
          <a:bodyPr vert="horz" lIns="91440" tIns="45720" rIns="91440" bIns="45720" rtlCol="0" anchor="ctr">
            <a:normAutofit/>
          </a:bodyPr>
          <a:lstStyle>
            <a:lvl1pPr algn="l" defTabSz="914400" rtl="0" eaLnBrk="1" latinLnBrk="0" hangingPunct="1">
              <a:spcBef>
                <a:spcPct val="0"/>
              </a:spcBef>
              <a:buNone/>
              <a:defRPr kumimoji="1" sz="3200" b="1" kern="1200">
                <a:solidFill>
                  <a:schemeClr val="tx1"/>
                </a:solidFill>
                <a:latin typeface="メイリオ" pitchFamily="50" charset="-128"/>
                <a:ea typeface="メイリオ" pitchFamily="50" charset="-128"/>
                <a:cs typeface="メイリオ" pitchFamily="50" charset="-128"/>
              </a:defRPr>
            </a:lvl1pPr>
          </a:lstStyle>
          <a:p>
            <a:pPr>
              <a:lnSpc>
                <a:spcPct val="75000"/>
              </a:lnSpc>
            </a:pPr>
            <a:r>
              <a:rPr lang="en-US" altLang="ja-JP" sz="2800" b="0" dirty="0"/>
              <a:t>8.対応内容説明 - システム構成（2/3）</a:t>
            </a:r>
          </a:p>
        </p:txBody>
      </p:sp>
      <p:sp>
        <p:nvSpPr>
          <p:cNvPr id="9" name="円/楕円 103">
            <a:extLst>
              <a:ext uri="{FF2B5EF4-FFF2-40B4-BE49-F238E27FC236}">
                <a16:creationId xmlns:a16="http://schemas.microsoft.com/office/drawing/2014/main" id="{7284C868-F1BE-841D-93F1-06ED0A51EE54}"/>
              </a:ext>
            </a:extLst>
          </p:cNvPr>
          <p:cNvSpPr/>
          <p:nvPr/>
        </p:nvSpPr>
        <p:spPr>
          <a:xfrm>
            <a:off x="6277332" y="6140034"/>
            <a:ext cx="72008" cy="72008"/>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テキスト ボックス 10">
            <a:extLst>
              <a:ext uri="{FF2B5EF4-FFF2-40B4-BE49-F238E27FC236}">
                <a16:creationId xmlns:a16="http://schemas.microsoft.com/office/drawing/2014/main" id="{47AF04CB-3A26-EEF6-7561-4EEC18C9F45D}"/>
              </a:ext>
            </a:extLst>
          </p:cNvPr>
          <p:cNvSpPr txBox="1">
            <a:spLocks noChangeArrowheads="1"/>
          </p:cNvSpPr>
          <p:nvPr/>
        </p:nvSpPr>
        <p:spPr bwMode="auto">
          <a:xfrm>
            <a:off x="169228" y="681070"/>
            <a:ext cx="8724873" cy="4508927"/>
          </a:xfrm>
          <a:prstGeom prst="rect">
            <a:avLst/>
          </a:prstGeom>
          <a:noFill/>
          <a:ln>
            <a:noFill/>
          </a:ln>
        </p:spPr>
        <p:txBody>
          <a:bodyPr wrap="square" anchor="t">
            <a:spAutoFit/>
          </a:bodyPr>
          <a:lstStyle>
            <a:lvl1pPr indent="90488">
              <a:defRPr kumimoji="1" sz="1400">
                <a:solidFill>
                  <a:schemeClr val="tx1"/>
                </a:solidFill>
                <a:latin typeface="Arial" charset="0"/>
                <a:ea typeface="ＭＳ Ｐゴシック" charset="0"/>
                <a:cs typeface="ＭＳ Ｐゴシック" charset="0"/>
              </a:defRPr>
            </a:lvl1pPr>
            <a:lvl2pPr marL="742950" indent="-285750">
              <a:defRPr kumimoji="1" sz="1400">
                <a:solidFill>
                  <a:schemeClr val="tx1"/>
                </a:solidFill>
                <a:latin typeface="Arial" charset="0"/>
                <a:ea typeface="ＭＳ Ｐゴシック" charset="0"/>
              </a:defRPr>
            </a:lvl2pPr>
            <a:lvl3pPr marL="1143000" indent="-228600">
              <a:defRPr kumimoji="1" sz="1400">
                <a:solidFill>
                  <a:schemeClr val="tx1"/>
                </a:solidFill>
                <a:latin typeface="Arial" charset="0"/>
                <a:ea typeface="ＭＳ Ｐゴシック" charset="0"/>
              </a:defRPr>
            </a:lvl3pPr>
            <a:lvl4pPr marL="1600200" indent="-228600">
              <a:defRPr kumimoji="1" sz="1400">
                <a:solidFill>
                  <a:schemeClr val="tx1"/>
                </a:solidFill>
                <a:latin typeface="Arial" charset="0"/>
                <a:ea typeface="ＭＳ Ｐゴシック" charset="0"/>
              </a:defRPr>
            </a:lvl4pPr>
            <a:lvl5pPr marL="2057400" indent="-228600">
              <a:defRPr kumimoji="1" sz="1400">
                <a:solidFill>
                  <a:schemeClr val="tx1"/>
                </a:solidFill>
                <a:latin typeface="Arial" charset="0"/>
                <a:ea typeface="ＭＳ Ｐゴシック" charset="0"/>
              </a:defRPr>
            </a:lvl5pPr>
            <a:lvl6pPr marL="2514600" indent="-228600" fontAlgn="base">
              <a:spcBef>
                <a:spcPct val="0"/>
              </a:spcBef>
              <a:spcAft>
                <a:spcPct val="0"/>
              </a:spcAft>
              <a:defRPr kumimoji="1" sz="1400">
                <a:solidFill>
                  <a:schemeClr val="tx1"/>
                </a:solidFill>
                <a:latin typeface="Arial" charset="0"/>
                <a:ea typeface="ＭＳ Ｐゴシック" charset="0"/>
              </a:defRPr>
            </a:lvl6pPr>
            <a:lvl7pPr marL="2971800" indent="-228600" fontAlgn="base">
              <a:spcBef>
                <a:spcPct val="0"/>
              </a:spcBef>
              <a:spcAft>
                <a:spcPct val="0"/>
              </a:spcAft>
              <a:defRPr kumimoji="1" sz="1400">
                <a:solidFill>
                  <a:schemeClr val="tx1"/>
                </a:solidFill>
                <a:latin typeface="Arial" charset="0"/>
                <a:ea typeface="ＭＳ Ｐゴシック" charset="0"/>
              </a:defRPr>
            </a:lvl7pPr>
            <a:lvl8pPr marL="3429000" indent="-228600" fontAlgn="base">
              <a:spcBef>
                <a:spcPct val="0"/>
              </a:spcBef>
              <a:spcAft>
                <a:spcPct val="0"/>
              </a:spcAft>
              <a:defRPr kumimoji="1" sz="1400">
                <a:solidFill>
                  <a:schemeClr val="tx1"/>
                </a:solidFill>
                <a:latin typeface="Arial" charset="0"/>
                <a:ea typeface="ＭＳ Ｐゴシック" charset="0"/>
              </a:defRPr>
            </a:lvl8pPr>
            <a:lvl9pPr marL="3886200" indent="-228600" fontAlgn="base">
              <a:spcBef>
                <a:spcPct val="0"/>
              </a:spcBef>
              <a:spcAft>
                <a:spcPct val="0"/>
              </a:spcAft>
              <a:defRPr kumimoji="1" sz="1400">
                <a:solidFill>
                  <a:schemeClr val="tx1"/>
                </a:solidFill>
                <a:latin typeface="Arial" charset="0"/>
                <a:ea typeface="ＭＳ Ｐゴシック" charset="0"/>
              </a:defRPr>
            </a:lvl9pPr>
          </a:lstStyle>
          <a:p>
            <a:pPr marL="342900" indent="-342900" fontAlgn="t">
              <a:spcBef>
                <a:spcPct val="50000"/>
              </a:spcBef>
              <a:buFont typeface="+mj-ea"/>
              <a:buAutoNum type="circleNumDbPlain" startAt="2"/>
              <a:defRPr/>
            </a:pPr>
            <a:r>
              <a:rPr lang="ja-JP" altLang="en-US" dirty="0">
                <a:latin typeface="メイリオ"/>
                <a:ea typeface="メイリオ"/>
                <a:cs typeface="メイリオ"/>
              </a:rPr>
              <a:t>サーバサイジングの要素となる同時セッション数（同時に処理する件数）をピーク月（7月）の注文件数を根拠として想定しました。</a:t>
            </a:r>
            <a:endParaRPr lang="en-US" altLang="ja-JP" dirty="0">
              <a:latin typeface="メイリオ"/>
              <a:ea typeface="メイリオ"/>
              <a:cs typeface="メイリオ"/>
            </a:endParaRPr>
          </a:p>
          <a:p>
            <a:pPr marL="342900" indent="-342900" fontAlgn="t">
              <a:spcBef>
                <a:spcPct val="50000"/>
              </a:spcBef>
              <a:buFont typeface="+mj-ea"/>
              <a:buAutoNum type="circleNumDbPlain" startAt="2"/>
              <a:defRPr/>
            </a:pPr>
            <a:endParaRPr lang="en-US" altLang="ja-JP" dirty="0">
              <a:latin typeface="メイリオ"/>
              <a:ea typeface="メイリオ"/>
              <a:cs typeface="メイリオ"/>
            </a:endParaRPr>
          </a:p>
          <a:p>
            <a:pPr marL="342900" indent="-342900" fontAlgn="t">
              <a:spcBef>
                <a:spcPct val="50000"/>
              </a:spcBef>
              <a:buFont typeface="+mj-ea"/>
              <a:buAutoNum type="circleNumDbPlain" startAt="2"/>
              <a:defRPr/>
            </a:pPr>
            <a:endParaRPr lang="en-US" altLang="ja-JP" dirty="0">
              <a:latin typeface="メイリオ"/>
              <a:ea typeface="メイリオ"/>
              <a:cs typeface="メイリオ"/>
            </a:endParaRPr>
          </a:p>
          <a:p>
            <a:pPr marL="342900" indent="-342900" fontAlgn="t">
              <a:spcBef>
                <a:spcPct val="50000"/>
              </a:spcBef>
              <a:buFont typeface="+mj-ea"/>
              <a:buAutoNum type="circleNumDbPlain" startAt="2"/>
              <a:defRPr/>
            </a:pPr>
            <a:endParaRPr lang="en-US" altLang="ja-JP" dirty="0">
              <a:latin typeface="メイリオ"/>
              <a:ea typeface="メイリオ"/>
              <a:cs typeface="メイリオ"/>
            </a:endParaRPr>
          </a:p>
          <a:p>
            <a:pPr marL="342900" indent="-342900" fontAlgn="t">
              <a:spcBef>
                <a:spcPct val="50000"/>
              </a:spcBef>
              <a:buFont typeface="+mj-ea"/>
              <a:buAutoNum type="circleNumDbPlain" startAt="2"/>
              <a:defRPr/>
            </a:pPr>
            <a:endParaRPr lang="en-US" altLang="ja-JP" dirty="0">
              <a:latin typeface="メイリオ"/>
              <a:ea typeface="メイリオ"/>
              <a:cs typeface="メイリオ"/>
            </a:endParaRPr>
          </a:p>
          <a:p>
            <a:pPr marL="342900" indent="-342900" fontAlgn="t">
              <a:spcBef>
                <a:spcPct val="50000"/>
              </a:spcBef>
              <a:buFont typeface="+mj-ea"/>
              <a:buAutoNum type="circleNumDbPlain" startAt="2"/>
              <a:defRPr/>
            </a:pPr>
            <a:endParaRPr lang="en-US" altLang="ja-JP" dirty="0">
              <a:latin typeface="メイリオ"/>
              <a:ea typeface="メイリオ"/>
              <a:cs typeface="メイリオ"/>
            </a:endParaRPr>
          </a:p>
          <a:p>
            <a:pPr marL="342900" indent="-342900" fontAlgn="t">
              <a:spcBef>
                <a:spcPct val="50000"/>
              </a:spcBef>
              <a:buFont typeface="+mj-ea"/>
              <a:buAutoNum type="circleNumDbPlain" startAt="2"/>
              <a:defRPr/>
            </a:pPr>
            <a:endParaRPr lang="en-US" altLang="ja-JP" dirty="0">
              <a:latin typeface="メイリオ"/>
              <a:ea typeface="メイリオ"/>
              <a:cs typeface="メイリオ"/>
            </a:endParaRPr>
          </a:p>
          <a:p>
            <a:pPr marL="342900" indent="-342900" fontAlgn="t">
              <a:spcBef>
                <a:spcPct val="50000"/>
              </a:spcBef>
              <a:buFont typeface="+mj-ea"/>
              <a:buAutoNum type="circleNumDbPlain" startAt="2"/>
              <a:defRPr/>
            </a:pPr>
            <a:endParaRPr lang="en-US" altLang="ja-JP" dirty="0">
              <a:latin typeface="メイリオ"/>
              <a:ea typeface="メイリオ"/>
              <a:cs typeface="メイリオ"/>
            </a:endParaRPr>
          </a:p>
          <a:p>
            <a:pPr indent="0" fontAlgn="t">
              <a:spcBef>
                <a:spcPct val="50000"/>
              </a:spcBef>
              <a:defRPr/>
            </a:pPr>
            <a:endParaRPr lang="en-US" altLang="ja-JP" dirty="0">
              <a:latin typeface="メイリオ"/>
              <a:ea typeface="メイリオ"/>
              <a:cs typeface="メイリオ"/>
            </a:endParaRPr>
          </a:p>
          <a:p>
            <a:pPr marL="342900" indent="-342900" fontAlgn="t">
              <a:spcBef>
                <a:spcPct val="50000"/>
              </a:spcBef>
              <a:buFont typeface="+mj-ea"/>
              <a:buAutoNum type="circleNumDbPlain" startAt="2"/>
              <a:defRPr/>
            </a:pPr>
            <a:endParaRPr lang="en-US" altLang="ja-JP" dirty="0">
              <a:latin typeface="メイリオ"/>
              <a:ea typeface="メイリオ"/>
              <a:cs typeface="メイリオ"/>
            </a:endParaRPr>
          </a:p>
          <a:p>
            <a:pPr marL="342900" indent="-342900" fontAlgn="t">
              <a:spcBef>
                <a:spcPct val="50000"/>
              </a:spcBef>
              <a:buFont typeface="+mj-ea"/>
              <a:buAutoNum type="circleNumDbPlain" startAt="2"/>
              <a:defRPr/>
            </a:pPr>
            <a:r>
              <a:rPr lang="ja-JP" altLang="en-US" dirty="0">
                <a:latin typeface="メイリオ"/>
                <a:ea typeface="メイリオ"/>
                <a:cs typeface="メイリオ"/>
              </a:rPr>
              <a:t>前ページおよび本ページの結果より、リリース当初は同時セッション数=4（フロント2、管理2）をこなす能力のサーバを導入し、リリース後にレスポンス状況を監視してサーバのスペックアップをしていくことをご提案します。</a:t>
            </a:r>
            <a:endParaRPr lang="en-US" altLang="ja-JP" dirty="0">
              <a:latin typeface="メイリオ"/>
              <a:ea typeface="メイリオ"/>
              <a:cs typeface="メイリオ"/>
            </a:endParaRPr>
          </a:p>
          <a:p>
            <a:pPr marL="342900" indent="-342900" fontAlgn="t">
              <a:spcBef>
                <a:spcPct val="50000"/>
              </a:spcBef>
              <a:buFont typeface="+mj-ea"/>
              <a:buAutoNum type="circleNumDbPlain" startAt="2"/>
              <a:defRPr/>
            </a:pPr>
            <a:r>
              <a:rPr lang="ja-JP" altLang="en-US" dirty="0">
                <a:latin typeface="メイリオ"/>
                <a:ea typeface="メイリオ"/>
                <a:cs typeface="メイリオ"/>
              </a:rPr>
              <a:t>以下にサイジング結果を提示します。</a:t>
            </a:r>
            <a:endParaRPr lang="en-US" altLang="ja-JP" dirty="0">
              <a:latin typeface="メイリオ"/>
              <a:ea typeface="メイリオ"/>
              <a:cs typeface="メイリオ"/>
            </a:endParaRPr>
          </a:p>
        </p:txBody>
      </p:sp>
      <p:graphicFrame>
        <p:nvGraphicFramePr>
          <p:cNvPr id="14" name="表 13">
            <a:extLst>
              <a:ext uri="{FF2B5EF4-FFF2-40B4-BE49-F238E27FC236}">
                <a16:creationId xmlns:a16="http://schemas.microsoft.com/office/drawing/2014/main" id="{6234A989-CA69-7374-93C7-AB3D6547DBF9}"/>
              </a:ext>
            </a:extLst>
          </p:cNvPr>
          <p:cNvGraphicFramePr>
            <a:graphicFrameLocks noGrp="1"/>
          </p:cNvGraphicFramePr>
          <p:nvPr>
            <p:extLst>
              <p:ext uri="{D42A27DB-BD31-4B8C-83A1-F6EECF244321}">
                <p14:modId xmlns:p14="http://schemas.microsoft.com/office/powerpoint/2010/main" val="3387810665"/>
              </p:ext>
            </p:extLst>
          </p:nvPr>
        </p:nvGraphicFramePr>
        <p:xfrm>
          <a:off x="249900" y="1213898"/>
          <a:ext cx="8644203" cy="1986503"/>
        </p:xfrm>
        <a:graphic>
          <a:graphicData uri="http://schemas.openxmlformats.org/drawingml/2006/table">
            <a:tbl>
              <a:tblPr firstRow="1" bandRow="1">
                <a:tableStyleId>{5C22544A-7EE6-4342-B048-85BDC9FD1C3A}</a:tableStyleId>
              </a:tblPr>
              <a:tblGrid>
                <a:gridCol w="907550">
                  <a:extLst>
                    <a:ext uri="{9D8B030D-6E8A-4147-A177-3AD203B41FA5}">
                      <a16:colId xmlns:a16="http://schemas.microsoft.com/office/drawing/2014/main" val="20000"/>
                    </a:ext>
                  </a:extLst>
                </a:gridCol>
                <a:gridCol w="1275587">
                  <a:extLst>
                    <a:ext uri="{9D8B030D-6E8A-4147-A177-3AD203B41FA5}">
                      <a16:colId xmlns:a16="http://schemas.microsoft.com/office/drawing/2014/main" val="52937638"/>
                    </a:ext>
                  </a:extLst>
                </a:gridCol>
                <a:gridCol w="1357588">
                  <a:extLst>
                    <a:ext uri="{9D8B030D-6E8A-4147-A177-3AD203B41FA5}">
                      <a16:colId xmlns:a16="http://schemas.microsoft.com/office/drawing/2014/main" val="378807749"/>
                    </a:ext>
                  </a:extLst>
                </a:gridCol>
                <a:gridCol w="1239141">
                  <a:extLst>
                    <a:ext uri="{9D8B030D-6E8A-4147-A177-3AD203B41FA5}">
                      <a16:colId xmlns:a16="http://schemas.microsoft.com/office/drawing/2014/main" val="3267060346"/>
                    </a:ext>
                  </a:extLst>
                </a:gridCol>
                <a:gridCol w="1239141">
                  <a:extLst>
                    <a:ext uri="{9D8B030D-6E8A-4147-A177-3AD203B41FA5}">
                      <a16:colId xmlns:a16="http://schemas.microsoft.com/office/drawing/2014/main" val="3006168762"/>
                    </a:ext>
                  </a:extLst>
                </a:gridCol>
                <a:gridCol w="1133218">
                  <a:extLst>
                    <a:ext uri="{9D8B030D-6E8A-4147-A177-3AD203B41FA5}">
                      <a16:colId xmlns:a16="http://schemas.microsoft.com/office/drawing/2014/main" val="4160195587"/>
                    </a:ext>
                  </a:extLst>
                </a:gridCol>
                <a:gridCol w="1491978">
                  <a:extLst>
                    <a:ext uri="{9D8B030D-6E8A-4147-A177-3AD203B41FA5}">
                      <a16:colId xmlns:a16="http://schemas.microsoft.com/office/drawing/2014/main" val="3347896428"/>
                    </a:ext>
                  </a:extLst>
                </a:gridCol>
              </a:tblGrid>
              <a:tr h="576727">
                <a:tc>
                  <a:txBody>
                    <a:bodyPr/>
                    <a:lstStyle/>
                    <a:p>
                      <a:pPr algn="ctr"/>
                      <a:r>
                        <a:rPr kumimoji="1" lang="ja-JP" altLang="en-US" sz="1050" dirty="0">
                          <a:latin typeface="メイリオ" panose="020B0604030504040204" pitchFamily="50" charset="-128"/>
                          <a:ea typeface="メイリオ" panose="020B0604030504040204" pitchFamily="50" charset="-128"/>
                        </a:rPr>
                        <a:t>成長</a:t>
                      </a:r>
                      <a:endParaRPr kumimoji="1" lang="en-US" altLang="ja-JP" sz="1050" dirty="0">
                        <a:latin typeface="メイリオ" panose="020B0604030504040204" pitchFamily="50" charset="-128"/>
                        <a:ea typeface="メイリオ" panose="020B0604030504040204" pitchFamily="50" charset="-128"/>
                      </a:endParaRPr>
                    </a:p>
                    <a:p>
                      <a:pPr algn="ctr"/>
                      <a:r>
                        <a:rPr kumimoji="1" lang="ja-JP" altLang="en-US" sz="1050" dirty="0">
                          <a:latin typeface="メイリオ" panose="020B0604030504040204" pitchFamily="50" charset="-128"/>
                          <a:ea typeface="メイリオ" panose="020B0604030504040204" pitchFamily="50" charset="-128"/>
                        </a:rPr>
                        <a:t>倍率</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50" dirty="0">
                          <a:latin typeface="メイリオ" panose="020B0604030504040204" pitchFamily="50" charset="-128"/>
                          <a:ea typeface="メイリオ" panose="020B0604030504040204" pitchFamily="50" charset="-128"/>
                        </a:rPr>
                        <a:t>ピーク月</a:t>
                      </a:r>
                      <a:endParaRPr kumimoji="1" lang="en-US" altLang="ja-JP" sz="1050" dirty="0">
                        <a:latin typeface="メイリオ" panose="020B0604030504040204" pitchFamily="50" charset="-128"/>
                        <a:ea typeface="メイリオ" panose="020B0604030504040204" pitchFamily="50" charset="-128"/>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50" dirty="0">
                          <a:latin typeface="メイリオ" panose="020B0604030504040204" pitchFamily="50" charset="-128"/>
                          <a:ea typeface="メイリオ" panose="020B0604030504040204" pitchFamily="50" charset="-128"/>
                        </a:rPr>
                        <a:t>(件/月)</a:t>
                      </a:r>
                      <a:endParaRPr kumimoji="1" lang="en-US" altLang="ja-JP" sz="1050" dirty="0">
                        <a:latin typeface="メイリオ" panose="020B0604030504040204" pitchFamily="50" charset="-128"/>
                        <a:ea typeface="メイリオ" panose="020B0604030504040204" pitchFamily="50" charset="-128"/>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50" dirty="0">
                          <a:latin typeface="メイリオ" panose="020B0604030504040204" pitchFamily="50" charset="-128"/>
                          <a:ea typeface="メイリオ" panose="020B0604030504040204" pitchFamily="50" charset="-128"/>
                        </a:rPr>
                        <a:t>日平均</a:t>
                      </a:r>
                      <a:endParaRPr kumimoji="1" lang="en-US" altLang="ja-JP" sz="1050" dirty="0">
                        <a:latin typeface="メイリオ" panose="020B0604030504040204" pitchFamily="50" charset="-128"/>
                        <a:ea typeface="メイリオ" panose="020B0604030504040204" pitchFamily="50" charset="-128"/>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50" dirty="0">
                          <a:latin typeface="メイリオ" panose="020B0604030504040204" pitchFamily="50" charset="-128"/>
                          <a:ea typeface="メイリオ" panose="020B0604030504040204" pitchFamily="50" charset="-128"/>
                        </a:rPr>
                        <a:t>(件/日)</a:t>
                      </a:r>
                      <a:endParaRPr kumimoji="1" lang="en-US" altLang="ja-JP" sz="1050" dirty="0">
                        <a:latin typeface="メイリオ" panose="020B0604030504040204" pitchFamily="50" charset="-128"/>
                        <a:ea typeface="メイリオ" panose="020B0604030504040204" pitchFamily="50" charset="-128"/>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50" dirty="0">
                          <a:latin typeface="メイリオ" panose="020B0604030504040204" pitchFamily="50" charset="-128"/>
                          <a:ea typeface="メイリオ" panose="020B0604030504040204" pitchFamily="50" charset="-128"/>
                        </a:rPr>
                        <a:t>※30日/月換算</a:t>
                      </a:r>
                      <a:endParaRPr kumimoji="1" lang="en-US" altLang="ja-JP" sz="1050" dirty="0">
                        <a:latin typeface="メイリオ" panose="020B0604030504040204" pitchFamily="50" charset="-128"/>
                        <a:ea typeface="メイリオ" panose="020B0604030504040204" pitchFamily="50" charset="-128"/>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50" dirty="0">
                          <a:latin typeface="メイリオ" panose="020B0604030504040204" pitchFamily="50" charset="-128"/>
                          <a:ea typeface="メイリオ" panose="020B0604030504040204" pitchFamily="50" charset="-128"/>
                        </a:rPr>
                        <a:t>時間平均</a:t>
                      </a:r>
                      <a:endParaRPr kumimoji="1" lang="en-US" altLang="ja-JP" sz="1050" dirty="0">
                        <a:latin typeface="メイリオ" panose="020B0604030504040204" pitchFamily="50" charset="-128"/>
                        <a:ea typeface="メイリオ" panose="020B0604030504040204" pitchFamily="50" charset="-128"/>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50" dirty="0">
                          <a:latin typeface="メイリオ" panose="020B0604030504040204" pitchFamily="50" charset="-128"/>
                          <a:ea typeface="メイリオ" panose="020B0604030504040204" pitchFamily="50" charset="-128"/>
                        </a:rPr>
                        <a:t>(件/時)</a:t>
                      </a:r>
                      <a:endParaRPr kumimoji="1" lang="en-US" altLang="ja-JP" sz="1050" dirty="0">
                        <a:latin typeface="メイリオ" panose="020B0604030504040204" pitchFamily="50" charset="-128"/>
                        <a:ea typeface="メイリオ" panose="020B0604030504040204" pitchFamily="50" charset="-128"/>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50" dirty="0">
                          <a:latin typeface="メイリオ" panose="020B0604030504040204" pitchFamily="50" charset="-128"/>
                          <a:ea typeface="メイリオ" panose="020B0604030504040204" pitchFamily="50" charset="-128"/>
                        </a:rPr>
                        <a:t>※8時間/日換算</a:t>
                      </a:r>
                      <a:endParaRPr kumimoji="1" lang="en-US" altLang="ja-JP" sz="1050" dirty="0">
                        <a:latin typeface="メイリオ" panose="020B0604030504040204" pitchFamily="50" charset="-128"/>
                        <a:ea typeface="メイリオ" panose="020B0604030504040204" pitchFamily="50" charset="-128"/>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50" dirty="0">
                          <a:latin typeface="メイリオ" panose="020B0604030504040204" pitchFamily="50" charset="-128"/>
                          <a:ea typeface="メイリオ" panose="020B0604030504040204" pitchFamily="50" charset="-128"/>
                        </a:rPr>
                        <a:t>分平均</a:t>
                      </a:r>
                      <a:endParaRPr kumimoji="1" lang="en-US" altLang="ja-JP" sz="1050" dirty="0">
                        <a:latin typeface="メイリオ" panose="020B0604030504040204" pitchFamily="50" charset="-128"/>
                        <a:ea typeface="メイリオ" panose="020B0604030504040204" pitchFamily="50" charset="-128"/>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50" dirty="0">
                          <a:latin typeface="メイリオ" panose="020B0604030504040204" pitchFamily="50" charset="-128"/>
                          <a:ea typeface="メイリオ" panose="020B0604030504040204" pitchFamily="50" charset="-128"/>
                        </a:rPr>
                        <a:t>(</a:t>
                      </a:r>
                      <a:r>
                        <a:rPr kumimoji="1" lang="ja-JP" altLang="en-US" sz="1050" dirty="0">
                          <a:latin typeface="メイリオ" panose="020B0604030504040204" pitchFamily="50" charset="-128"/>
                          <a:ea typeface="メイリオ" panose="020B0604030504040204" pitchFamily="50" charset="-128"/>
                        </a:rPr>
                        <a:t>件</a:t>
                      </a:r>
                      <a:r>
                        <a:rPr kumimoji="1" lang="en-US" altLang="ja-JP" sz="1050" dirty="0">
                          <a:latin typeface="メイリオ" panose="020B0604030504040204" pitchFamily="50" charset="-128"/>
                          <a:ea typeface="メイリオ" panose="020B0604030504040204" pitchFamily="50" charset="-128"/>
                        </a:rPr>
                        <a:t>/</a:t>
                      </a:r>
                      <a:r>
                        <a:rPr kumimoji="1" lang="ja-JP" altLang="en-US" sz="1050" dirty="0">
                          <a:latin typeface="メイリオ" panose="020B0604030504040204" pitchFamily="50" charset="-128"/>
                          <a:ea typeface="メイリオ" panose="020B0604030504040204" pitchFamily="50" charset="-128"/>
                        </a:rPr>
                        <a:t>分</a:t>
                      </a:r>
                      <a:r>
                        <a:rPr kumimoji="1" lang="en-US" altLang="ja-JP" sz="1050" dirty="0">
                          <a:latin typeface="メイリオ" panose="020B0604030504040204" pitchFamily="50" charset="-128"/>
                          <a:ea typeface="メイリオ" panose="020B0604030504040204" pitchFamily="50" charset="-128"/>
                        </a:rPr>
                        <a:t>)</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50" dirty="0">
                          <a:latin typeface="メイリオ" panose="020B0604030504040204" pitchFamily="50" charset="-128"/>
                          <a:ea typeface="メイリオ" panose="020B0604030504040204" pitchFamily="50" charset="-128"/>
                        </a:rPr>
                        <a:t>同時アクセス</a:t>
                      </a:r>
                      <a:endParaRPr kumimoji="1" lang="en-US" altLang="ja-JP" sz="1050" dirty="0">
                        <a:latin typeface="メイリオ" panose="020B0604030504040204" pitchFamily="50" charset="-128"/>
                        <a:ea typeface="メイリオ" panose="020B0604030504040204" pitchFamily="50" charset="-128"/>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50" dirty="0">
                          <a:latin typeface="メイリオ" panose="020B0604030504040204" pitchFamily="50" charset="-128"/>
                          <a:ea typeface="メイリオ" panose="020B0604030504040204" pitchFamily="50" charset="-128"/>
                        </a:rPr>
                        <a:t>(</a:t>
                      </a:r>
                      <a:r>
                        <a:rPr kumimoji="1" lang="ja-JP" altLang="en-US" sz="1050" dirty="0">
                          <a:latin typeface="メイリオ" panose="020B0604030504040204" pitchFamily="50" charset="-128"/>
                          <a:ea typeface="メイリオ" panose="020B0604030504040204" pitchFamily="50" charset="-128"/>
                        </a:rPr>
                        <a:t>閲覧人数</a:t>
                      </a:r>
                      <a:r>
                        <a:rPr kumimoji="1" lang="en-US" altLang="ja-JP" sz="1050" dirty="0">
                          <a:latin typeface="メイリオ" panose="020B0604030504040204" pitchFamily="50" charset="-128"/>
                          <a:ea typeface="メイリオ" panose="020B0604030504040204" pitchFamily="50" charset="-128"/>
                        </a:rPr>
                        <a:t>)</a:t>
                      </a:r>
                      <a:endParaRPr kumimoji="1" lang="ja-JP" altLang="en-US" sz="1050" dirty="0">
                        <a:latin typeface="メイリオ" panose="020B0604030504040204" pitchFamily="50" charset="-128"/>
                        <a:ea typeface="メイリオ" panose="020B0604030504040204" pitchFamily="50" charset="-128"/>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50" dirty="0">
                          <a:latin typeface="メイリオ" panose="020B0604030504040204" pitchFamily="50" charset="-128"/>
                          <a:ea typeface="メイリオ" panose="020B0604030504040204" pitchFamily="50" charset="-128"/>
                        </a:rPr>
                        <a:t>同時セッション</a:t>
                      </a:r>
                      <a:endParaRPr kumimoji="1" lang="en-US" altLang="ja-JP" sz="1050" dirty="0">
                        <a:latin typeface="メイリオ" panose="020B0604030504040204" pitchFamily="50" charset="-128"/>
                        <a:ea typeface="メイリオ" panose="020B0604030504040204" pitchFamily="50" charset="-128"/>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50" dirty="0">
                          <a:latin typeface="メイリオ" panose="020B0604030504040204" pitchFamily="50" charset="-128"/>
                          <a:ea typeface="メイリオ" panose="020B0604030504040204" pitchFamily="50" charset="-128"/>
                        </a:rPr>
                        <a:t>(</a:t>
                      </a:r>
                      <a:r>
                        <a:rPr kumimoji="1" lang="ja-JP" altLang="en-US" sz="1050" dirty="0">
                          <a:latin typeface="メイリオ" panose="020B0604030504040204" pitchFamily="50" charset="-128"/>
                          <a:ea typeface="メイリオ" panose="020B0604030504040204" pitchFamily="50" charset="-128"/>
                        </a:rPr>
                        <a:t>同時処理</a:t>
                      </a:r>
                      <a:r>
                        <a:rPr kumimoji="1" lang="en-US" altLang="ja-JP" sz="1050" dirty="0">
                          <a:latin typeface="メイリオ" panose="020B0604030504040204" pitchFamily="50" charset="-128"/>
                          <a:ea typeface="メイリオ" panose="020B0604030504040204" pitchFamily="50" charset="-128"/>
                        </a:rPr>
                        <a:t>)</a:t>
                      </a:r>
                      <a:endParaRPr kumimoji="1" lang="ja-JP" altLang="en-US" sz="1050" dirty="0">
                        <a:latin typeface="メイリオ" panose="020B0604030504040204" pitchFamily="50" charset="-128"/>
                        <a:ea typeface="メイリオ" panose="020B0604030504040204" pitchFamily="50" charset="-128"/>
                      </a:endParaRPr>
                    </a:p>
                  </a:txBody>
                  <a:tcPr/>
                </a:tc>
                <a:extLst>
                  <a:ext uri="{0D108BD9-81ED-4DB2-BD59-A6C34878D82A}">
                    <a16:rowId xmlns:a16="http://schemas.microsoft.com/office/drawing/2014/main" val="10000"/>
                  </a:ext>
                </a:extLst>
              </a:tr>
              <a:tr h="35244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50" dirty="0">
                          <a:latin typeface="メイリオ" panose="020B0604030504040204" pitchFamily="50" charset="-128"/>
                          <a:ea typeface="メイリオ" panose="020B0604030504040204" pitchFamily="50" charset="-128"/>
                        </a:rPr>
                        <a:t>現状</a:t>
                      </a:r>
                    </a:p>
                  </a:txBody>
                  <a:tcPr anchor="ctr"/>
                </a:tc>
                <a:tc>
                  <a:txBody>
                    <a:bodyPr/>
                    <a:lstStyle/>
                    <a:p>
                      <a:pPr algn="r"/>
                      <a:r>
                        <a:rPr lang="en-US" altLang="ja-JP" sz="1050" dirty="0">
                          <a:solidFill>
                            <a:schemeClr val="tx1"/>
                          </a:solidFill>
                          <a:latin typeface="メイリオ" panose="020B0604030504040204" pitchFamily="50" charset="-128"/>
                          <a:ea typeface="メイリオ" panose="020B0604030504040204" pitchFamily="50" charset="-128"/>
                        </a:rPr>
                        <a:t>29,232</a:t>
                      </a:r>
                      <a:endParaRPr lang="ja-JP" altLang="en-US" sz="1050" dirty="0">
                        <a:solidFill>
                          <a:schemeClr val="tx1"/>
                        </a:solidFill>
                        <a:latin typeface="メイリオ" panose="020B0604030504040204" pitchFamily="50" charset="-128"/>
                        <a:ea typeface="メイリオ" panose="020B0604030504040204" pitchFamily="50" charset="-128"/>
                      </a:endParaRPr>
                    </a:p>
                  </a:txBody>
                  <a:tcPr anchor="ct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050" dirty="0">
                          <a:solidFill>
                            <a:schemeClr val="tx1"/>
                          </a:solidFill>
                          <a:latin typeface="メイリオ" panose="020B0604030504040204" pitchFamily="50" charset="-128"/>
                          <a:ea typeface="メイリオ" panose="020B0604030504040204" pitchFamily="50" charset="-128"/>
                        </a:rPr>
                        <a:t>974</a:t>
                      </a:r>
                      <a:endParaRPr lang="ja-JP" altLang="en-US" sz="1050" dirty="0">
                        <a:solidFill>
                          <a:schemeClr val="tx1"/>
                        </a:solidFill>
                        <a:latin typeface="メイリオ" panose="020B0604030504040204" pitchFamily="50" charset="-128"/>
                        <a:ea typeface="メイリオ" panose="020B0604030504040204" pitchFamily="50" charset="-128"/>
                      </a:endParaRPr>
                    </a:p>
                  </a:txBody>
                  <a:tcPr anchor="ct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050" b="0" dirty="0">
                          <a:solidFill>
                            <a:schemeClr val="tx1"/>
                          </a:solidFill>
                          <a:latin typeface="メイリオ" panose="020B0604030504040204" pitchFamily="50" charset="-128"/>
                          <a:ea typeface="メイリオ" panose="020B0604030504040204" pitchFamily="50" charset="-128"/>
                        </a:rPr>
                        <a:t>122</a:t>
                      </a:r>
                      <a:endParaRPr lang="ja-JP" altLang="en-US" sz="1050" b="0" dirty="0">
                        <a:solidFill>
                          <a:schemeClr val="tx1"/>
                        </a:solidFill>
                        <a:latin typeface="メイリオ" panose="020B0604030504040204" pitchFamily="50" charset="-128"/>
                        <a:ea typeface="メイリオ" panose="020B0604030504040204" pitchFamily="50" charset="-128"/>
                      </a:endParaRPr>
                    </a:p>
                  </a:txBody>
                  <a:tcPr anchor="ct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altLang="ja-JP" sz="1050" b="0" dirty="0">
                          <a:solidFill>
                            <a:schemeClr val="tx1"/>
                          </a:solidFill>
                          <a:latin typeface="メイリオ" panose="020B0604030504040204" pitchFamily="50" charset="-128"/>
                          <a:ea typeface="メイリオ" panose="020B0604030504040204" pitchFamily="50" charset="-128"/>
                        </a:rPr>
                        <a:t>2.0</a:t>
                      </a:r>
                      <a:endParaRPr lang="ja-JP" altLang="en-US" sz="1050" b="0" dirty="0">
                        <a:solidFill>
                          <a:schemeClr val="tx1"/>
                        </a:solidFill>
                        <a:latin typeface="メイリオ" panose="020B0604030504040204" pitchFamily="50" charset="-128"/>
                        <a:ea typeface="メイリオ" panose="020B0604030504040204" pitchFamily="50" charset="-128"/>
                      </a:endParaRPr>
                    </a:p>
                  </a:txBody>
                  <a:tcPr anchor="ctr"/>
                </a:tc>
                <a:tc>
                  <a:txBody>
                    <a:bodyPr/>
                    <a:lstStyle/>
                    <a:p>
                      <a:pPr algn="r"/>
                      <a:r>
                        <a:rPr kumimoji="1" lang="en-US" altLang="ja-JP" sz="1050" dirty="0">
                          <a:solidFill>
                            <a:schemeClr val="tx1"/>
                          </a:solidFill>
                          <a:latin typeface="メイリオ" panose="020B0604030504040204" pitchFamily="50" charset="-128"/>
                          <a:ea typeface="メイリオ" panose="020B0604030504040204" pitchFamily="50" charset="-128"/>
                        </a:rPr>
                        <a:t>21</a:t>
                      </a:r>
                    </a:p>
                  </a:txBody>
                  <a:tcPr anchor="ctr"/>
                </a:tc>
                <a:tc>
                  <a:txBody>
                    <a:bodyPr/>
                    <a:lstStyle/>
                    <a:p>
                      <a:pPr algn="r"/>
                      <a:r>
                        <a:rPr kumimoji="1" lang="en-US" altLang="ja-JP" sz="1050" dirty="0">
                          <a:solidFill>
                            <a:schemeClr val="tx1"/>
                          </a:solidFill>
                          <a:latin typeface="メイリオ" panose="020B0604030504040204" pitchFamily="50" charset="-128"/>
                          <a:ea typeface="メイリオ" panose="020B0604030504040204" pitchFamily="50" charset="-128"/>
                        </a:rPr>
                        <a:t>0.105</a:t>
                      </a:r>
                    </a:p>
                  </a:txBody>
                  <a:tcPr anchor="ctr"/>
                </a:tc>
                <a:extLst>
                  <a:ext uri="{0D108BD9-81ED-4DB2-BD59-A6C34878D82A}">
                    <a16:rowId xmlns:a16="http://schemas.microsoft.com/office/drawing/2014/main" val="3640123824"/>
                  </a:ext>
                </a:extLst>
              </a:tr>
              <a:tr h="35244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050" dirty="0">
                          <a:latin typeface="メイリオ" panose="020B0604030504040204" pitchFamily="50" charset="-128"/>
                          <a:ea typeface="メイリオ" panose="020B0604030504040204" pitchFamily="50" charset="-128"/>
                        </a:rPr>
                        <a:t>1.2</a:t>
                      </a:r>
                      <a:r>
                        <a:rPr kumimoji="1" lang="ja-JP" altLang="en-US" sz="1050" dirty="0">
                          <a:latin typeface="メイリオ" panose="020B0604030504040204" pitchFamily="50" charset="-128"/>
                          <a:ea typeface="メイリオ" panose="020B0604030504040204" pitchFamily="50" charset="-128"/>
                        </a:rPr>
                        <a:t>倍</a:t>
                      </a:r>
                    </a:p>
                  </a:txBody>
                  <a:tcPr anchor="ctr"/>
                </a:tc>
                <a:tc>
                  <a:txBody>
                    <a:bodyPr/>
                    <a:lstStyle/>
                    <a:p>
                      <a:pPr algn="r"/>
                      <a:r>
                        <a:rPr lang="en-US" altLang="ja-JP" sz="1050" dirty="0">
                          <a:solidFill>
                            <a:schemeClr val="tx1"/>
                          </a:solidFill>
                          <a:latin typeface="メイリオ" panose="020B0604030504040204" pitchFamily="50" charset="-128"/>
                          <a:ea typeface="メイリオ" panose="020B0604030504040204" pitchFamily="50" charset="-128"/>
                        </a:rPr>
                        <a:t>35,078</a:t>
                      </a:r>
                      <a:endParaRPr lang="ja-JP" altLang="en-US" sz="1050" dirty="0">
                        <a:solidFill>
                          <a:schemeClr val="tx1"/>
                        </a:solidFill>
                        <a:latin typeface="メイリオ" panose="020B0604030504040204" pitchFamily="50" charset="-128"/>
                        <a:ea typeface="メイリオ" panose="020B0604030504040204" pitchFamily="50" charset="-128"/>
                      </a:endParaRPr>
                    </a:p>
                  </a:txBody>
                  <a:tcPr anchor="ct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050" dirty="0">
                          <a:solidFill>
                            <a:schemeClr val="tx1"/>
                          </a:solidFill>
                          <a:latin typeface="メイリオ" panose="020B0604030504040204" pitchFamily="50" charset="-128"/>
                          <a:ea typeface="メイリオ" panose="020B0604030504040204" pitchFamily="50" charset="-128"/>
                        </a:rPr>
                        <a:t>1,169</a:t>
                      </a:r>
                      <a:endParaRPr lang="ja-JP" altLang="en-US" sz="1050" dirty="0">
                        <a:solidFill>
                          <a:schemeClr val="tx1"/>
                        </a:solidFill>
                        <a:latin typeface="メイリオ" panose="020B0604030504040204" pitchFamily="50" charset="-128"/>
                        <a:ea typeface="メイリオ" panose="020B0604030504040204" pitchFamily="50" charset="-128"/>
                      </a:endParaRPr>
                    </a:p>
                  </a:txBody>
                  <a:tcPr anchor="ct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050" b="0" dirty="0">
                          <a:solidFill>
                            <a:schemeClr val="tx1"/>
                          </a:solidFill>
                          <a:latin typeface="メイリオ" panose="020B0604030504040204" pitchFamily="50" charset="-128"/>
                          <a:ea typeface="メイリオ" panose="020B0604030504040204" pitchFamily="50" charset="-128"/>
                        </a:rPr>
                        <a:t>146</a:t>
                      </a:r>
                      <a:endParaRPr lang="ja-JP" altLang="en-US" sz="1050" b="0" dirty="0">
                        <a:solidFill>
                          <a:schemeClr val="tx1"/>
                        </a:solidFill>
                        <a:latin typeface="メイリオ" panose="020B0604030504040204" pitchFamily="50" charset="-128"/>
                        <a:ea typeface="メイリオ" panose="020B0604030504040204" pitchFamily="50" charset="-128"/>
                      </a:endParaRPr>
                    </a:p>
                  </a:txBody>
                  <a:tcPr anchor="ct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altLang="ja-JP" sz="1050" b="0" dirty="0">
                          <a:solidFill>
                            <a:schemeClr val="tx1"/>
                          </a:solidFill>
                          <a:latin typeface="メイリオ" panose="020B0604030504040204" pitchFamily="50" charset="-128"/>
                          <a:ea typeface="メイリオ" panose="020B0604030504040204" pitchFamily="50" charset="-128"/>
                        </a:rPr>
                        <a:t>2.4</a:t>
                      </a:r>
                      <a:endParaRPr lang="ja-JP" altLang="en-US" sz="1050" b="0" dirty="0">
                        <a:solidFill>
                          <a:schemeClr val="tx1"/>
                        </a:solidFill>
                        <a:latin typeface="メイリオ" panose="020B0604030504040204" pitchFamily="50" charset="-128"/>
                        <a:ea typeface="メイリオ" panose="020B0604030504040204" pitchFamily="50" charset="-128"/>
                      </a:endParaRPr>
                    </a:p>
                  </a:txBody>
                  <a:tcPr anchor="ctr"/>
                </a:tc>
                <a:tc>
                  <a:txBody>
                    <a:bodyPr/>
                    <a:lstStyle/>
                    <a:p>
                      <a:pPr algn="r"/>
                      <a:r>
                        <a:rPr kumimoji="1" lang="en-US" altLang="ja-JP" sz="1050" dirty="0">
                          <a:solidFill>
                            <a:schemeClr val="tx1"/>
                          </a:solidFill>
                          <a:latin typeface="メイリオ" panose="020B0604030504040204" pitchFamily="50" charset="-128"/>
                          <a:ea typeface="メイリオ" panose="020B0604030504040204" pitchFamily="50" charset="-128"/>
                        </a:rPr>
                        <a:t>25</a:t>
                      </a:r>
                    </a:p>
                  </a:txBody>
                  <a:tcPr anchor="ctr"/>
                </a:tc>
                <a:tc>
                  <a:txBody>
                    <a:bodyPr/>
                    <a:lstStyle/>
                    <a:p>
                      <a:pPr algn="r"/>
                      <a:r>
                        <a:rPr kumimoji="1" lang="en-US" altLang="ja-JP" sz="1050" dirty="0">
                          <a:solidFill>
                            <a:schemeClr val="tx1"/>
                          </a:solidFill>
                          <a:latin typeface="メイリオ" panose="020B0604030504040204" pitchFamily="50" charset="-128"/>
                          <a:ea typeface="メイリオ" panose="020B0604030504040204" pitchFamily="50" charset="-128"/>
                        </a:rPr>
                        <a:t>0.125</a:t>
                      </a:r>
                    </a:p>
                  </a:txBody>
                  <a:tcPr anchor="ctr"/>
                </a:tc>
                <a:extLst>
                  <a:ext uri="{0D108BD9-81ED-4DB2-BD59-A6C34878D82A}">
                    <a16:rowId xmlns:a16="http://schemas.microsoft.com/office/drawing/2014/main" val="10001"/>
                  </a:ext>
                </a:extLst>
              </a:tr>
              <a:tr h="35244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050" dirty="0">
                          <a:latin typeface="メイリオ" panose="020B0604030504040204" pitchFamily="50" charset="-128"/>
                          <a:ea typeface="メイリオ" panose="020B0604030504040204" pitchFamily="50" charset="-128"/>
                        </a:rPr>
                        <a:t>1.5</a:t>
                      </a:r>
                      <a:r>
                        <a:rPr kumimoji="1" lang="ja-JP" altLang="en-US" sz="1050" dirty="0">
                          <a:latin typeface="メイリオ" panose="020B0604030504040204" pitchFamily="50" charset="-128"/>
                          <a:ea typeface="メイリオ" panose="020B0604030504040204" pitchFamily="50" charset="-128"/>
                        </a:rPr>
                        <a:t>倍</a:t>
                      </a:r>
                    </a:p>
                  </a:txBody>
                  <a:tcPr anchor="ctr"/>
                </a:tc>
                <a:tc>
                  <a:txBody>
                    <a:bodyPr/>
                    <a:lstStyle/>
                    <a:p>
                      <a:pPr algn="r"/>
                      <a:r>
                        <a:rPr lang="en-US" altLang="ja-JP" sz="1050" dirty="0">
                          <a:solidFill>
                            <a:schemeClr val="tx1"/>
                          </a:solidFill>
                          <a:latin typeface="メイリオ" panose="020B0604030504040204" pitchFamily="50" charset="-128"/>
                          <a:ea typeface="メイリオ" panose="020B0604030504040204" pitchFamily="50" charset="-128"/>
                        </a:rPr>
                        <a:t>43,848</a:t>
                      </a:r>
                      <a:endParaRPr lang="ja-JP" altLang="en-US" sz="1050" dirty="0">
                        <a:solidFill>
                          <a:schemeClr val="tx1"/>
                        </a:solidFill>
                        <a:latin typeface="メイリオ" panose="020B0604030504040204" pitchFamily="50" charset="-128"/>
                        <a:ea typeface="メイリオ" panose="020B0604030504040204" pitchFamily="50" charset="-128"/>
                      </a:endParaRPr>
                    </a:p>
                  </a:txBody>
                  <a:tcPr anchor="ct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050" dirty="0">
                          <a:solidFill>
                            <a:schemeClr val="tx1"/>
                          </a:solidFill>
                          <a:latin typeface="メイリオ" panose="020B0604030504040204" pitchFamily="50" charset="-128"/>
                          <a:ea typeface="メイリオ" panose="020B0604030504040204" pitchFamily="50" charset="-128"/>
                        </a:rPr>
                        <a:t>1,462</a:t>
                      </a:r>
                      <a:endParaRPr lang="ja-JP" altLang="en-US" sz="1050" dirty="0">
                        <a:solidFill>
                          <a:schemeClr val="tx1"/>
                        </a:solidFill>
                        <a:latin typeface="メイリオ" panose="020B0604030504040204" pitchFamily="50" charset="-128"/>
                        <a:ea typeface="メイリオ" panose="020B0604030504040204" pitchFamily="50" charset="-128"/>
                      </a:endParaRPr>
                    </a:p>
                  </a:txBody>
                  <a:tcPr anchor="ct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050" b="0" dirty="0">
                          <a:solidFill>
                            <a:schemeClr val="tx1"/>
                          </a:solidFill>
                          <a:latin typeface="メイリオ" panose="020B0604030504040204" pitchFamily="50" charset="-128"/>
                          <a:ea typeface="メイリオ" panose="020B0604030504040204" pitchFamily="50" charset="-128"/>
                        </a:rPr>
                        <a:t>183</a:t>
                      </a:r>
                      <a:endParaRPr lang="ja-JP" altLang="en-US" sz="1050" b="0" dirty="0">
                        <a:solidFill>
                          <a:schemeClr val="tx1"/>
                        </a:solidFill>
                        <a:latin typeface="メイリオ" panose="020B0604030504040204" pitchFamily="50" charset="-128"/>
                        <a:ea typeface="メイリオ" panose="020B0604030504040204" pitchFamily="50" charset="-128"/>
                      </a:endParaRPr>
                    </a:p>
                  </a:txBody>
                  <a:tcPr anchor="ct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altLang="ja-JP" sz="1050" b="0" dirty="0">
                          <a:solidFill>
                            <a:schemeClr val="tx1"/>
                          </a:solidFill>
                          <a:latin typeface="メイリオ" panose="020B0604030504040204" pitchFamily="50" charset="-128"/>
                          <a:ea typeface="メイリオ" panose="020B0604030504040204" pitchFamily="50" charset="-128"/>
                        </a:rPr>
                        <a:t>3.0</a:t>
                      </a:r>
                      <a:endParaRPr lang="ja-JP" altLang="en-US" sz="1050" b="0" dirty="0">
                        <a:solidFill>
                          <a:schemeClr val="tx1"/>
                        </a:solidFill>
                        <a:latin typeface="メイリオ" panose="020B0604030504040204" pitchFamily="50" charset="-128"/>
                        <a:ea typeface="メイリオ" panose="020B0604030504040204" pitchFamily="50" charset="-128"/>
                      </a:endParaRPr>
                    </a:p>
                  </a:txBody>
                  <a:tcPr anchor="ctr"/>
                </a:tc>
                <a:tc>
                  <a:txBody>
                    <a:bodyPr/>
                    <a:lstStyle/>
                    <a:p>
                      <a:pPr algn="r"/>
                      <a:r>
                        <a:rPr kumimoji="1" lang="en-US" altLang="ja-JP" sz="1050" dirty="0">
                          <a:solidFill>
                            <a:schemeClr val="tx1"/>
                          </a:solidFill>
                          <a:latin typeface="メイリオ" panose="020B0604030504040204" pitchFamily="50" charset="-128"/>
                          <a:ea typeface="メイリオ" panose="020B0604030504040204" pitchFamily="50" charset="-128"/>
                        </a:rPr>
                        <a:t>31</a:t>
                      </a:r>
                    </a:p>
                  </a:txBody>
                  <a:tcPr anchor="ctr"/>
                </a:tc>
                <a:tc>
                  <a:txBody>
                    <a:bodyPr/>
                    <a:lstStyle/>
                    <a:p>
                      <a:pPr algn="r"/>
                      <a:r>
                        <a:rPr kumimoji="1" lang="en-US" altLang="ja-JP" sz="1050" dirty="0">
                          <a:solidFill>
                            <a:schemeClr val="tx1"/>
                          </a:solidFill>
                          <a:latin typeface="メイリオ" panose="020B0604030504040204" pitchFamily="50" charset="-128"/>
                          <a:ea typeface="メイリオ" panose="020B0604030504040204" pitchFamily="50" charset="-128"/>
                        </a:rPr>
                        <a:t>0.155</a:t>
                      </a:r>
                    </a:p>
                  </a:txBody>
                  <a:tcPr anchor="ctr"/>
                </a:tc>
                <a:extLst>
                  <a:ext uri="{0D108BD9-81ED-4DB2-BD59-A6C34878D82A}">
                    <a16:rowId xmlns:a16="http://schemas.microsoft.com/office/drawing/2014/main" val="2226395339"/>
                  </a:ext>
                </a:extLst>
              </a:tr>
              <a:tr h="352444">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ja-JP" sz="1050" dirty="0">
                          <a:solidFill>
                            <a:schemeClr val="tx1"/>
                          </a:solidFill>
                          <a:latin typeface="メイリオ" panose="020B0604030504040204" pitchFamily="50" charset="-128"/>
                          <a:ea typeface="メイリオ" panose="020B0604030504040204" pitchFamily="50" charset="-128"/>
                        </a:rPr>
                        <a:t>2</a:t>
                      </a:r>
                      <a:r>
                        <a:rPr lang="ja-JP" altLang="en-US" sz="1050" dirty="0">
                          <a:solidFill>
                            <a:schemeClr val="tx1"/>
                          </a:solidFill>
                          <a:latin typeface="メイリオ" panose="020B0604030504040204" pitchFamily="50" charset="-128"/>
                          <a:ea typeface="メイリオ" panose="020B0604030504040204" pitchFamily="50" charset="-128"/>
                        </a:rPr>
                        <a:t>倍</a:t>
                      </a:r>
                    </a:p>
                  </a:txBody>
                  <a:tcPr anchor="ctr"/>
                </a:tc>
                <a:tc>
                  <a:txBody>
                    <a:bodyPr/>
                    <a:lstStyle/>
                    <a:p>
                      <a:pPr algn="r"/>
                      <a:r>
                        <a:rPr lang="en-US" altLang="ja-JP" sz="1050" dirty="0">
                          <a:solidFill>
                            <a:schemeClr val="tx1"/>
                          </a:solidFill>
                          <a:latin typeface="メイリオ" panose="020B0604030504040204" pitchFamily="50" charset="-128"/>
                          <a:ea typeface="メイリオ" panose="020B0604030504040204" pitchFamily="50" charset="-128"/>
                        </a:rPr>
                        <a:t>58,464</a:t>
                      </a:r>
                      <a:endParaRPr lang="ja-JP" altLang="en-US" sz="1050" dirty="0">
                        <a:solidFill>
                          <a:schemeClr val="tx1"/>
                        </a:solidFill>
                        <a:latin typeface="メイリオ" panose="020B0604030504040204" pitchFamily="50" charset="-128"/>
                        <a:ea typeface="メイリオ" panose="020B0604030504040204" pitchFamily="50" charset="-128"/>
                      </a:endParaRPr>
                    </a:p>
                  </a:txBody>
                  <a:tcPr anchor="ct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050" dirty="0">
                          <a:solidFill>
                            <a:schemeClr val="tx1"/>
                          </a:solidFill>
                          <a:latin typeface="メイリオ" panose="020B0604030504040204" pitchFamily="50" charset="-128"/>
                          <a:ea typeface="メイリオ" panose="020B0604030504040204" pitchFamily="50" charset="-128"/>
                        </a:rPr>
                        <a:t>1,949</a:t>
                      </a:r>
                      <a:endParaRPr lang="ja-JP" altLang="en-US" sz="1050" dirty="0">
                        <a:solidFill>
                          <a:schemeClr val="tx1"/>
                        </a:solidFill>
                        <a:latin typeface="メイリオ" panose="020B0604030504040204" pitchFamily="50" charset="-128"/>
                        <a:ea typeface="メイリオ" panose="020B0604030504040204" pitchFamily="50" charset="-128"/>
                      </a:endParaRPr>
                    </a:p>
                  </a:txBody>
                  <a:tcPr anchor="ct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050" b="0" dirty="0">
                          <a:solidFill>
                            <a:schemeClr val="tx1"/>
                          </a:solidFill>
                          <a:latin typeface="メイリオ" panose="020B0604030504040204" pitchFamily="50" charset="-128"/>
                          <a:ea typeface="メイリオ" panose="020B0604030504040204" pitchFamily="50" charset="-128"/>
                        </a:rPr>
                        <a:t>244</a:t>
                      </a:r>
                      <a:endParaRPr lang="ja-JP" altLang="en-US" sz="1050" b="0" dirty="0">
                        <a:solidFill>
                          <a:schemeClr val="tx1"/>
                        </a:solidFill>
                        <a:latin typeface="メイリオ" panose="020B0604030504040204" pitchFamily="50" charset="-128"/>
                        <a:ea typeface="メイリオ" panose="020B0604030504040204" pitchFamily="50" charset="-128"/>
                      </a:endParaRPr>
                    </a:p>
                  </a:txBody>
                  <a:tcPr anchor="ct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altLang="ja-JP" sz="1050" b="0" dirty="0">
                          <a:solidFill>
                            <a:schemeClr val="tx1"/>
                          </a:solidFill>
                          <a:latin typeface="メイリオ" panose="020B0604030504040204" pitchFamily="50" charset="-128"/>
                          <a:ea typeface="メイリオ" panose="020B0604030504040204" pitchFamily="50" charset="-128"/>
                        </a:rPr>
                        <a:t>4.1</a:t>
                      </a:r>
                      <a:endParaRPr lang="ja-JP" altLang="en-US" sz="1050" b="0" dirty="0">
                        <a:solidFill>
                          <a:schemeClr val="tx1"/>
                        </a:solidFill>
                        <a:latin typeface="メイリオ" panose="020B0604030504040204" pitchFamily="50" charset="-128"/>
                        <a:ea typeface="メイリオ" panose="020B0604030504040204" pitchFamily="50" charset="-128"/>
                      </a:endParaRPr>
                    </a:p>
                  </a:txBody>
                  <a:tcPr anchor="ctr"/>
                </a:tc>
                <a:tc>
                  <a:txBody>
                    <a:bodyPr/>
                    <a:lstStyle/>
                    <a:p>
                      <a:pPr algn="r"/>
                      <a:r>
                        <a:rPr kumimoji="1" lang="en-US" altLang="ja-JP" sz="1050" dirty="0">
                          <a:solidFill>
                            <a:schemeClr val="tx1"/>
                          </a:solidFill>
                          <a:latin typeface="メイリオ" panose="020B0604030504040204" pitchFamily="50" charset="-128"/>
                          <a:ea typeface="メイリオ" panose="020B0604030504040204" pitchFamily="50" charset="-128"/>
                        </a:rPr>
                        <a:t>41</a:t>
                      </a:r>
                    </a:p>
                  </a:txBody>
                  <a:tcPr anchor="ctr"/>
                </a:tc>
                <a:tc>
                  <a:txBody>
                    <a:bodyPr/>
                    <a:lstStyle/>
                    <a:p>
                      <a:pPr algn="r"/>
                      <a:r>
                        <a:rPr kumimoji="1" lang="en-US" altLang="ja-JP" sz="1050" dirty="0">
                          <a:solidFill>
                            <a:schemeClr val="tx1"/>
                          </a:solidFill>
                          <a:latin typeface="メイリオ" panose="020B0604030504040204" pitchFamily="50" charset="-128"/>
                          <a:ea typeface="メイリオ" panose="020B0604030504040204" pitchFamily="50" charset="-128"/>
                        </a:rPr>
                        <a:t>0.205</a:t>
                      </a:r>
                    </a:p>
                  </a:txBody>
                  <a:tcPr anchor="ctr"/>
                </a:tc>
                <a:extLst>
                  <a:ext uri="{0D108BD9-81ED-4DB2-BD59-A6C34878D82A}">
                    <a16:rowId xmlns:a16="http://schemas.microsoft.com/office/drawing/2014/main" val="10002"/>
                  </a:ext>
                </a:extLst>
              </a:tr>
            </a:tbl>
          </a:graphicData>
        </a:graphic>
      </p:graphicFrame>
      <p:graphicFrame>
        <p:nvGraphicFramePr>
          <p:cNvPr id="16" name="表 15">
            <a:extLst>
              <a:ext uri="{FF2B5EF4-FFF2-40B4-BE49-F238E27FC236}">
                <a16:creationId xmlns:a16="http://schemas.microsoft.com/office/drawing/2014/main" id="{1E2FA97D-334D-5B51-9CFA-CD8651FE3374}"/>
              </a:ext>
            </a:extLst>
          </p:cNvPr>
          <p:cNvGraphicFramePr>
            <a:graphicFrameLocks noGrp="1"/>
          </p:cNvGraphicFramePr>
          <p:nvPr>
            <p:extLst>
              <p:ext uri="{D42A27DB-BD31-4B8C-83A1-F6EECF244321}">
                <p14:modId xmlns:p14="http://schemas.microsoft.com/office/powerpoint/2010/main" val="3492051934"/>
              </p:ext>
            </p:extLst>
          </p:nvPr>
        </p:nvGraphicFramePr>
        <p:xfrm>
          <a:off x="254537" y="5225364"/>
          <a:ext cx="6229219" cy="914400"/>
        </p:xfrm>
        <a:graphic>
          <a:graphicData uri="http://schemas.openxmlformats.org/drawingml/2006/table">
            <a:tbl>
              <a:tblPr firstRow="1" bandRow="1">
                <a:tableStyleId>{5C22544A-7EE6-4342-B048-85BDC9FD1C3A}</a:tableStyleId>
              </a:tblPr>
              <a:tblGrid>
                <a:gridCol w="1054286">
                  <a:extLst>
                    <a:ext uri="{9D8B030D-6E8A-4147-A177-3AD203B41FA5}">
                      <a16:colId xmlns:a16="http://schemas.microsoft.com/office/drawing/2014/main" val="20000"/>
                    </a:ext>
                  </a:extLst>
                </a:gridCol>
                <a:gridCol w="1052830">
                  <a:extLst>
                    <a:ext uri="{9D8B030D-6E8A-4147-A177-3AD203B41FA5}">
                      <a16:colId xmlns:a16="http://schemas.microsoft.com/office/drawing/2014/main" val="3343897986"/>
                    </a:ext>
                  </a:extLst>
                </a:gridCol>
                <a:gridCol w="908368">
                  <a:extLst>
                    <a:ext uri="{9D8B030D-6E8A-4147-A177-3AD203B41FA5}">
                      <a16:colId xmlns:a16="http://schemas.microsoft.com/office/drawing/2014/main" val="20001"/>
                    </a:ext>
                  </a:extLst>
                </a:gridCol>
                <a:gridCol w="1029018">
                  <a:extLst>
                    <a:ext uri="{9D8B030D-6E8A-4147-A177-3AD203B41FA5}">
                      <a16:colId xmlns:a16="http://schemas.microsoft.com/office/drawing/2014/main" val="1652644985"/>
                    </a:ext>
                  </a:extLst>
                </a:gridCol>
                <a:gridCol w="949450">
                  <a:extLst>
                    <a:ext uri="{9D8B030D-6E8A-4147-A177-3AD203B41FA5}">
                      <a16:colId xmlns:a16="http://schemas.microsoft.com/office/drawing/2014/main" val="20002"/>
                    </a:ext>
                  </a:extLst>
                </a:gridCol>
                <a:gridCol w="1235267">
                  <a:extLst>
                    <a:ext uri="{9D8B030D-6E8A-4147-A177-3AD203B41FA5}">
                      <a16:colId xmlns:a16="http://schemas.microsoft.com/office/drawing/2014/main" val="1473744288"/>
                    </a:ext>
                  </a:extLst>
                </a:gridCol>
              </a:tblGrid>
              <a:tr h="129540">
                <a:tc rowSpan="2">
                  <a:txBody>
                    <a:bodyPr/>
                    <a:lstStyle/>
                    <a:p>
                      <a:pPr algn="ctr"/>
                      <a:r>
                        <a:rPr kumimoji="1" lang="ja-JP" altLang="en-US" sz="1050" dirty="0">
                          <a:latin typeface="メイリオ" panose="020B0604030504040204" pitchFamily="50" charset="-128"/>
                          <a:ea typeface="メイリオ" panose="020B0604030504040204" pitchFamily="50" charset="-128"/>
                        </a:rPr>
                        <a:t>サーバ</a:t>
                      </a:r>
                    </a:p>
                  </a:txBody>
                  <a:tcPr anchor="ctr"/>
                </a:tc>
                <a:tc rowSpan="2">
                  <a:txBody>
                    <a:bodyPr/>
                    <a:lstStyle/>
                    <a:p>
                      <a:pPr algn="ctr"/>
                      <a:r>
                        <a:rPr kumimoji="1" lang="ja-JP" altLang="en-US" sz="1050" dirty="0">
                          <a:latin typeface="メイリオ" panose="020B0604030504040204" pitchFamily="50" charset="-128"/>
                          <a:ea typeface="メイリオ" panose="020B0604030504040204" pitchFamily="50" charset="-128"/>
                        </a:rPr>
                        <a:t>必要</a:t>
                      </a:r>
                      <a:endParaRPr kumimoji="1" lang="en-US" altLang="ja-JP" sz="1050" dirty="0">
                        <a:latin typeface="メイリオ" panose="020B0604030504040204" pitchFamily="50" charset="-128"/>
                        <a:ea typeface="メイリオ" panose="020B0604030504040204" pitchFamily="50" charset="-128"/>
                      </a:endParaRPr>
                    </a:p>
                    <a:p>
                      <a:pPr algn="ctr"/>
                      <a:r>
                        <a:rPr kumimoji="1" lang="ja-JP" altLang="en-US" sz="1050" dirty="0">
                          <a:latin typeface="メイリオ" panose="020B0604030504040204" pitchFamily="50" charset="-128"/>
                          <a:ea typeface="メイリオ" panose="020B0604030504040204" pitchFamily="50" charset="-128"/>
                        </a:rPr>
                        <a:t>セッション数</a:t>
                      </a:r>
                    </a:p>
                  </a:txBody>
                  <a:tcPr anchor="ctr"/>
                </a:tc>
                <a:tc gridSpan="2">
                  <a:txBody>
                    <a:bodyPr/>
                    <a:lstStyle/>
                    <a:p>
                      <a:pPr algn="ctr"/>
                      <a:r>
                        <a:rPr kumimoji="1" lang="ja-JP" altLang="en-US" sz="1050" dirty="0">
                          <a:latin typeface="メイリオ" panose="020B0604030504040204" pitchFamily="50" charset="-128"/>
                          <a:ea typeface="メイリオ" panose="020B0604030504040204" pitchFamily="50" charset="-128"/>
                        </a:rPr>
                        <a:t>プラン</a:t>
                      </a:r>
                      <a:r>
                        <a:rPr kumimoji="1" lang="en-US" altLang="ja-JP" sz="1050" dirty="0">
                          <a:latin typeface="メイリオ" panose="020B0604030504040204" pitchFamily="50" charset="-128"/>
                          <a:ea typeface="メイリオ" panose="020B0604030504040204" pitchFamily="50" charset="-128"/>
                        </a:rPr>
                        <a:t>1</a:t>
                      </a:r>
                      <a:r>
                        <a:rPr kumimoji="1" lang="ja-JP" altLang="en-US" sz="1050" dirty="0">
                          <a:latin typeface="メイリオ" panose="020B0604030504040204" pitchFamily="50" charset="-128"/>
                          <a:ea typeface="メイリオ" panose="020B0604030504040204" pitchFamily="50" charset="-128"/>
                        </a:rPr>
                        <a:t>（標準）</a:t>
                      </a:r>
                    </a:p>
                  </a:txBody>
                  <a:tcPr/>
                </a:tc>
                <a:tc hMerge="1">
                  <a:txBody>
                    <a:bodyPr/>
                    <a:lstStyle/>
                    <a:p>
                      <a:endParaRPr kumimoji="1" lang="ja-JP" altLang="en-US" sz="1100" dirty="0"/>
                    </a:p>
                  </a:txBody>
                  <a:tcPr/>
                </a:tc>
                <a:tc gridSpan="2">
                  <a:txBody>
                    <a:bodyPr/>
                    <a:lstStyle/>
                    <a:p>
                      <a:pPr algn="ctr"/>
                      <a:r>
                        <a:rPr kumimoji="1" lang="ja-JP" altLang="en-US" sz="1050" dirty="0">
                          <a:latin typeface="メイリオ" panose="020B0604030504040204" pitchFamily="50" charset="-128"/>
                          <a:ea typeface="メイリオ" panose="020B0604030504040204" pitchFamily="50" charset="-128"/>
                        </a:rPr>
                        <a:t>プラン</a:t>
                      </a:r>
                      <a:r>
                        <a:rPr kumimoji="1" lang="en-US" altLang="ja-JP" sz="1050" dirty="0">
                          <a:latin typeface="メイリオ" panose="020B0604030504040204" pitchFamily="50" charset="-128"/>
                          <a:ea typeface="メイリオ" panose="020B0604030504040204" pitchFamily="50" charset="-128"/>
                        </a:rPr>
                        <a:t>2</a:t>
                      </a:r>
                      <a:r>
                        <a:rPr kumimoji="1" lang="ja-JP" altLang="en-US" sz="1050" dirty="0">
                          <a:latin typeface="メイリオ" panose="020B0604030504040204" pitchFamily="50" charset="-128"/>
                          <a:ea typeface="メイリオ" panose="020B0604030504040204" pitchFamily="50" charset="-128"/>
                        </a:rPr>
                        <a:t>（拡張）</a:t>
                      </a:r>
                    </a:p>
                  </a:txBody>
                  <a:tcPr/>
                </a:tc>
                <a:tc hMerge="1">
                  <a:txBody>
                    <a:bodyPr/>
                    <a:lstStyle/>
                    <a:p>
                      <a:endParaRPr kumimoji="1" lang="ja-JP" altLang="en-US" sz="1100" dirty="0"/>
                    </a:p>
                  </a:txBody>
                  <a:tcPr/>
                </a:tc>
                <a:extLst>
                  <a:ext uri="{0D108BD9-81ED-4DB2-BD59-A6C34878D82A}">
                    <a16:rowId xmlns:a16="http://schemas.microsoft.com/office/drawing/2014/main" val="10000"/>
                  </a:ext>
                </a:extLst>
              </a:tr>
              <a:tr h="166496">
                <a:tc vMerge="1">
                  <a:txBody>
                    <a:bodyPr/>
                    <a:lstStyle/>
                    <a:p>
                      <a:endParaRPr kumimoji="1" lang="ja-JP" altLang="en-US"/>
                    </a:p>
                  </a:txBody>
                  <a:tcPr/>
                </a:tc>
                <a:tc vMerge="1">
                  <a:txBody>
                    <a:bodyPr/>
                    <a:lstStyle/>
                    <a:p>
                      <a:endParaRPr kumimoji="1" lang="ja-JP" altLang="en-US"/>
                    </a:p>
                  </a:txBody>
                  <a:tcPr/>
                </a:tc>
                <a:tc>
                  <a:txBody>
                    <a:bodyPr/>
                    <a:lstStyle/>
                    <a:p>
                      <a:pPr algn="ctr"/>
                      <a:r>
                        <a:rPr kumimoji="1" lang="en-US" altLang="ja-JP" sz="1050" dirty="0">
                          <a:latin typeface="メイリオ" panose="020B0604030504040204" pitchFamily="50" charset="-128"/>
                          <a:ea typeface="メイリオ" panose="020B0604030504040204" pitchFamily="50" charset="-128"/>
                        </a:rPr>
                        <a:t>SPEC</a:t>
                      </a:r>
                      <a:endParaRPr kumimoji="1" lang="ja-JP" altLang="en-US" sz="1050" dirty="0">
                        <a:latin typeface="メイリオ" panose="020B0604030504040204" pitchFamily="50" charset="-128"/>
                        <a:ea typeface="メイリオ" panose="020B0604030504040204" pitchFamily="50" charset="-128"/>
                      </a:endParaRPr>
                    </a:p>
                  </a:txBody>
                  <a:tcPr/>
                </a:tc>
                <a:tc>
                  <a:txBody>
                    <a:bodyPr/>
                    <a:lstStyle/>
                    <a:p>
                      <a:pPr algn="ctr"/>
                      <a:r>
                        <a:rPr kumimoji="1" lang="ja-JP" altLang="en-US" sz="1050" dirty="0">
                          <a:latin typeface="メイリオ" panose="020B0604030504040204" pitchFamily="50" charset="-128"/>
                          <a:ea typeface="メイリオ" panose="020B0604030504040204" pitchFamily="50" charset="-128"/>
                        </a:rPr>
                        <a:t>セッション数</a:t>
                      </a:r>
                    </a:p>
                  </a:txBody>
                  <a:tcPr/>
                </a:tc>
                <a:tc>
                  <a:txBody>
                    <a:bodyPr/>
                    <a:lstStyle/>
                    <a:p>
                      <a:pPr algn="ctr"/>
                      <a:r>
                        <a:rPr kumimoji="1" lang="en-US" altLang="ja-JP" sz="1050" dirty="0">
                          <a:latin typeface="メイリオ" panose="020B0604030504040204" pitchFamily="50" charset="-128"/>
                          <a:ea typeface="メイリオ" panose="020B0604030504040204" pitchFamily="50" charset="-128"/>
                        </a:rPr>
                        <a:t>SPEC</a:t>
                      </a:r>
                      <a:endParaRPr kumimoji="1" lang="ja-JP" altLang="en-US" sz="1050" dirty="0">
                        <a:latin typeface="メイリオ" panose="020B0604030504040204" pitchFamily="50" charset="-128"/>
                        <a:ea typeface="メイリオ" panose="020B0604030504040204" pitchFamily="50" charset="-128"/>
                      </a:endParaRPr>
                    </a:p>
                  </a:txBody>
                  <a:tcPr/>
                </a:tc>
                <a:tc>
                  <a:txBody>
                    <a:bodyPr/>
                    <a:lstStyle/>
                    <a:p>
                      <a:pPr algn="ctr"/>
                      <a:r>
                        <a:rPr kumimoji="1" lang="ja-JP" altLang="en-US" sz="1050" dirty="0">
                          <a:latin typeface="メイリオ" panose="020B0604030504040204" pitchFamily="50" charset="-128"/>
                          <a:ea typeface="メイリオ" panose="020B0604030504040204" pitchFamily="50" charset="-128"/>
                        </a:rPr>
                        <a:t>セッション数</a:t>
                      </a:r>
                    </a:p>
                  </a:txBody>
                  <a:tcPr/>
                </a:tc>
                <a:extLst>
                  <a:ext uri="{0D108BD9-81ED-4DB2-BD59-A6C34878D82A}">
                    <a16:rowId xmlns:a16="http://schemas.microsoft.com/office/drawing/2014/main" val="2802901355"/>
                  </a:ext>
                </a:extLst>
              </a:tr>
              <a:tr h="193547">
                <a:tc>
                  <a:txBody>
                    <a:bodyPr/>
                    <a:lstStyle/>
                    <a:p>
                      <a:r>
                        <a:rPr lang="en-US" altLang="ja-JP" sz="1050" dirty="0">
                          <a:solidFill>
                            <a:schemeClr val="tx1"/>
                          </a:solidFill>
                          <a:latin typeface="メイリオ" panose="020B0604030504040204" pitchFamily="50" charset="-128"/>
                          <a:ea typeface="メイリオ" panose="020B0604030504040204" pitchFamily="50" charset="-128"/>
                        </a:rPr>
                        <a:t>Web</a:t>
                      </a:r>
                      <a:r>
                        <a:rPr lang="ja-JP" altLang="en-US" sz="1050" dirty="0">
                          <a:solidFill>
                            <a:schemeClr val="tx1"/>
                          </a:solidFill>
                          <a:latin typeface="メイリオ" panose="020B0604030504040204" pitchFamily="50" charset="-128"/>
                          <a:ea typeface="メイリオ" panose="020B0604030504040204" pitchFamily="50" charset="-128"/>
                        </a:rPr>
                        <a:t>サーバ</a:t>
                      </a:r>
                      <a:endParaRPr lang="en-US" altLang="ja-JP" sz="1050" dirty="0">
                        <a:solidFill>
                          <a:schemeClr val="tx1"/>
                        </a:solidFill>
                        <a:latin typeface="メイリオ" panose="020B0604030504040204" pitchFamily="50" charset="-128"/>
                        <a:ea typeface="メイリオ" panose="020B0604030504040204" pitchFamily="50" charset="-128"/>
                      </a:endParaRPr>
                    </a:p>
                    <a:p>
                      <a:endParaRPr lang="en-US" altLang="ja-JP" sz="1050" dirty="0">
                        <a:solidFill>
                          <a:schemeClr val="tx1"/>
                        </a:solidFill>
                        <a:latin typeface="メイリオ" panose="020B0604030504040204" pitchFamily="50" charset="-128"/>
                        <a:ea typeface="メイリオ" panose="020B0604030504040204" pitchFamily="50" charset="-128"/>
                      </a:endParaRPr>
                    </a:p>
                  </a:txBody>
                  <a:tcPr anchor="ctr"/>
                </a:tc>
                <a:tc>
                  <a:txBody>
                    <a:bodyPr/>
                    <a:lstStyle/>
                    <a:p>
                      <a:pPr algn="ctr"/>
                      <a:r>
                        <a:rPr lang="en-US" altLang="ja-JP" sz="1050" dirty="0">
                          <a:solidFill>
                            <a:schemeClr val="tx1"/>
                          </a:solidFill>
                          <a:latin typeface="メイリオ" panose="020B0604030504040204" pitchFamily="50" charset="-128"/>
                          <a:ea typeface="メイリオ" panose="020B0604030504040204" pitchFamily="50" charset="-128"/>
                        </a:rPr>
                        <a:t>4</a:t>
                      </a:r>
                    </a:p>
                  </a:txBody>
                  <a:tcPr anchor="ctr"/>
                </a:tc>
                <a:tc>
                  <a:txBody>
                    <a:bodyPr/>
                    <a:lstStyle/>
                    <a:p>
                      <a:pPr algn="ctr"/>
                      <a:r>
                        <a:rPr kumimoji="1" lang="en-US" altLang="ja-JP" sz="1050" dirty="0">
                          <a:solidFill>
                            <a:schemeClr val="tx1"/>
                          </a:solidFill>
                          <a:latin typeface="メイリオ" panose="020B0604030504040204" pitchFamily="50" charset="-128"/>
                          <a:ea typeface="メイリオ" panose="020B0604030504040204" pitchFamily="50" charset="-128"/>
                        </a:rPr>
                        <a:t>2</a:t>
                      </a:r>
                      <a:r>
                        <a:rPr kumimoji="1" lang="ja-JP" altLang="en-US" sz="1050" dirty="0">
                          <a:solidFill>
                            <a:schemeClr val="tx1"/>
                          </a:solidFill>
                          <a:latin typeface="メイリオ" panose="020B0604030504040204" pitchFamily="50" charset="-128"/>
                          <a:ea typeface="メイリオ" panose="020B0604030504040204" pitchFamily="50" charset="-128"/>
                        </a:rPr>
                        <a:t>コア</a:t>
                      </a:r>
                      <a:r>
                        <a:rPr kumimoji="1" lang="en-US" altLang="ja-JP" sz="1050" dirty="0">
                          <a:solidFill>
                            <a:schemeClr val="tx1"/>
                          </a:solidFill>
                          <a:latin typeface="メイリオ" panose="020B0604030504040204" pitchFamily="50" charset="-128"/>
                          <a:ea typeface="メイリオ" panose="020B0604030504040204" pitchFamily="50" charset="-128"/>
                        </a:rPr>
                        <a:t>/4GB</a:t>
                      </a:r>
                      <a:endParaRPr kumimoji="1" lang="ja-JP" altLang="en-US" sz="1050" dirty="0">
                        <a:solidFill>
                          <a:schemeClr val="tx1"/>
                        </a:solidFill>
                        <a:latin typeface="メイリオ" panose="020B0604030504040204" pitchFamily="50" charset="-128"/>
                        <a:ea typeface="メイリオ" panose="020B0604030504040204" pitchFamily="50" charset="-128"/>
                      </a:endParaRPr>
                    </a:p>
                  </a:txBody>
                  <a:tcPr anchor="ctr"/>
                </a:tc>
                <a:tc>
                  <a:txBody>
                    <a:bodyPr/>
                    <a:lstStyle/>
                    <a:p>
                      <a:pPr algn="r"/>
                      <a:r>
                        <a:rPr kumimoji="1" lang="en-US" altLang="ja-JP" sz="1050" dirty="0">
                          <a:solidFill>
                            <a:schemeClr val="tx1"/>
                          </a:solidFill>
                          <a:latin typeface="メイリオ" panose="020B0604030504040204" pitchFamily="50" charset="-128"/>
                          <a:ea typeface="メイリオ" panose="020B0604030504040204" pitchFamily="50" charset="-128"/>
                        </a:rPr>
                        <a:t>4×1</a:t>
                      </a:r>
                      <a:r>
                        <a:rPr kumimoji="1" lang="ja-JP" altLang="en-US" sz="1050" dirty="0">
                          <a:solidFill>
                            <a:schemeClr val="tx1"/>
                          </a:solidFill>
                          <a:latin typeface="メイリオ" panose="020B0604030504040204" pitchFamily="50" charset="-128"/>
                          <a:ea typeface="メイリオ" panose="020B0604030504040204" pitchFamily="50" charset="-128"/>
                        </a:rPr>
                        <a:t>台</a:t>
                      </a:r>
                      <a:r>
                        <a:rPr kumimoji="1" lang="en-US" altLang="ja-JP" sz="1050" dirty="0">
                          <a:solidFill>
                            <a:schemeClr val="tx1"/>
                          </a:solidFill>
                          <a:latin typeface="メイリオ" panose="020B0604030504040204" pitchFamily="50" charset="-128"/>
                          <a:ea typeface="メイリオ" panose="020B0604030504040204" pitchFamily="50" charset="-128"/>
                        </a:rPr>
                        <a:t>=4</a:t>
                      </a:r>
                      <a:endParaRPr kumimoji="1" lang="ja-JP" altLang="en-US" sz="1050" dirty="0">
                        <a:solidFill>
                          <a:schemeClr val="tx1"/>
                        </a:solidFill>
                        <a:latin typeface="メイリオ" panose="020B0604030504040204" pitchFamily="50" charset="-128"/>
                        <a:ea typeface="メイリオ" panose="020B0604030504040204" pitchFamily="50" charset="-128"/>
                      </a:endParaRPr>
                    </a:p>
                  </a:txBody>
                  <a:tcPr anchor="ctr"/>
                </a:tc>
                <a:tc>
                  <a:txBody>
                    <a:bodyPr/>
                    <a:lstStyle/>
                    <a:p>
                      <a:pPr algn="ctr"/>
                      <a:r>
                        <a:rPr kumimoji="1" lang="en-US" altLang="ja-JP" sz="1050" dirty="0">
                          <a:solidFill>
                            <a:schemeClr val="tx1"/>
                          </a:solidFill>
                          <a:latin typeface="メイリオ" panose="020B0604030504040204" pitchFamily="50" charset="-128"/>
                          <a:ea typeface="メイリオ" panose="020B0604030504040204" pitchFamily="50" charset="-128"/>
                        </a:rPr>
                        <a:t>4</a:t>
                      </a:r>
                      <a:r>
                        <a:rPr kumimoji="1" lang="ja-JP" altLang="en-US" sz="1050" dirty="0">
                          <a:solidFill>
                            <a:schemeClr val="tx1"/>
                          </a:solidFill>
                          <a:latin typeface="メイリオ" panose="020B0604030504040204" pitchFamily="50" charset="-128"/>
                          <a:ea typeface="メイリオ" panose="020B0604030504040204" pitchFamily="50" charset="-128"/>
                        </a:rPr>
                        <a:t>コア</a:t>
                      </a:r>
                      <a:r>
                        <a:rPr kumimoji="1" lang="en-US" altLang="ja-JP" sz="1050" dirty="0">
                          <a:solidFill>
                            <a:schemeClr val="tx1"/>
                          </a:solidFill>
                          <a:latin typeface="メイリオ" panose="020B0604030504040204" pitchFamily="50" charset="-128"/>
                          <a:ea typeface="メイリオ" panose="020B0604030504040204" pitchFamily="50" charset="-128"/>
                        </a:rPr>
                        <a:t>/8GB</a:t>
                      </a:r>
                      <a:endParaRPr kumimoji="1" lang="ja-JP" altLang="en-US" sz="1050" dirty="0">
                        <a:solidFill>
                          <a:schemeClr val="tx1"/>
                        </a:solidFill>
                        <a:latin typeface="メイリオ" panose="020B0604030504040204" pitchFamily="50" charset="-128"/>
                        <a:ea typeface="メイリオ" panose="020B0604030504040204" pitchFamily="50" charset="-128"/>
                      </a:endParaRPr>
                    </a:p>
                  </a:txBody>
                  <a:tcPr anchor="ctr"/>
                </a:tc>
                <a:tc>
                  <a:txBody>
                    <a:bodyPr/>
                    <a:lstStyle/>
                    <a:p>
                      <a:pPr algn="r"/>
                      <a:r>
                        <a:rPr kumimoji="1" lang="en-US" altLang="ja-JP" sz="1050" dirty="0">
                          <a:solidFill>
                            <a:schemeClr val="tx1"/>
                          </a:solidFill>
                          <a:latin typeface="メイリオ" panose="020B0604030504040204" pitchFamily="50" charset="-128"/>
                          <a:ea typeface="メイリオ" panose="020B0604030504040204" pitchFamily="50" charset="-128"/>
                        </a:rPr>
                        <a:t>4×2</a:t>
                      </a:r>
                      <a:r>
                        <a:rPr kumimoji="1" lang="ja-JP" altLang="en-US" sz="1050" dirty="0">
                          <a:solidFill>
                            <a:schemeClr val="tx1"/>
                          </a:solidFill>
                          <a:latin typeface="メイリオ" panose="020B0604030504040204" pitchFamily="50" charset="-128"/>
                          <a:ea typeface="メイリオ" panose="020B0604030504040204" pitchFamily="50" charset="-128"/>
                        </a:rPr>
                        <a:t>台</a:t>
                      </a:r>
                      <a:r>
                        <a:rPr kumimoji="1" lang="en-US" altLang="ja-JP" sz="1050" dirty="0">
                          <a:solidFill>
                            <a:schemeClr val="tx1"/>
                          </a:solidFill>
                          <a:latin typeface="メイリオ" panose="020B0604030504040204" pitchFamily="50" charset="-128"/>
                          <a:ea typeface="メイリオ" panose="020B0604030504040204" pitchFamily="50" charset="-128"/>
                        </a:rPr>
                        <a:t>=8</a:t>
                      </a:r>
                      <a:endParaRPr kumimoji="1" lang="ja-JP" altLang="en-US" sz="1050" dirty="0">
                        <a:solidFill>
                          <a:schemeClr val="tx1"/>
                        </a:solidFill>
                        <a:latin typeface="メイリオ" panose="020B0604030504040204" pitchFamily="50" charset="-128"/>
                        <a:ea typeface="メイリオ" panose="020B0604030504040204" pitchFamily="50" charset="-128"/>
                      </a:endParaRPr>
                    </a:p>
                  </a:txBody>
                  <a:tcPr anchor="ctr"/>
                </a:tc>
                <a:extLst>
                  <a:ext uri="{0D108BD9-81ED-4DB2-BD59-A6C34878D82A}">
                    <a16:rowId xmlns:a16="http://schemas.microsoft.com/office/drawing/2014/main" val="10001"/>
                  </a:ext>
                </a:extLst>
              </a:tr>
            </a:tbl>
          </a:graphicData>
        </a:graphic>
      </p:graphicFrame>
      <p:sp>
        <p:nvSpPr>
          <p:cNvPr id="18" name="正方形/長方形 17">
            <a:extLst>
              <a:ext uri="{FF2B5EF4-FFF2-40B4-BE49-F238E27FC236}">
                <a16:creationId xmlns:a16="http://schemas.microsoft.com/office/drawing/2014/main" id="{D7C0EFEE-DF25-AE5D-D0D7-0DE9B29ACE38}"/>
              </a:ext>
            </a:extLst>
          </p:cNvPr>
          <p:cNvSpPr/>
          <p:nvPr/>
        </p:nvSpPr>
        <p:spPr>
          <a:xfrm>
            <a:off x="249897" y="2803106"/>
            <a:ext cx="8644203" cy="397295"/>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正方形/長方形 19">
            <a:extLst>
              <a:ext uri="{FF2B5EF4-FFF2-40B4-BE49-F238E27FC236}">
                <a16:creationId xmlns:a16="http://schemas.microsoft.com/office/drawing/2014/main" id="{1E31B30B-E272-F676-8A53-4300633CA6B3}"/>
              </a:ext>
            </a:extLst>
          </p:cNvPr>
          <p:cNvSpPr/>
          <p:nvPr/>
        </p:nvSpPr>
        <p:spPr>
          <a:xfrm>
            <a:off x="2350274" y="5225364"/>
            <a:ext cx="1961459" cy="914400"/>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 name="テキスト ボックス 21">
            <a:extLst>
              <a:ext uri="{FF2B5EF4-FFF2-40B4-BE49-F238E27FC236}">
                <a16:creationId xmlns:a16="http://schemas.microsoft.com/office/drawing/2014/main" id="{002C819C-DB32-A9EB-4390-027BB45BE599}"/>
              </a:ext>
            </a:extLst>
          </p:cNvPr>
          <p:cNvSpPr txBox="1"/>
          <p:nvPr/>
        </p:nvSpPr>
        <p:spPr>
          <a:xfrm>
            <a:off x="249897" y="3237019"/>
            <a:ext cx="7678705" cy="769441"/>
          </a:xfrm>
          <a:prstGeom prst="rect">
            <a:avLst/>
          </a:prstGeom>
          <a:noFill/>
        </p:spPr>
        <p:txBody>
          <a:bodyPr wrap="none" rtlCol="0">
            <a:spAutoFit/>
          </a:bodyPr>
          <a:lstStyle/>
          <a:p>
            <a:r>
              <a:rPr lang="en-US" altLang="ja-JP" sz="1100" dirty="0">
                <a:latin typeface="メイリオ" panose="020B0604030504040204" pitchFamily="50" charset="-128"/>
                <a:ea typeface="メイリオ" panose="020B0604030504040204" pitchFamily="50" charset="-128"/>
              </a:rPr>
              <a:t>※ 営業日30日/月、営業8時間/日で慣らした値。ピーク日・時間帯の偏りは実績がないため考慮しておりません。</a:t>
            </a:r>
          </a:p>
          <a:p>
            <a:r>
              <a:rPr lang="en-US" altLang="ja-JP" sz="1100" dirty="0">
                <a:latin typeface="メイリオ" panose="020B0604030504040204" pitchFamily="50" charset="-128"/>
                <a:ea typeface="メイリオ" panose="020B0604030504040204" pitchFamily="50" charset="-128"/>
              </a:rPr>
              <a:t>　 ピーク1時間1,200件（1分20件）でスペックアップを検討、2,400件（1分40件）が上限となります。</a:t>
            </a:r>
          </a:p>
          <a:p>
            <a:r>
              <a:rPr lang="en-US" altLang="ja-JP" sz="1100" dirty="0">
                <a:latin typeface="メイリオ" panose="020B0604030504040204" pitchFamily="50" charset="-128"/>
                <a:ea typeface="メイリオ" panose="020B0604030504040204" pitchFamily="50" charset="-128"/>
              </a:rPr>
              <a:t>※ 成長倍率2倍を5年後の想定とします（8.（1/3）のアクティブユーザ2倍に対応）。</a:t>
            </a:r>
          </a:p>
          <a:p>
            <a:r>
              <a:rPr lang="en-US" altLang="ja-JP" sz="1100" dirty="0">
                <a:latin typeface="メイリオ" panose="020B0604030504040204" pitchFamily="50" charset="-128"/>
                <a:ea typeface="メイリオ" panose="020B0604030504040204" pitchFamily="50" charset="-128"/>
              </a:rPr>
              <a:t>※ 同時アクセス=分平均×滞在時間10分（注文基準の下限値。採用値は8.（1/3）の116名／5年後230名）</a:t>
            </a:r>
          </a:p>
          <a:p>
            <a:r>
              <a:rPr lang="en-US" altLang="ja-JP" sz="1100" dirty="0">
                <a:latin typeface="メイリオ" panose="020B0604030504040204" pitchFamily="50" charset="-128"/>
                <a:ea typeface="メイリオ" panose="020B0604030504040204" pitchFamily="50" charset="-128"/>
              </a:rPr>
              <a:t>※ 同時セッション=秒平均×当該処理3秒（内訳はフロント2、管理2）</a:t>
            </a:r>
          </a:p>
        </p:txBody>
      </p:sp>
    </p:spTree>
    <p:extLst>
      <p:ext uri="{BB962C8B-B14F-4D97-AF65-F5344CB8AC3E}">
        <p14:creationId xmlns:p14="http://schemas.microsoft.com/office/powerpoint/2010/main" val="361936610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 name="タイトル 1">
            <a:extLst>
              <a:ext uri="{FF2B5EF4-FFF2-40B4-BE49-F238E27FC236}">
                <a16:creationId xmlns:a16="http://schemas.microsoft.com/office/drawing/2014/main" id="{5FEC125A-1FE4-413C-BE7C-6A870848EA77}"/>
              </a:ext>
            </a:extLst>
          </p:cNvPr>
          <p:cNvSpPr txBox="1">
            <a:spLocks noChangeArrowheads="1"/>
          </p:cNvSpPr>
          <p:nvPr/>
        </p:nvSpPr>
        <p:spPr bwMode="auto">
          <a:xfrm>
            <a:off x="763588" y="231304"/>
            <a:ext cx="7840860" cy="533400"/>
          </a:xfrm>
          <a:prstGeom prst="rect">
            <a:avLst/>
          </a:prstGeom>
          <a:noFill/>
          <a:ln>
            <a:miter lim="800000"/>
            <a:headEnd/>
            <a:tailEnd/>
          </a:ln>
        </p:spPr>
        <p:txBody>
          <a:bodyPr vert="horz" lIns="91440" tIns="45720" rIns="91440" bIns="45720" rtlCol="0" anchor="ctr">
            <a:normAutofit/>
          </a:bodyPr>
          <a:lstStyle>
            <a:lvl1pPr algn="l" defTabSz="914400" rtl="0" eaLnBrk="1" latinLnBrk="0" hangingPunct="1">
              <a:spcBef>
                <a:spcPct val="0"/>
              </a:spcBef>
              <a:buNone/>
              <a:defRPr kumimoji="1" sz="3200" b="1" kern="1200">
                <a:solidFill>
                  <a:schemeClr val="tx1"/>
                </a:solidFill>
                <a:latin typeface="メイリオ" pitchFamily="50" charset="-128"/>
                <a:ea typeface="メイリオ" pitchFamily="50" charset="-128"/>
                <a:cs typeface="メイリオ" pitchFamily="50" charset="-128"/>
              </a:defRPr>
            </a:lvl1pPr>
          </a:lstStyle>
          <a:p>
            <a:pPr>
              <a:lnSpc>
                <a:spcPct val="75000"/>
              </a:lnSpc>
            </a:pPr>
            <a:r>
              <a:rPr lang="en-US" altLang="ja-JP" sz="2800" b="0" dirty="0"/>
              <a:t>8.対応内容説明 - システム構成（3/3）</a:t>
            </a:r>
          </a:p>
        </p:txBody>
      </p:sp>
      <p:sp>
        <p:nvSpPr>
          <p:cNvPr id="28" name="テキスト ボックス 10">
            <a:extLst>
              <a:ext uri="{FF2B5EF4-FFF2-40B4-BE49-F238E27FC236}">
                <a16:creationId xmlns:a16="http://schemas.microsoft.com/office/drawing/2014/main" id="{9BBD17D0-9D7B-6B5D-041F-367658262291}"/>
              </a:ext>
            </a:extLst>
          </p:cNvPr>
          <p:cNvSpPr txBox="1">
            <a:spLocks noChangeArrowheads="1"/>
          </p:cNvSpPr>
          <p:nvPr/>
        </p:nvSpPr>
        <p:spPr bwMode="auto">
          <a:xfrm>
            <a:off x="169228" y="765791"/>
            <a:ext cx="8723251" cy="372410"/>
          </a:xfrm>
          <a:prstGeom prst="rect">
            <a:avLst/>
          </a:prstGeom>
          <a:noFill/>
          <a:ln>
            <a:noFill/>
          </a:ln>
        </p:spPr>
        <p:txBody>
          <a:bodyPr wrap="square" anchor="t">
            <a:spAutoFit/>
          </a:bodyPr>
          <a:lstStyle>
            <a:lvl1pPr indent="90488">
              <a:defRPr kumimoji="1" sz="1400">
                <a:solidFill>
                  <a:schemeClr val="tx1"/>
                </a:solidFill>
                <a:latin typeface="Arial" charset="0"/>
                <a:ea typeface="ＭＳ Ｐゴシック" charset="0"/>
                <a:cs typeface="ＭＳ Ｐゴシック" charset="0"/>
              </a:defRPr>
            </a:lvl1pPr>
            <a:lvl2pPr marL="742950" indent="-285750">
              <a:defRPr kumimoji="1" sz="1400">
                <a:solidFill>
                  <a:schemeClr val="tx1"/>
                </a:solidFill>
                <a:latin typeface="Arial" charset="0"/>
                <a:ea typeface="ＭＳ Ｐゴシック" charset="0"/>
              </a:defRPr>
            </a:lvl2pPr>
            <a:lvl3pPr marL="1143000" indent="-228600">
              <a:defRPr kumimoji="1" sz="1400">
                <a:solidFill>
                  <a:schemeClr val="tx1"/>
                </a:solidFill>
                <a:latin typeface="Arial" charset="0"/>
                <a:ea typeface="ＭＳ Ｐゴシック" charset="0"/>
              </a:defRPr>
            </a:lvl3pPr>
            <a:lvl4pPr marL="1600200" indent="-228600">
              <a:defRPr kumimoji="1" sz="1400">
                <a:solidFill>
                  <a:schemeClr val="tx1"/>
                </a:solidFill>
                <a:latin typeface="Arial" charset="0"/>
                <a:ea typeface="ＭＳ Ｐゴシック" charset="0"/>
              </a:defRPr>
            </a:lvl4pPr>
            <a:lvl5pPr marL="2057400" indent="-228600">
              <a:defRPr kumimoji="1" sz="1400">
                <a:solidFill>
                  <a:schemeClr val="tx1"/>
                </a:solidFill>
                <a:latin typeface="Arial" charset="0"/>
                <a:ea typeface="ＭＳ Ｐゴシック" charset="0"/>
              </a:defRPr>
            </a:lvl5pPr>
            <a:lvl6pPr marL="2514600" indent="-228600" fontAlgn="base">
              <a:spcBef>
                <a:spcPct val="0"/>
              </a:spcBef>
              <a:spcAft>
                <a:spcPct val="0"/>
              </a:spcAft>
              <a:defRPr kumimoji="1" sz="1400">
                <a:solidFill>
                  <a:schemeClr val="tx1"/>
                </a:solidFill>
                <a:latin typeface="Arial" charset="0"/>
                <a:ea typeface="ＭＳ Ｐゴシック" charset="0"/>
              </a:defRPr>
            </a:lvl6pPr>
            <a:lvl7pPr marL="2971800" indent="-228600" fontAlgn="base">
              <a:spcBef>
                <a:spcPct val="0"/>
              </a:spcBef>
              <a:spcAft>
                <a:spcPct val="0"/>
              </a:spcAft>
              <a:defRPr kumimoji="1" sz="1400">
                <a:solidFill>
                  <a:schemeClr val="tx1"/>
                </a:solidFill>
                <a:latin typeface="Arial" charset="0"/>
                <a:ea typeface="ＭＳ Ｐゴシック" charset="0"/>
              </a:defRPr>
            </a:lvl7pPr>
            <a:lvl8pPr marL="3429000" indent="-228600" fontAlgn="base">
              <a:spcBef>
                <a:spcPct val="0"/>
              </a:spcBef>
              <a:spcAft>
                <a:spcPct val="0"/>
              </a:spcAft>
              <a:defRPr kumimoji="1" sz="1400">
                <a:solidFill>
                  <a:schemeClr val="tx1"/>
                </a:solidFill>
                <a:latin typeface="Arial" charset="0"/>
                <a:ea typeface="ＭＳ Ｐゴシック" charset="0"/>
              </a:defRPr>
            </a:lvl8pPr>
            <a:lvl9pPr marL="3886200" indent="-228600" fontAlgn="base">
              <a:spcBef>
                <a:spcPct val="0"/>
              </a:spcBef>
              <a:spcAft>
                <a:spcPct val="0"/>
              </a:spcAft>
              <a:defRPr kumimoji="1" sz="1400">
                <a:solidFill>
                  <a:schemeClr val="tx1"/>
                </a:solidFill>
                <a:latin typeface="Arial" charset="0"/>
                <a:ea typeface="ＭＳ Ｐゴシック" charset="0"/>
              </a:defRPr>
            </a:lvl9pPr>
          </a:lstStyle>
          <a:p>
            <a:pPr indent="0" fontAlgn="t">
              <a:lnSpc>
                <a:spcPct val="130000"/>
              </a:lnSpc>
              <a:spcBef>
                <a:spcPct val="50000"/>
              </a:spcBef>
              <a:defRPr/>
            </a:pPr>
            <a:r>
              <a:rPr lang="ja-JP" altLang="en-US" dirty="0">
                <a:latin typeface="メイリオ"/>
                <a:ea typeface="メイリオ"/>
                <a:cs typeface="メイリオ"/>
              </a:rPr>
              <a:t>ご提案のシステム構成を記載します。初期構成は同居1台構成、スケールアウトは有償オプションです。</a:t>
            </a:r>
            <a:endParaRPr lang="en-US" altLang="ja-JP" dirty="0">
              <a:latin typeface="メイリオ"/>
              <a:ea typeface="メイリオ"/>
              <a:cs typeface="メイリオ"/>
            </a:endParaRPr>
          </a:p>
        </p:txBody>
      </p:sp>
      <p:graphicFrame>
        <p:nvGraphicFramePr>
          <p:cNvPr id="39" name="表 38">
            <a:extLst>
              <a:ext uri="{FF2B5EF4-FFF2-40B4-BE49-F238E27FC236}">
                <a16:creationId xmlns:a16="http://schemas.microsoft.com/office/drawing/2014/main" id="{5EC9477D-DB47-8E89-E728-DCE040F1DBDA}"/>
              </a:ext>
            </a:extLst>
          </p:cNvPr>
          <p:cNvGraphicFramePr>
            <a:graphicFrameLocks noGrp="1"/>
          </p:cNvGraphicFramePr>
          <p:nvPr>
            <p:extLst>
              <p:ext uri="{D42A27DB-BD31-4B8C-83A1-F6EECF244321}">
                <p14:modId xmlns:p14="http://schemas.microsoft.com/office/powerpoint/2010/main" val="3332684574"/>
              </p:ext>
            </p:extLst>
          </p:nvPr>
        </p:nvGraphicFramePr>
        <p:xfrm>
          <a:off x="262604" y="3894556"/>
          <a:ext cx="8629874" cy="864096"/>
        </p:xfrm>
        <a:graphic>
          <a:graphicData uri="http://schemas.openxmlformats.org/drawingml/2006/table">
            <a:tbl>
              <a:tblPr firstRow="1" bandRow="1">
                <a:tableStyleId>{F5AB1C69-6EDB-4FF4-983F-18BD219EF322}</a:tableStyleId>
              </a:tblPr>
              <a:tblGrid>
                <a:gridCol w="890254">
                  <a:extLst>
                    <a:ext uri="{9D8B030D-6E8A-4147-A177-3AD203B41FA5}">
                      <a16:colId xmlns:a16="http://schemas.microsoft.com/office/drawing/2014/main" val="762062982"/>
                    </a:ext>
                  </a:extLst>
                </a:gridCol>
                <a:gridCol w="1780510">
                  <a:extLst>
                    <a:ext uri="{9D8B030D-6E8A-4147-A177-3AD203B41FA5}">
                      <a16:colId xmlns:a16="http://schemas.microsoft.com/office/drawing/2014/main" val="1241915895"/>
                    </a:ext>
                  </a:extLst>
                </a:gridCol>
                <a:gridCol w="1986370">
                  <a:extLst>
                    <a:ext uri="{9D8B030D-6E8A-4147-A177-3AD203B41FA5}">
                      <a16:colId xmlns:a16="http://schemas.microsoft.com/office/drawing/2014/main" val="4269367838"/>
                    </a:ext>
                  </a:extLst>
                </a:gridCol>
                <a:gridCol w="1986370">
                  <a:extLst>
                    <a:ext uri="{9D8B030D-6E8A-4147-A177-3AD203B41FA5}">
                      <a16:colId xmlns:a16="http://schemas.microsoft.com/office/drawing/2014/main" val="3883879864"/>
                    </a:ext>
                  </a:extLst>
                </a:gridCol>
                <a:gridCol w="1986370">
                  <a:extLst>
                    <a:ext uri="{9D8B030D-6E8A-4147-A177-3AD203B41FA5}">
                      <a16:colId xmlns:a16="http://schemas.microsoft.com/office/drawing/2014/main" val="1468306935"/>
                    </a:ext>
                  </a:extLst>
                </a:gridCol>
              </a:tblGrid>
              <a:tr h="288032">
                <a:tc rowSpan="3">
                  <a:txBody>
                    <a:bodyPr/>
                    <a:lstStyle/>
                    <a:p>
                      <a:pPr algn="ctr"/>
                      <a:r>
                        <a:rPr kumimoji="1" lang="ja-JP" altLang="en-US" sz="1100" b="1" dirty="0">
                          <a:solidFill>
                            <a:schemeClr val="bg1"/>
                          </a:solidFill>
                          <a:latin typeface="メイリオ" panose="020B0604030504040204" pitchFamily="50" charset="-128"/>
                          <a:ea typeface="メイリオ" panose="020B0604030504040204" pitchFamily="50" charset="-128"/>
                        </a:rPr>
                        <a:t>サーバ</a:t>
                      </a:r>
                      <a:endParaRPr kumimoji="1" lang="en-US" altLang="ja-JP" sz="1100" b="1" dirty="0">
                        <a:solidFill>
                          <a:schemeClr val="bg1"/>
                        </a:solidFill>
                        <a:latin typeface="メイリオ" panose="020B0604030504040204" pitchFamily="50" charset="-128"/>
                        <a:ea typeface="メイリオ" panose="020B0604030504040204" pitchFamily="50" charset="-128"/>
                      </a:endParaRPr>
                    </a:p>
                    <a:p>
                      <a:pPr algn="ctr"/>
                      <a:r>
                        <a:rPr kumimoji="1" lang="ja-JP" altLang="en-US" sz="1100" b="1" dirty="0">
                          <a:solidFill>
                            <a:schemeClr val="bg1"/>
                          </a:solidFill>
                          <a:latin typeface="メイリオ" panose="020B0604030504040204" pitchFamily="50" charset="-128"/>
                          <a:ea typeface="メイリオ" panose="020B0604030504040204" pitchFamily="50" charset="-128"/>
                        </a:rPr>
                        <a:t>スペック</a:t>
                      </a:r>
                    </a:p>
                  </a:txBody>
                  <a:tcPr anchor="ctr">
                    <a:solidFill>
                      <a:srgbClr val="00B050"/>
                    </a:solidFill>
                  </a:tcPr>
                </a:tc>
                <a:tc>
                  <a:txBody>
                    <a:bodyPr/>
                    <a:lstStyle/>
                    <a:p>
                      <a:pPr algn="ctr"/>
                      <a:r>
                        <a:rPr kumimoji="1" lang="ja-JP" altLang="en-US" sz="1100" dirty="0">
                          <a:latin typeface="メイリオ" panose="020B0604030504040204" pitchFamily="50" charset="-128"/>
                          <a:ea typeface="メイリオ" panose="020B0604030504040204" pitchFamily="50" charset="-128"/>
                        </a:rPr>
                        <a:t>サーバ種別</a:t>
                      </a:r>
                    </a:p>
                  </a:txBody>
                  <a:tcPr anchor="ctr">
                    <a:solidFill>
                      <a:srgbClr val="00B050"/>
                    </a:solidFill>
                  </a:tcPr>
                </a:tc>
                <a:tc>
                  <a:txBody>
                    <a:bodyPr/>
                    <a:lstStyle/>
                    <a:p>
                      <a:pPr algn="ctr"/>
                      <a:r>
                        <a:rPr kumimoji="1" lang="en-US" altLang="ja-JP" sz="1100" dirty="0">
                          <a:latin typeface="メイリオ" panose="020B0604030504040204" pitchFamily="50" charset="-128"/>
                          <a:ea typeface="メイリオ" panose="020B0604030504040204" pitchFamily="50" charset="-128"/>
                        </a:rPr>
                        <a:t>CPU</a:t>
                      </a:r>
                      <a:endParaRPr kumimoji="1" lang="ja-JP" altLang="en-US" sz="1100" dirty="0">
                        <a:latin typeface="メイリオ" panose="020B0604030504040204" pitchFamily="50" charset="-128"/>
                        <a:ea typeface="メイリオ" panose="020B0604030504040204" pitchFamily="50" charset="-128"/>
                      </a:endParaRPr>
                    </a:p>
                  </a:txBody>
                  <a:tcPr anchor="ctr">
                    <a:solidFill>
                      <a:srgbClr val="00B050"/>
                    </a:solidFill>
                  </a:tcPr>
                </a:tc>
                <a:tc>
                  <a:txBody>
                    <a:bodyPr/>
                    <a:lstStyle/>
                    <a:p>
                      <a:pPr algn="ctr"/>
                      <a:r>
                        <a:rPr kumimoji="1" lang="en-US" altLang="ja-JP" sz="1100" dirty="0">
                          <a:latin typeface="メイリオ" panose="020B0604030504040204" pitchFamily="50" charset="-128"/>
                          <a:ea typeface="メイリオ" panose="020B0604030504040204" pitchFamily="50" charset="-128"/>
                        </a:rPr>
                        <a:t>Mem</a:t>
                      </a:r>
                      <a:endParaRPr kumimoji="1" lang="ja-JP" altLang="en-US" sz="1100" dirty="0">
                        <a:latin typeface="メイリオ" panose="020B0604030504040204" pitchFamily="50" charset="-128"/>
                        <a:ea typeface="メイリオ" panose="020B0604030504040204" pitchFamily="50" charset="-128"/>
                      </a:endParaRPr>
                    </a:p>
                  </a:txBody>
                  <a:tcPr anchor="ctr">
                    <a:solidFill>
                      <a:srgbClr val="00B050"/>
                    </a:solidFill>
                  </a:tcPr>
                </a:tc>
                <a:tc>
                  <a:txBody>
                    <a:bodyPr/>
                    <a:lstStyle/>
                    <a:p>
                      <a:pPr algn="ctr"/>
                      <a:r>
                        <a:rPr kumimoji="1" lang="en-US" altLang="ja-JP" sz="1100" dirty="0">
                          <a:latin typeface="メイリオ" panose="020B0604030504040204" pitchFamily="50" charset="-128"/>
                          <a:ea typeface="メイリオ" panose="020B0604030504040204" pitchFamily="50" charset="-128"/>
                        </a:rPr>
                        <a:t>SSD</a:t>
                      </a:r>
                      <a:endParaRPr kumimoji="1" lang="ja-JP" altLang="en-US" sz="1100" dirty="0">
                        <a:latin typeface="メイリオ" panose="020B0604030504040204" pitchFamily="50" charset="-128"/>
                        <a:ea typeface="メイリオ" panose="020B0604030504040204" pitchFamily="50" charset="-128"/>
                      </a:endParaRPr>
                    </a:p>
                  </a:txBody>
                  <a:tcPr anchor="ctr">
                    <a:solidFill>
                      <a:srgbClr val="00B050"/>
                    </a:solidFill>
                  </a:tcPr>
                </a:tc>
                <a:extLst>
                  <a:ext uri="{0D108BD9-81ED-4DB2-BD59-A6C34878D82A}">
                    <a16:rowId xmlns:a16="http://schemas.microsoft.com/office/drawing/2014/main" val="3224176902"/>
                  </a:ext>
                </a:extLst>
              </a:tr>
              <a:tr h="288032">
                <a:tc vMerge="1">
                  <a:txBody>
                    <a:bodyPr/>
                    <a:lstStyle/>
                    <a:p>
                      <a:endParaRPr kumimoji="1" lang="ja-JP" alt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b="1" dirty="0">
                          <a:latin typeface="メイリオ" panose="020B0604030504040204" pitchFamily="50" charset="-128"/>
                          <a:ea typeface="メイリオ" panose="020B0604030504040204" pitchFamily="50" charset="-128"/>
                        </a:rPr>
                        <a:t>LB</a:t>
                      </a:r>
                      <a:r>
                        <a:rPr kumimoji="1" lang="ja-JP" altLang="en-US" sz="1000" b="1" dirty="0">
                          <a:latin typeface="メイリオ" panose="020B0604030504040204" pitchFamily="50" charset="-128"/>
                          <a:ea typeface="メイリオ" panose="020B0604030504040204" pitchFamily="50" charset="-128"/>
                        </a:rPr>
                        <a:t>サーバ</a:t>
                      </a:r>
                    </a:p>
                  </a:txBody>
                  <a:tcPr anchor="ctr"/>
                </a:tc>
                <a:tc>
                  <a:txBody>
                    <a:bodyPr/>
                    <a:lstStyle/>
                    <a:p>
                      <a:pPr algn="r"/>
                      <a:r>
                        <a:rPr kumimoji="1" lang="en-US" altLang="ja-JP" sz="1000" dirty="0">
                          <a:latin typeface="メイリオ" panose="020B0604030504040204" pitchFamily="50" charset="-128"/>
                          <a:ea typeface="メイリオ" panose="020B0604030504040204" pitchFamily="50" charset="-128"/>
                        </a:rPr>
                        <a:t>1</a:t>
                      </a:r>
                      <a:r>
                        <a:rPr kumimoji="1" lang="ja-JP" altLang="en-US" sz="1000" dirty="0">
                          <a:latin typeface="メイリオ" panose="020B0604030504040204" pitchFamily="50" charset="-128"/>
                          <a:ea typeface="メイリオ" panose="020B0604030504040204" pitchFamily="50" charset="-128"/>
                        </a:rPr>
                        <a:t>コア</a:t>
                      </a:r>
                    </a:p>
                  </a:txBody>
                  <a:tcPr anchor="ctr"/>
                </a:tc>
                <a:tc>
                  <a:txBody>
                    <a:bodyPr/>
                    <a:lstStyle/>
                    <a:p>
                      <a:pPr algn="r"/>
                      <a:r>
                        <a:rPr kumimoji="1" lang="en-US" altLang="ja-JP" sz="1000" dirty="0">
                          <a:latin typeface="メイリオ" panose="020B0604030504040204" pitchFamily="50" charset="-128"/>
                          <a:ea typeface="メイリオ" panose="020B0604030504040204" pitchFamily="50" charset="-128"/>
                        </a:rPr>
                        <a:t>2GB</a:t>
                      </a:r>
                      <a:endParaRPr kumimoji="1" lang="ja-JP" altLang="en-US" sz="1000" dirty="0">
                        <a:latin typeface="メイリオ" panose="020B0604030504040204" pitchFamily="50" charset="-128"/>
                        <a:ea typeface="メイリオ" panose="020B0604030504040204" pitchFamily="50" charset="-128"/>
                      </a:endParaRPr>
                    </a:p>
                  </a:txBody>
                  <a:tcPr anchor="ctr"/>
                </a:tc>
                <a:tc>
                  <a:txBody>
                    <a:bodyPr/>
                    <a:lstStyle/>
                    <a:p>
                      <a:pPr algn="r"/>
                      <a:r>
                        <a:rPr kumimoji="1" lang="en-US" altLang="ja-JP" sz="1000" dirty="0">
                          <a:latin typeface="メイリオ" panose="020B0604030504040204" pitchFamily="50" charset="-128"/>
                          <a:ea typeface="メイリオ" panose="020B0604030504040204" pitchFamily="50" charset="-128"/>
                        </a:rPr>
                        <a:t>20GB</a:t>
                      </a:r>
                      <a:endParaRPr kumimoji="1" lang="ja-JP" altLang="en-US" sz="1000" dirty="0">
                        <a:latin typeface="メイリオ" panose="020B0604030504040204" pitchFamily="50" charset="-128"/>
                        <a:ea typeface="メイリオ" panose="020B0604030504040204" pitchFamily="50" charset="-128"/>
                      </a:endParaRPr>
                    </a:p>
                  </a:txBody>
                  <a:tcPr anchor="ctr"/>
                </a:tc>
                <a:extLst>
                  <a:ext uri="{0D108BD9-81ED-4DB2-BD59-A6C34878D82A}">
                    <a16:rowId xmlns:a16="http://schemas.microsoft.com/office/drawing/2014/main" val="2188358318"/>
                  </a:ext>
                </a:extLst>
              </a:tr>
              <a:tr h="288032">
                <a:tc vMerge="1">
                  <a:txBody>
                    <a:bodyPr/>
                    <a:lstStyle/>
                    <a:p>
                      <a:pPr algn="ctr"/>
                      <a:endParaRPr kumimoji="1" lang="ja-JP" altLang="en-US" sz="1000" b="1" dirty="0">
                        <a:solidFill>
                          <a:schemeClr val="bg1"/>
                        </a:solidFill>
                        <a:latin typeface="メイリオ" panose="020B0604030504040204" pitchFamily="50" charset="-128"/>
                        <a:ea typeface="メイリオ" panose="020B0604030504040204" pitchFamily="50" charset="-128"/>
                      </a:endParaRPr>
                    </a:p>
                  </a:txBody>
                  <a:tcPr anchor="ctr">
                    <a:solidFill>
                      <a:srgbClr val="4F81BD"/>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00" b="1" dirty="0">
                          <a:latin typeface="メイリオ" panose="020B0604030504040204" pitchFamily="50" charset="-128"/>
                          <a:ea typeface="メイリオ" panose="020B0604030504040204" pitchFamily="50" charset="-128"/>
                        </a:rPr>
                        <a:t>WEB</a:t>
                      </a:r>
                      <a:r>
                        <a:rPr kumimoji="1" lang="ja-JP" altLang="en-US" sz="1000" b="1" dirty="0">
                          <a:latin typeface="メイリオ" panose="020B0604030504040204" pitchFamily="50" charset="-128"/>
                          <a:ea typeface="メイリオ" panose="020B0604030504040204" pitchFamily="50" charset="-128"/>
                        </a:rPr>
                        <a:t>・</a:t>
                      </a:r>
                      <a:r>
                        <a:rPr kumimoji="1" lang="en-US" altLang="ja-JP" sz="1000" b="1" dirty="0">
                          <a:latin typeface="メイリオ" panose="020B0604030504040204" pitchFamily="50" charset="-128"/>
                          <a:ea typeface="メイリオ" panose="020B0604030504040204" pitchFamily="50" charset="-128"/>
                        </a:rPr>
                        <a:t>DB</a:t>
                      </a:r>
                      <a:r>
                        <a:rPr kumimoji="1" lang="ja-JP" altLang="en-US" sz="1000" b="1" dirty="0">
                          <a:latin typeface="メイリオ" panose="020B0604030504040204" pitchFamily="50" charset="-128"/>
                          <a:ea typeface="メイリオ" panose="020B0604030504040204" pitchFamily="50" charset="-128"/>
                        </a:rPr>
                        <a:t>サーバ（同居）</a:t>
                      </a:r>
                    </a:p>
                  </a:txBody>
                  <a:tcPr anchor="ctr"/>
                </a:tc>
                <a:tc>
                  <a:txBody>
                    <a:bodyPr/>
                    <a:lstStyle/>
                    <a:p>
                      <a:pPr algn="r"/>
                      <a:r>
                        <a:rPr kumimoji="1" lang="en-US" altLang="ja-JP" sz="1000" dirty="0">
                          <a:latin typeface="メイリオ" panose="020B0604030504040204" pitchFamily="50" charset="-128"/>
                          <a:ea typeface="メイリオ" panose="020B0604030504040204" pitchFamily="50" charset="-128"/>
                        </a:rPr>
                        <a:t>2</a:t>
                      </a:r>
                      <a:r>
                        <a:rPr kumimoji="1" lang="ja-JP" altLang="en-US" sz="1000" dirty="0">
                          <a:latin typeface="メイリオ" panose="020B0604030504040204" pitchFamily="50" charset="-128"/>
                          <a:ea typeface="メイリオ" panose="020B0604030504040204" pitchFamily="50" charset="-128"/>
                        </a:rPr>
                        <a:t>コア</a:t>
                      </a:r>
                    </a:p>
                  </a:txBody>
                  <a:tcPr anchor="ctr"/>
                </a:tc>
                <a:tc>
                  <a:txBody>
                    <a:bodyPr/>
                    <a:lstStyle/>
                    <a:p>
                      <a:pPr algn="r"/>
                      <a:r>
                        <a:rPr kumimoji="1" lang="en-US" altLang="ja-JP" sz="1000" dirty="0">
                          <a:latin typeface="メイリオ" panose="020B0604030504040204" pitchFamily="50" charset="-128"/>
                          <a:ea typeface="メイリオ" panose="020B0604030504040204" pitchFamily="50" charset="-128"/>
                        </a:rPr>
                        <a:t>4GB</a:t>
                      </a:r>
                      <a:endParaRPr kumimoji="1" lang="ja-JP" altLang="en-US" sz="1000" dirty="0">
                        <a:latin typeface="メイリオ" panose="020B0604030504040204" pitchFamily="50" charset="-128"/>
                        <a:ea typeface="メイリオ" panose="020B0604030504040204" pitchFamily="50" charset="-128"/>
                      </a:endParaRPr>
                    </a:p>
                  </a:txBody>
                  <a:tcPr anchor="ctr"/>
                </a:tc>
                <a:tc>
                  <a:txBody>
                    <a:bodyPr/>
                    <a:lstStyle/>
                    <a:p>
                      <a:pPr algn="r"/>
                      <a:r>
                        <a:rPr kumimoji="1" lang="en-US" altLang="ja-JP" sz="1000" dirty="0">
                          <a:latin typeface="メイリオ" panose="020B0604030504040204" pitchFamily="50" charset="-128"/>
                          <a:ea typeface="メイリオ" panose="020B0604030504040204" pitchFamily="50" charset="-128"/>
                        </a:rPr>
                        <a:t>100GB</a:t>
                      </a:r>
                      <a:endParaRPr kumimoji="1" lang="ja-JP" altLang="en-US" sz="1000" dirty="0">
                        <a:latin typeface="メイリオ" panose="020B0604030504040204" pitchFamily="50" charset="-128"/>
                        <a:ea typeface="メイリオ" panose="020B0604030504040204" pitchFamily="50" charset="-128"/>
                      </a:endParaRPr>
                    </a:p>
                  </a:txBody>
                  <a:tcPr anchor="ctr"/>
                </a:tc>
                <a:extLst>
                  <a:ext uri="{0D108BD9-81ED-4DB2-BD59-A6C34878D82A}">
                    <a16:rowId xmlns:a16="http://schemas.microsoft.com/office/drawing/2014/main" val="3746547364"/>
                  </a:ext>
                </a:extLst>
              </a:tr>
            </a:tbl>
          </a:graphicData>
        </a:graphic>
      </p:graphicFrame>
      <p:grpSp>
        <p:nvGrpSpPr>
          <p:cNvPr id="41" name="グループ化 40">
            <a:extLst>
              <a:ext uri="{FF2B5EF4-FFF2-40B4-BE49-F238E27FC236}">
                <a16:creationId xmlns:a16="http://schemas.microsoft.com/office/drawing/2014/main" id="{BE4406F1-FAFD-ADF9-4B61-F115A803CADF}"/>
              </a:ext>
            </a:extLst>
          </p:cNvPr>
          <p:cNvGrpSpPr/>
          <p:nvPr/>
        </p:nvGrpSpPr>
        <p:grpSpPr>
          <a:xfrm>
            <a:off x="1030036" y="1433197"/>
            <a:ext cx="6432663" cy="2283835"/>
            <a:chOff x="0" y="0"/>
            <a:chExt cx="6438899" cy="3222662"/>
          </a:xfrm>
        </p:grpSpPr>
        <p:grpSp>
          <p:nvGrpSpPr>
            <p:cNvPr id="42" name="グループ化 41">
              <a:extLst>
                <a:ext uri="{FF2B5EF4-FFF2-40B4-BE49-F238E27FC236}">
                  <a16:creationId xmlns:a16="http://schemas.microsoft.com/office/drawing/2014/main" id="{17C48277-8AB0-E291-BC9E-932F627AF22A}"/>
                </a:ext>
              </a:extLst>
            </p:cNvPr>
            <p:cNvGrpSpPr/>
            <p:nvPr/>
          </p:nvGrpSpPr>
          <p:grpSpPr>
            <a:xfrm>
              <a:off x="0" y="0"/>
              <a:ext cx="6438899" cy="3222662"/>
              <a:chOff x="0" y="0"/>
              <a:chExt cx="6484379" cy="3276000"/>
            </a:xfrm>
          </p:grpSpPr>
          <p:sp>
            <p:nvSpPr>
              <p:cNvPr id="45" name="テキスト ボックス 19">
                <a:extLst>
                  <a:ext uri="{FF2B5EF4-FFF2-40B4-BE49-F238E27FC236}">
                    <a16:creationId xmlns:a16="http://schemas.microsoft.com/office/drawing/2014/main" id="{0ED8AA7C-5D74-D8BD-8D64-C4785563849F}"/>
                  </a:ext>
                </a:extLst>
              </p:cNvPr>
              <p:cNvSpPr txBox="1"/>
              <p:nvPr/>
            </p:nvSpPr>
            <p:spPr>
              <a:xfrm>
                <a:off x="0" y="1193361"/>
                <a:ext cx="1434046" cy="348068"/>
              </a:xfrm>
              <a:prstGeom prst="rect">
                <a:avLst/>
              </a:prstGeom>
              <a:noFill/>
            </p:spPr>
            <p:txBody>
              <a:bodyPr wrap="square" rtlCol="0">
                <a:spAutoFit/>
              </a:bodyPr>
              <a:lstStyle>
                <a:defPPr>
                  <a:defRPr lang="ja-JP"/>
                </a:defPPr>
                <a:lvl1pPr marL="0" indent="0" algn="l" defTabSz="457200" rtl="0" eaLnBrk="1" latinLnBrk="0" hangingPunct="1">
                  <a:defRPr kumimoji="1" sz="1800" kern="1200">
                    <a:solidFill>
                      <a:schemeClr val="tx1"/>
                    </a:solidFill>
                    <a:latin typeface="+mn-lt"/>
                    <a:ea typeface="+mn-ea"/>
                    <a:cs typeface="+mn-cs"/>
                  </a:defRPr>
                </a:lvl1pPr>
                <a:lvl2pPr marL="457200" indent="0" algn="l" defTabSz="457200" rtl="0" eaLnBrk="1" latinLnBrk="0" hangingPunct="1">
                  <a:defRPr kumimoji="1" sz="1800" kern="1200">
                    <a:solidFill>
                      <a:schemeClr val="tx1"/>
                    </a:solidFill>
                    <a:latin typeface="+mn-lt"/>
                    <a:ea typeface="+mn-ea"/>
                    <a:cs typeface="+mn-cs"/>
                  </a:defRPr>
                </a:lvl2pPr>
                <a:lvl3pPr marL="914400" indent="0" algn="l" defTabSz="457200" rtl="0" eaLnBrk="1" latinLnBrk="0" hangingPunct="1">
                  <a:defRPr kumimoji="1" sz="1800" kern="1200">
                    <a:solidFill>
                      <a:schemeClr val="tx1"/>
                    </a:solidFill>
                    <a:latin typeface="+mn-lt"/>
                    <a:ea typeface="+mn-ea"/>
                    <a:cs typeface="+mn-cs"/>
                  </a:defRPr>
                </a:lvl3pPr>
                <a:lvl4pPr marL="1371600" indent="0" algn="l" defTabSz="457200" rtl="0" eaLnBrk="1" latinLnBrk="0" hangingPunct="1">
                  <a:defRPr kumimoji="1" sz="1800" kern="1200">
                    <a:solidFill>
                      <a:schemeClr val="tx1"/>
                    </a:solidFill>
                    <a:latin typeface="+mn-lt"/>
                    <a:ea typeface="+mn-ea"/>
                    <a:cs typeface="+mn-cs"/>
                  </a:defRPr>
                </a:lvl4pPr>
                <a:lvl5pPr marL="1828800" indent="0" algn="l" defTabSz="457200" rtl="0" eaLnBrk="1" latinLnBrk="0" hangingPunct="1">
                  <a:defRPr kumimoji="1" sz="1800" kern="1200">
                    <a:solidFill>
                      <a:schemeClr val="tx1"/>
                    </a:solidFill>
                    <a:latin typeface="+mn-lt"/>
                    <a:ea typeface="+mn-ea"/>
                    <a:cs typeface="+mn-cs"/>
                  </a:defRPr>
                </a:lvl5pPr>
                <a:lvl6pPr marL="2286000" indent="0" algn="l" defTabSz="457200" rtl="0" eaLnBrk="1" latinLnBrk="0" hangingPunct="1">
                  <a:defRPr kumimoji="1" sz="1800" kern="1200">
                    <a:solidFill>
                      <a:schemeClr val="tx1"/>
                    </a:solidFill>
                    <a:latin typeface="+mn-lt"/>
                    <a:ea typeface="+mn-ea"/>
                    <a:cs typeface="+mn-cs"/>
                  </a:defRPr>
                </a:lvl6pPr>
                <a:lvl7pPr marL="2743200" indent="0" algn="l" defTabSz="457200" rtl="0" eaLnBrk="1" latinLnBrk="0" hangingPunct="1">
                  <a:defRPr kumimoji="1" sz="1800" kern="1200">
                    <a:solidFill>
                      <a:schemeClr val="tx1"/>
                    </a:solidFill>
                    <a:latin typeface="+mn-lt"/>
                    <a:ea typeface="+mn-ea"/>
                    <a:cs typeface="+mn-cs"/>
                  </a:defRPr>
                </a:lvl7pPr>
                <a:lvl8pPr marL="3200400" indent="0" algn="l" defTabSz="457200" rtl="0" eaLnBrk="1" latinLnBrk="0" hangingPunct="1">
                  <a:defRPr kumimoji="1" sz="1800" kern="1200">
                    <a:solidFill>
                      <a:schemeClr val="tx1"/>
                    </a:solidFill>
                    <a:latin typeface="+mn-lt"/>
                    <a:ea typeface="+mn-ea"/>
                    <a:cs typeface="+mn-cs"/>
                  </a:defRPr>
                </a:lvl8pPr>
                <a:lvl9pPr marL="3657600" indent="0" algn="l" defTabSz="457200" rtl="0" eaLnBrk="1" latinLnBrk="0" hangingPunct="1">
                  <a:defRPr kumimoji="1" sz="1800" kern="1200">
                    <a:solidFill>
                      <a:schemeClr val="tx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1" lang="ja-JP" altLang="en-US" sz="1000" b="0" i="0" u="none" strike="noStrike" kern="1200" cap="none" spc="0" normalizeH="0" baseline="0">
                    <a:ln>
                      <a:noFill/>
                    </a:ln>
                    <a:solidFill>
                      <a:prstClr val="black"/>
                    </a:solidFill>
                    <a:effectLst/>
                    <a:uLnTx/>
                    <a:uFillTx/>
                    <a:latin typeface="メイリオ" pitchFamily="50" charset="-128"/>
                    <a:ea typeface="メイリオ" pitchFamily="50" charset="-128"/>
                    <a:cs typeface="メイリオ" pitchFamily="50" charset="-128"/>
                  </a:rPr>
                  <a:t>インターネット</a:t>
                </a:r>
              </a:p>
            </p:txBody>
          </p:sp>
          <p:grpSp>
            <p:nvGrpSpPr>
              <p:cNvPr id="46" name="グループ化 45">
                <a:extLst>
                  <a:ext uri="{FF2B5EF4-FFF2-40B4-BE49-F238E27FC236}">
                    <a16:creationId xmlns:a16="http://schemas.microsoft.com/office/drawing/2014/main" id="{F13B81CB-561F-EB02-49E2-E566562086DD}"/>
                  </a:ext>
                </a:extLst>
              </p:cNvPr>
              <p:cNvGrpSpPr/>
              <p:nvPr/>
            </p:nvGrpSpPr>
            <p:grpSpPr>
              <a:xfrm>
                <a:off x="249398" y="0"/>
                <a:ext cx="6234981" cy="3276000"/>
                <a:chOff x="249398" y="0"/>
                <a:chExt cx="6234981" cy="3276000"/>
              </a:xfrm>
            </p:grpSpPr>
            <p:pic>
              <p:nvPicPr>
                <p:cNvPr id="47" name="Picture 8">
                  <a:extLst>
                    <a:ext uri="{FF2B5EF4-FFF2-40B4-BE49-F238E27FC236}">
                      <a16:creationId xmlns:a16="http://schemas.microsoft.com/office/drawing/2014/main" id="{58CF46AF-0C68-7F13-9DCB-F5C162E8FCC3}"/>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49398" y="198494"/>
                  <a:ext cx="891693" cy="1031203"/>
                </a:xfrm>
                <a:prstGeom prst="rect">
                  <a:avLst/>
                </a:prstGeom>
                <a:noFill/>
                <a:extLst>
                  <a:ext uri="{909E8E84-426E-40DD-AFC4-6F175D3DCCD1}">
                    <a14:hiddenFill xmlns:a14="http://schemas.microsoft.com/office/drawing/2010/main">
                      <a:solidFill>
                        <a:srgbClr val="FFFFFF"/>
                      </a:solidFill>
                    </a14:hiddenFill>
                  </a:ext>
                </a:extLst>
              </p:spPr>
            </p:pic>
            <p:sp>
              <p:nvSpPr>
                <p:cNvPr id="48" name="テキスト ボックス 12">
                  <a:extLst>
                    <a:ext uri="{FF2B5EF4-FFF2-40B4-BE49-F238E27FC236}">
                      <a16:creationId xmlns:a16="http://schemas.microsoft.com/office/drawing/2014/main" id="{86145C13-A153-9D94-EA84-5C2D089AED10}"/>
                    </a:ext>
                  </a:extLst>
                </p:cNvPr>
                <p:cNvSpPr txBox="1"/>
                <p:nvPr/>
              </p:nvSpPr>
              <p:spPr>
                <a:xfrm>
                  <a:off x="3606822" y="642276"/>
                  <a:ext cx="1296144" cy="246221"/>
                </a:xfrm>
                <a:prstGeom prst="rect">
                  <a:avLst/>
                </a:prstGeom>
                <a:noFill/>
              </p:spPr>
              <p:txBody>
                <a:bodyPr wrap="square" rtlCol="0">
                  <a:spAutoFit/>
                </a:bodyPr>
                <a:lstStyle>
                  <a:defPPr>
                    <a:defRPr lang="ja-JP"/>
                  </a:defPPr>
                  <a:lvl1pPr marL="0" indent="0" algn="l" defTabSz="457200" rtl="0" eaLnBrk="1" latinLnBrk="0" hangingPunct="1">
                    <a:defRPr kumimoji="1" sz="1800" kern="1200">
                      <a:solidFill>
                        <a:schemeClr val="tx1"/>
                      </a:solidFill>
                      <a:latin typeface="+mn-lt"/>
                      <a:ea typeface="+mn-ea"/>
                      <a:cs typeface="+mn-cs"/>
                    </a:defRPr>
                  </a:lvl1pPr>
                  <a:lvl2pPr marL="457200" indent="0" algn="l" defTabSz="457200" rtl="0" eaLnBrk="1" latinLnBrk="0" hangingPunct="1">
                    <a:defRPr kumimoji="1" sz="1800" kern="1200">
                      <a:solidFill>
                        <a:schemeClr val="tx1"/>
                      </a:solidFill>
                      <a:latin typeface="+mn-lt"/>
                      <a:ea typeface="+mn-ea"/>
                      <a:cs typeface="+mn-cs"/>
                    </a:defRPr>
                  </a:lvl2pPr>
                  <a:lvl3pPr marL="914400" indent="0" algn="l" defTabSz="457200" rtl="0" eaLnBrk="1" latinLnBrk="0" hangingPunct="1">
                    <a:defRPr kumimoji="1" sz="1800" kern="1200">
                      <a:solidFill>
                        <a:schemeClr val="tx1"/>
                      </a:solidFill>
                      <a:latin typeface="+mn-lt"/>
                      <a:ea typeface="+mn-ea"/>
                      <a:cs typeface="+mn-cs"/>
                    </a:defRPr>
                  </a:lvl3pPr>
                  <a:lvl4pPr marL="1371600" indent="0" algn="l" defTabSz="457200" rtl="0" eaLnBrk="1" latinLnBrk="0" hangingPunct="1">
                    <a:defRPr kumimoji="1" sz="1800" kern="1200">
                      <a:solidFill>
                        <a:schemeClr val="tx1"/>
                      </a:solidFill>
                      <a:latin typeface="+mn-lt"/>
                      <a:ea typeface="+mn-ea"/>
                      <a:cs typeface="+mn-cs"/>
                    </a:defRPr>
                  </a:lvl4pPr>
                  <a:lvl5pPr marL="1828800" indent="0" algn="l" defTabSz="457200" rtl="0" eaLnBrk="1" latinLnBrk="0" hangingPunct="1">
                    <a:defRPr kumimoji="1" sz="1800" kern="1200">
                      <a:solidFill>
                        <a:schemeClr val="tx1"/>
                      </a:solidFill>
                      <a:latin typeface="+mn-lt"/>
                      <a:ea typeface="+mn-ea"/>
                      <a:cs typeface="+mn-cs"/>
                    </a:defRPr>
                  </a:lvl5pPr>
                  <a:lvl6pPr marL="2286000" indent="0" algn="l" defTabSz="457200" rtl="0" eaLnBrk="1" latinLnBrk="0" hangingPunct="1">
                    <a:defRPr kumimoji="1" sz="1800" kern="1200">
                      <a:solidFill>
                        <a:schemeClr val="tx1"/>
                      </a:solidFill>
                      <a:latin typeface="+mn-lt"/>
                      <a:ea typeface="+mn-ea"/>
                      <a:cs typeface="+mn-cs"/>
                    </a:defRPr>
                  </a:lvl6pPr>
                  <a:lvl7pPr marL="2743200" indent="0" algn="l" defTabSz="457200" rtl="0" eaLnBrk="1" latinLnBrk="0" hangingPunct="1">
                    <a:defRPr kumimoji="1" sz="1800" kern="1200">
                      <a:solidFill>
                        <a:schemeClr val="tx1"/>
                      </a:solidFill>
                      <a:latin typeface="+mn-lt"/>
                      <a:ea typeface="+mn-ea"/>
                      <a:cs typeface="+mn-cs"/>
                    </a:defRPr>
                  </a:lvl7pPr>
                  <a:lvl8pPr marL="3200400" indent="0" algn="l" defTabSz="457200" rtl="0" eaLnBrk="1" latinLnBrk="0" hangingPunct="1">
                    <a:defRPr kumimoji="1" sz="1800" kern="1200">
                      <a:solidFill>
                        <a:schemeClr val="tx1"/>
                      </a:solidFill>
                      <a:latin typeface="+mn-lt"/>
                      <a:ea typeface="+mn-ea"/>
                      <a:cs typeface="+mn-cs"/>
                    </a:defRPr>
                  </a:lvl8pPr>
                  <a:lvl9pPr marL="3657600" indent="0" algn="l" defTabSz="457200" rtl="0" eaLnBrk="1" latinLnBrk="0" hangingPunct="1">
                    <a:defRPr kumimoji="1" sz="1800" kern="1200">
                      <a:solidFill>
                        <a:schemeClr val="tx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1" lang="ja-JP" altLang="en-US" sz="1000" b="0" i="0" u="none" strike="noStrike" kern="1200" cap="none" spc="0" normalizeH="0" baseline="0">
                      <a:ln>
                        <a:noFill/>
                      </a:ln>
                      <a:solidFill>
                        <a:prstClr val="black"/>
                      </a:solidFill>
                      <a:effectLst/>
                      <a:uLnTx/>
                      <a:uFillTx/>
                      <a:latin typeface="メイリオ" pitchFamily="50" charset="-128"/>
                      <a:ea typeface="メイリオ" pitchFamily="50" charset="-128"/>
                      <a:cs typeface="メイリオ" pitchFamily="50" charset="-128"/>
                    </a:rPr>
                    <a:t>ロードバランサー</a:t>
                  </a:r>
                </a:p>
              </p:txBody>
            </p:sp>
            <p:sp>
              <p:nvSpPr>
                <p:cNvPr id="49" name="テキスト ボックス 16">
                  <a:extLst>
                    <a:ext uri="{FF2B5EF4-FFF2-40B4-BE49-F238E27FC236}">
                      <a16:creationId xmlns:a16="http://schemas.microsoft.com/office/drawing/2014/main" id="{F6F7B03D-79EA-749F-817E-C000FD49C4F3}"/>
                    </a:ext>
                  </a:extLst>
                </p:cNvPr>
                <p:cNvSpPr txBox="1"/>
                <p:nvPr/>
              </p:nvSpPr>
              <p:spPr>
                <a:xfrm>
                  <a:off x="2936846" y="2923449"/>
                  <a:ext cx="3118843" cy="246221"/>
                </a:xfrm>
                <a:prstGeom prst="rect">
                  <a:avLst/>
                </a:prstGeom>
                <a:noFill/>
              </p:spPr>
              <p:txBody>
                <a:bodyPr wrap="square" rtlCol="0">
                  <a:spAutoFit/>
                </a:bodyPr>
                <a:lstStyle>
                  <a:defPPr>
                    <a:defRPr lang="ja-JP"/>
                  </a:defPPr>
                  <a:lvl1pPr marL="0" indent="0" algn="l" defTabSz="457200" rtl="0" eaLnBrk="1" latinLnBrk="0" hangingPunct="1">
                    <a:defRPr kumimoji="1" sz="1800" kern="1200">
                      <a:solidFill>
                        <a:schemeClr val="tx1"/>
                      </a:solidFill>
                      <a:latin typeface="+mn-lt"/>
                      <a:ea typeface="+mn-ea"/>
                      <a:cs typeface="+mn-cs"/>
                    </a:defRPr>
                  </a:lvl1pPr>
                  <a:lvl2pPr marL="457200" indent="0" algn="l" defTabSz="457200" rtl="0" eaLnBrk="1" latinLnBrk="0" hangingPunct="1">
                    <a:defRPr kumimoji="1" sz="1800" kern="1200">
                      <a:solidFill>
                        <a:schemeClr val="tx1"/>
                      </a:solidFill>
                      <a:latin typeface="+mn-lt"/>
                      <a:ea typeface="+mn-ea"/>
                      <a:cs typeface="+mn-cs"/>
                    </a:defRPr>
                  </a:lvl2pPr>
                  <a:lvl3pPr marL="914400" indent="0" algn="l" defTabSz="457200" rtl="0" eaLnBrk="1" latinLnBrk="0" hangingPunct="1">
                    <a:defRPr kumimoji="1" sz="1800" kern="1200">
                      <a:solidFill>
                        <a:schemeClr val="tx1"/>
                      </a:solidFill>
                      <a:latin typeface="+mn-lt"/>
                      <a:ea typeface="+mn-ea"/>
                      <a:cs typeface="+mn-cs"/>
                    </a:defRPr>
                  </a:lvl3pPr>
                  <a:lvl4pPr marL="1371600" indent="0" algn="l" defTabSz="457200" rtl="0" eaLnBrk="1" latinLnBrk="0" hangingPunct="1">
                    <a:defRPr kumimoji="1" sz="1800" kern="1200">
                      <a:solidFill>
                        <a:schemeClr val="tx1"/>
                      </a:solidFill>
                      <a:latin typeface="+mn-lt"/>
                      <a:ea typeface="+mn-ea"/>
                      <a:cs typeface="+mn-cs"/>
                    </a:defRPr>
                  </a:lvl4pPr>
                  <a:lvl5pPr marL="1828800" indent="0" algn="l" defTabSz="457200" rtl="0" eaLnBrk="1" latinLnBrk="0" hangingPunct="1">
                    <a:defRPr kumimoji="1" sz="1800" kern="1200">
                      <a:solidFill>
                        <a:schemeClr val="tx1"/>
                      </a:solidFill>
                      <a:latin typeface="+mn-lt"/>
                      <a:ea typeface="+mn-ea"/>
                      <a:cs typeface="+mn-cs"/>
                    </a:defRPr>
                  </a:lvl5pPr>
                  <a:lvl6pPr marL="2286000" indent="0" algn="l" defTabSz="457200" rtl="0" eaLnBrk="1" latinLnBrk="0" hangingPunct="1">
                    <a:defRPr kumimoji="1" sz="1800" kern="1200">
                      <a:solidFill>
                        <a:schemeClr val="tx1"/>
                      </a:solidFill>
                      <a:latin typeface="+mn-lt"/>
                      <a:ea typeface="+mn-ea"/>
                      <a:cs typeface="+mn-cs"/>
                    </a:defRPr>
                  </a:lvl6pPr>
                  <a:lvl7pPr marL="2743200" indent="0" algn="l" defTabSz="457200" rtl="0" eaLnBrk="1" latinLnBrk="0" hangingPunct="1">
                    <a:defRPr kumimoji="1" sz="1800" kern="1200">
                      <a:solidFill>
                        <a:schemeClr val="tx1"/>
                      </a:solidFill>
                      <a:latin typeface="+mn-lt"/>
                      <a:ea typeface="+mn-ea"/>
                      <a:cs typeface="+mn-cs"/>
                    </a:defRPr>
                  </a:lvl7pPr>
                  <a:lvl8pPr marL="3200400" indent="0" algn="l" defTabSz="457200" rtl="0" eaLnBrk="1" latinLnBrk="0" hangingPunct="1">
                    <a:defRPr kumimoji="1" sz="1800" kern="1200">
                      <a:solidFill>
                        <a:schemeClr val="tx1"/>
                      </a:solidFill>
                      <a:latin typeface="+mn-lt"/>
                      <a:ea typeface="+mn-ea"/>
                      <a:cs typeface="+mn-cs"/>
                    </a:defRPr>
                  </a:lvl8pPr>
                  <a:lvl9pPr marL="3657600" indent="0" algn="l" defTabSz="457200" rtl="0" eaLnBrk="1" latinLnBrk="0" hangingPunct="1">
                    <a:defRPr kumimoji="1" sz="1800" kern="1200">
                      <a:solidFill>
                        <a:schemeClr val="tx1"/>
                      </a:solidFill>
                      <a:latin typeface="+mn-lt"/>
                      <a:ea typeface="+mn-ea"/>
                      <a:cs typeface="+mn-cs"/>
                    </a:defRPr>
                  </a:lvl9pPr>
                </a:lstStyle>
                <a:p>
                  <a:pPr marL="0" marR="0" lvl="0" indent="0" defTabSz="457200" rtl="0" eaLnBrk="1" fontAlgn="auto" latinLnBrk="0" hangingPunct="1">
                    <a:lnSpc>
                      <a:spcPct val="100000"/>
                    </a:lnSpc>
                    <a:spcBef>
                      <a:spcPts val="0"/>
                    </a:spcBef>
                    <a:spcAft>
                      <a:spcPts val="0"/>
                    </a:spcAft>
                    <a:buClrTx/>
                    <a:buSzTx/>
                    <a:buFontTx/>
                    <a:buNone/>
                    <a:tabLst/>
                    <a:defRPr/>
                  </a:pPr>
                  <a:r>
                    <a:rPr kumimoji="1" lang="ja-JP" altLang="en-US" sz="1000" b="0" i="0" u="none" strike="noStrike" kern="1200" cap="none" spc="0" normalizeH="0" baseline="0">
                      <a:ln>
                        <a:noFill/>
                      </a:ln>
                      <a:solidFill>
                        <a:prstClr val="black"/>
                      </a:solidFill>
                      <a:effectLst/>
                      <a:uLnTx/>
                      <a:uFillTx/>
                      <a:latin typeface="メイリオ" pitchFamily="50" charset="-128"/>
                      <a:ea typeface="メイリオ" pitchFamily="50" charset="-128"/>
                      <a:cs typeface="メイリオ" pitchFamily="50" charset="-128"/>
                    </a:rPr>
                    <a:t>プライベートネットワーク</a:t>
                  </a:r>
                  <a:r>
                    <a:rPr kumimoji="1" lang="en-US" altLang="ja-JP" sz="1000" b="0" i="0" u="none" strike="noStrike" kern="1200" cap="none" spc="0" normalizeH="0" baseline="0">
                      <a:ln>
                        <a:noFill/>
                      </a:ln>
                      <a:solidFill>
                        <a:prstClr val="black"/>
                      </a:solidFill>
                      <a:effectLst/>
                      <a:uLnTx/>
                      <a:uFillTx/>
                      <a:latin typeface="メイリオ" pitchFamily="50" charset="-128"/>
                      <a:ea typeface="メイリオ" pitchFamily="50" charset="-128"/>
                      <a:cs typeface="メイリオ" pitchFamily="50" charset="-128"/>
                    </a:rPr>
                    <a:t>(VLAN</a:t>
                  </a:r>
                  <a:r>
                    <a:rPr kumimoji="1" lang="ja-JP" altLang="en-US" sz="1000" b="0" i="0" u="none" strike="noStrike" kern="1200" cap="none" spc="0" normalizeH="0" baseline="0">
                      <a:ln>
                        <a:noFill/>
                      </a:ln>
                      <a:solidFill>
                        <a:prstClr val="black"/>
                      </a:solidFill>
                      <a:effectLst/>
                      <a:uLnTx/>
                      <a:uFillTx/>
                      <a:latin typeface="メイリオ" pitchFamily="50" charset="-128"/>
                      <a:ea typeface="メイリオ" pitchFamily="50" charset="-128"/>
                      <a:cs typeface="メイリオ" pitchFamily="50" charset="-128"/>
                    </a:rPr>
                    <a:t>）</a:t>
                  </a:r>
                </a:p>
              </p:txBody>
            </p:sp>
            <p:sp>
              <p:nvSpPr>
                <p:cNvPr id="50" name="角丸四角形 93">
                  <a:extLst>
                    <a:ext uri="{FF2B5EF4-FFF2-40B4-BE49-F238E27FC236}">
                      <a16:creationId xmlns:a16="http://schemas.microsoft.com/office/drawing/2014/main" id="{69DC27CB-8F6B-89D1-B855-2347B3930CA7}"/>
                    </a:ext>
                  </a:extLst>
                </p:cNvPr>
                <p:cNvSpPr/>
                <p:nvPr/>
              </p:nvSpPr>
              <p:spPr>
                <a:xfrm>
                  <a:off x="1995192" y="0"/>
                  <a:ext cx="4489187" cy="3276000"/>
                </a:xfrm>
                <a:prstGeom prst="roundRect">
                  <a:avLst>
                    <a:gd name="adj" fmla="val 3291"/>
                  </a:avLst>
                </a:prstGeom>
                <a:noFill/>
              </p:spPr>
              <p:style>
                <a:lnRef idx="2">
                  <a:schemeClr val="accent1">
                    <a:shade val="50000"/>
                  </a:schemeClr>
                </a:lnRef>
                <a:fillRef idx="1">
                  <a:schemeClr val="accent1"/>
                </a:fillRef>
                <a:effectRef idx="0">
                  <a:schemeClr val="accent1"/>
                </a:effectRef>
                <a:fontRef idx="minor">
                  <a:schemeClr val="lt1"/>
                </a:fontRef>
              </p:style>
              <p:txBody>
                <a:bodyPr wrap="square" rtlCol="0" anchor="ctr"/>
                <a:lstStyle>
                  <a:defPPr>
                    <a:defRPr lang="ja-JP"/>
                  </a:defPPr>
                  <a:lvl1pPr marL="0" indent="0" algn="l" defTabSz="457200" rtl="0" eaLnBrk="1" latinLnBrk="0" hangingPunct="1">
                    <a:defRPr kumimoji="1" sz="1800" kern="1200">
                      <a:solidFill>
                        <a:schemeClr val="lt1"/>
                      </a:solidFill>
                      <a:latin typeface="+mn-lt"/>
                      <a:ea typeface="+mn-ea"/>
                      <a:cs typeface="+mn-cs"/>
                    </a:defRPr>
                  </a:lvl1pPr>
                  <a:lvl2pPr marL="457200" indent="0" algn="l" defTabSz="457200" rtl="0" eaLnBrk="1" latinLnBrk="0" hangingPunct="1">
                    <a:defRPr kumimoji="1" sz="1800" kern="1200">
                      <a:solidFill>
                        <a:schemeClr val="lt1"/>
                      </a:solidFill>
                      <a:latin typeface="+mn-lt"/>
                      <a:ea typeface="+mn-ea"/>
                      <a:cs typeface="+mn-cs"/>
                    </a:defRPr>
                  </a:lvl2pPr>
                  <a:lvl3pPr marL="914400" indent="0" algn="l" defTabSz="457200" rtl="0" eaLnBrk="1" latinLnBrk="0" hangingPunct="1">
                    <a:defRPr kumimoji="1" sz="1800" kern="1200">
                      <a:solidFill>
                        <a:schemeClr val="lt1"/>
                      </a:solidFill>
                      <a:latin typeface="+mn-lt"/>
                      <a:ea typeface="+mn-ea"/>
                      <a:cs typeface="+mn-cs"/>
                    </a:defRPr>
                  </a:lvl3pPr>
                  <a:lvl4pPr marL="1371600" indent="0" algn="l" defTabSz="457200" rtl="0" eaLnBrk="1" latinLnBrk="0" hangingPunct="1">
                    <a:defRPr kumimoji="1" sz="1800" kern="1200">
                      <a:solidFill>
                        <a:schemeClr val="lt1"/>
                      </a:solidFill>
                      <a:latin typeface="+mn-lt"/>
                      <a:ea typeface="+mn-ea"/>
                      <a:cs typeface="+mn-cs"/>
                    </a:defRPr>
                  </a:lvl4pPr>
                  <a:lvl5pPr marL="1828800" indent="0" algn="l" defTabSz="457200" rtl="0" eaLnBrk="1" latinLnBrk="0" hangingPunct="1">
                    <a:defRPr kumimoji="1" sz="1800" kern="1200">
                      <a:solidFill>
                        <a:schemeClr val="lt1"/>
                      </a:solidFill>
                      <a:latin typeface="+mn-lt"/>
                      <a:ea typeface="+mn-ea"/>
                      <a:cs typeface="+mn-cs"/>
                    </a:defRPr>
                  </a:lvl5pPr>
                  <a:lvl6pPr marL="2286000" indent="0" algn="l" defTabSz="457200" rtl="0" eaLnBrk="1" latinLnBrk="0" hangingPunct="1">
                    <a:defRPr kumimoji="1" sz="1800" kern="1200">
                      <a:solidFill>
                        <a:schemeClr val="lt1"/>
                      </a:solidFill>
                      <a:latin typeface="+mn-lt"/>
                      <a:ea typeface="+mn-ea"/>
                      <a:cs typeface="+mn-cs"/>
                    </a:defRPr>
                  </a:lvl6pPr>
                  <a:lvl7pPr marL="2743200" indent="0" algn="l" defTabSz="457200" rtl="0" eaLnBrk="1" latinLnBrk="0" hangingPunct="1">
                    <a:defRPr kumimoji="1" sz="1800" kern="1200">
                      <a:solidFill>
                        <a:schemeClr val="lt1"/>
                      </a:solidFill>
                      <a:latin typeface="+mn-lt"/>
                      <a:ea typeface="+mn-ea"/>
                      <a:cs typeface="+mn-cs"/>
                    </a:defRPr>
                  </a:lvl7pPr>
                  <a:lvl8pPr marL="3200400" indent="0" algn="l" defTabSz="457200" rtl="0" eaLnBrk="1" latinLnBrk="0" hangingPunct="1">
                    <a:defRPr kumimoji="1" sz="1800" kern="1200">
                      <a:solidFill>
                        <a:schemeClr val="lt1"/>
                      </a:solidFill>
                      <a:latin typeface="+mn-lt"/>
                      <a:ea typeface="+mn-ea"/>
                      <a:cs typeface="+mn-cs"/>
                    </a:defRPr>
                  </a:lvl8pPr>
                  <a:lvl9pPr marL="3657600" indent="0" algn="l" defTabSz="457200" rtl="0" eaLnBrk="1" latinLnBrk="0" hangingPunct="1">
                    <a:defRPr kumimoji="1" sz="1800" kern="1200">
                      <a:solidFill>
                        <a:schemeClr val="lt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a:ln>
                      <a:noFill/>
                    </a:ln>
                    <a:solidFill>
                      <a:prstClr val="white"/>
                    </a:solidFill>
                    <a:effectLst/>
                    <a:uLnTx/>
                    <a:uFillTx/>
                    <a:latin typeface="Arial"/>
                    <a:ea typeface="ＭＳ Ｐゴシック"/>
                    <a:cs typeface="+mn-cs"/>
                  </a:endParaRPr>
                </a:p>
              </p:txBody>
            </p:sp>
            <p:pic>
              <p:nvPicPr>
                <p:cNvPr id="52" name="Picture 2">
                  <a:extLst>
                    <a:ext uri="{FF2B5EF4-FFF2-40B4-BE49-F238E27FC236}">
                      <a16:creationId xmlns:a16="http://schemas.microsoft.com/office/drawing/2014/main" id="{DA66E04A-AEE9-9CBA-4838-BA80A3179BAB}"/>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922995" y="633494"/>
                  <a:ext cx="673215" cy="175416"/>
                </a:xfrm>
                <a:prstGeom prst="rect">
                  <a:avLst/>
                </a:prstGeom>
                <a:noFill/>
                <a:extLst>
                  <a:ext uri="{909E8E84-426E-40DD-AFC4-6F175D3DCCD1}">
                    <a14:hiddenFill xmlns:a14="http://schemas.microsoft.com/office/drawing/2010/main">
                      <a:solidFill>
                        <a:srgbClr val="FFFFFF"/>
                      </a:solidFill>
                    </a14:hiddenFill>
                  </a:ext>
                </a:extLst>
              </p:spPr>
            </p:pic>
            <p:sp>
              <p:nvSpPr>
                <p:cNvPr id="53" name="テキスト ボックス 30">
                  <a:extLst>
                    <a:ext uri="{FF2B5EF4-FFF2-40B4-BE49-F238E27FC236}">
                      <a16:creationId xmlns:a16="http://schemas.microsoft.com/office/drawing/2014/main" id="{3AEBBE21-D140-C3E3-18FF-37A33E0D8742}"/>
                    </a:ext>
                  </a:extLst>
                </p:cNvPr>
                <p:cNvSpPr txBox="1"/>
                <p:nvPr/>
              </p:nvSpPr>
              <p:spPr>
                <a:xfrm>
                  <a:off x="4147131" y="1828090"/>
                  <a:ext cx="576064" cy="246221"/>
                </a:xfrm>
                <a:prstGeom prst="rect">
                  <a:avLst/>
                </a:prstGeom>
                <a:noFill/>
              </p:spPr>
              <p:txBody>
                <a:bodyPr wrap="square" rtlCol="0">
                  <a:spAutoFit/>
                </a:bodyPr>
                <a:lstStyle>
                  <a:defPPr>
                    <a:defRPr lang="ja-JP"/>
                  </a:defPPr>
                  <a:lvl1pPr marL="0" indent="0" algn="l" defTabSz="457200" rtl="0" eaLnBrk="1" latinLnBrk="0" hangingPunct="1">
                    <a:defRPr kumimoji="1" sz="1800" kern="1200">
                      <a:solidFill>
                        <a:schemeClr val="tx1"/>
                      </a:solidFill>
                      <a:latin typeface="+mn-lt"/>
                      <a:ea typeface="+mn-ea"/>
                      <a:cs typeface="+mn-cs"/>
                    </a:defRPr>
                  </a:lvl1pPr>
                  <a:lvl2pPr marL="457200" indent="0" algn="l" defTabSz="457200" rtl="0" eaLnBrk="1" latinLnBrk="0" hangingPunct="1">
                    <a:defRPr kumimoji="1" sz="1800" kern="1200">
                      <a:solidFill>
                        <a:schemeClr val="tx1"/>
                      </a:solidFill>
                      <a:latin typeface="+mn-lt"/>
                      <a:ea typeface="+mn-ea"/>
                      <a:cs typeface="+mn-cs"/>
                    </a:defRPr>
                  </a:lvl2pPr>
                  <a:lvl3pPr marL="914400" indent="0" algn="l" defTabSz="457200" rtl="0" eaLnBrk="1" latinLnBrk="0" hangingPunct="1">
                    <a:defRPr kumimoji="1" sz="1800" kern="1200">
                      <a:solidFill>
                        <a:schemeClr val="tx1"/>
                      </a:solidFill>
                      <a:latin typeface="+mn-lt"/>
                      <a:ea typeface="+mn-ea"/>
                      <a:cs typeface="+mn-cs"/>
                    </a:defRPr>
                  </a:lvl3pPr>
                  <a:lvl4pPr marL="1371600" indent="0" algn="l" defTabSz="457200" rtl="0" eaLnBrk="1" latinLnBrk="0" hangingPunct="1">
                    <a:defRPr kumimoji="1" sz="1800" kern="1200">
                      <a:solidFill>
                        <a:schemeClr val="tx1"/>
                      </a:solidFill>
                      <a:latin typeface="+mn-lt"/>
                      <a:ea typeface="+mn-ea"/>
                      <a:cs typeface="+mn-cs"/>
                    </a:defRPr>
                  </a:lvl4pPr>
                  <a:lvl5pPr marL="1828800" indent="0" algn="l" defTabSz="457200" rtl="0" eaLnBrk="1" latinLnBrk="0" hangingPunct="1">
                    <a:defRPr kumimoji="1" sz="1800" kern="1200">
                      <a:solidFill>
                        <a:schemeClr val="tx1"/>
                      </a:solidFill>
                      <a:latin typeface="+mn-lt"/>
                      <a:ea typeface="+mn-ea"/>
                      <a:cs typeface="+mn-cs"/>
                    </a:defRPr>
                  </a:lvl5pPr>
                  <a:lvl6pPr marL="2286000" indent="0" algn="l" defTabSz="457200" rtl="0" eaLnBrk="1" latinLnBrk="0" hangingPunct="1">
                    <a:defRPr kumimoji="1" sz="1800" kern="1200">
                      <a:solidFill>
                        <a:schemeClr val="tx1"/>
                      </a:solidFill>
                      <a:latin typeface="+mn-lt"/>
                      <a:ea typeface="+mn-ea"/>
                      <a:cs typeface="+mn-cs"/>
                    </a:defRPr>
                  </a:lvl6pPr>
                  <a:lvl7pPr marL="2743200" indent="0" algn="l" defTabSz="457200" rtl="0" eaLnBrk="1" latinLnBrk="0" hangingPunct="1">
                    <a:defRPr kumimoji="1" sz="1800" kern="1200">
                      <a:solidFill>
                        <a:schemeClr val="tx1"/>
                      </a:solidFill>
                      <a:latin typeface="+mn-lt"/>
                      <a:ea typeface="+mn-ea"/>
                      <a:cs typeface="+mn-cs"/>
                    </a:defRPr>
                  </a:lvl7pPr>
                  <a:lvl8pPr marL="3200400" indent="0" algn="l" defTabSz="457200" rtl="0" eaLnBrk="1" latinLnBrk="0" hangingPunct="1">
                    <a:defRPr kumimoji="1" sz="1800" kern="1200">
                      <a:solidFill>
                        <a:schemeClr val="tx1"/>
                      </a:solidFill>
                      <a:latin typeface="+mn-lt"/>
                      <a:ea typeface="+mn-ea"/>
                      <a:cs typeface="+mn-cs"/>
                    </a:defRPr>
                  </a:lvl8pPr>
                  <a:lvl9pPr marL="3657600" indent="0" algn="l" defTabSz="457200" rtl="0" eaLnBrk="1" latinLnBrk="0" hangingPunct="1">
                    <a:defRPr kumimoji="1" sz="1800" kern="1200">
                      <a:solidFill>
                        <a:schemeClr val="tx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1" lang="en-US" altLang="ja-JP" sz="1000" b="0" i="0" u="none" strike="noStrike" kern="1200" cap="none" spc="0" normalizeH="0" baseline="0">
                      <a:ln>
                        <a:noFill/>
                      </a:ln>
                      <a:solidFill>
                        <a:prstClr val="black"/>
                      </a:solidFill>
                      <a:effectLst/>
                      <a:uLnTx/>
                      <a:uFillTx/>
                      <a:latin typeface="メイリオ" pitchFamily="50" charset="-128"/>
                      <a:ea typeface="メイリオ" pitchFamily="50" charset="-128"/>
                      <a:cs typeface="メイリオ" pitchFamily="50" charset="-128"/>
                    </a:rPr>
                    <a:t>F/W</a:t>
                  </a:r>
                </a:p>
              </p:txBody>
            </p:sp>
            <p:pic>
              <p:nvPicPr>
                <p:cNvPr id="55" name="Picture 3">
                  <a:extLst>
                    <a:ext uri="{FF2B5EF4-FFF2-40B4-BE49-F238E27FC236}">
                      <a16:creationId xmlns:a16="http://schemas.microsoft.com/office/drawing/2014/main" id="{139C54E9-E10D-651C-1E03-6E8AADE6532E}"/>
                    </a:ext>
                  </a:extLst>
                </p:cNvPr>
                <p:cNvPicPr>
                  <a:picLocks noChangeAspect="1" noChangeArrowheads="1"/>
                </p:cNvPicPr>
                <p:nvPr/>
              </p:nvPicPr>
              <p:blipFill>
                <a:blip r:embed="rId5" cstate="print"/>
                <a:srcRect/>
                <a:stretch>
                  <a:fillRect/>
                </a:stretch>
              </p:blipFill>
              <p:spPr bwMode="auto">
                <a:xfrm>
                  <a:off x="2349422" y="541202"/>
                  <a:ext cx="573312" cy="360000"/>
                </a:xfrm>
                <a:prstGeom prst="rect">
                  <a:avLst/>
                </a:prstGeom>
                <a:noFill/>
              </p:spPr>
            </p:pic>
            <p:sp>
              <p:nvSpPr>
                <p:cNvPr id="56" name="テキスト ボックス 37">
                  <a:extLst>
                    <a:ext uri="{FF2B5EF4-FFF2-40B4-BE49-F238E27FC236}">
                      <a16:creationId xmlns:a16="http://schemas.microsoft.com/office/drawing/2014/main" id="{9CCB1681-EA85-7EA6-9EE1-A369625D530A}"/>
                    </a:ext>
                  </a:extLst>
                </p:cNvPr>
                <p:cNvSpPr txBox="1"/>
                <p:nvPr/>
              </p:nvSpPr>
              <p:spPr>
                <a:xfrm>
                  <a:off x="2412303" y="851388"/>
                  <a:ext cx="576064" cy="246221"/>
                </a:xfrm>
                <a:prstGeom prst="rect">
                  <a:avLst/>
                </a:prstGeom>
                <a:noFill/>
              </p:spPr>
              <p:txBody>
                <a:bodyPr wrap="square" rtlCol="0">
                  <a:spAutoFit/>
                </a:bodyPr>
                <a:lstStyle>
                  <a:defPPr>
                    <a:defRPr lang="ja-JP"/>
                  </a:defPPr>
                  <a:lvl1pPr marL="0" indent="0" algn="l" defTabSz="457200" rtl="0" eaLnBrk="1" latinLnBrk="0" hangingPunct="1">
                    <a:defRPr kumimoji="1" sz="1800" kern="1200">
                      <a:solidFill>
                        <a:schemeClr val="tx1"/>
                      </a:solidFill>
                      <a:latin typeface="+mn-lt"/>
                      <a:ea typeface="+mn-ea"/>
                      <a:cs typeface="+mn-cs"/>
                    </a:defRPr>
                  </a:lvl1pPr>
                  <a:lvl2pPr marL="457200" indent="0" algn="l" defTabSz="457200" rtl="0" eaLnBrk="1" latinLnBrk="0" hangingPunct="1">
                    <a:defRPr kumimoji="1" sz="1800" kern="1200">
                      <a:solidFill>
                        <a:schemeClr val="tx1"/>
                      </a:solidFill>
                      <a:latin typeface="+mn-lt"/>
                      <a:ea typeface="+mn-ea"/>
                      <a:cs typeface="+mn-cs"/>
                    </a:defRPr>
                  </a:lvl2pPr>
                  <a:lvl3pPr marL="914400" indent="0" algn="l" defTabSz="457200" rtl="0" eaLnBrk="1" latinLnBrk="0" hangingPunct="1">
                    <a:defRPr kumimoji="1" sz="1800" kern="1200">
                      <a:solidFill>
                        <a:schemeClr val="tx1"/>
                      </a:solidFill>
                      <a:latin typeface="+mn-lt"/>
                      <a:ea typeface="+mn-ea"/>
                      <a:cs typeface="+mn-cs"/>
                    </a:defRPr>
                  </a:lvl3pPr>
                  <a:lvl4pPr marL="1371600" indent="0" algn="l" defTabSz="457200" rtl="0" eaLnBrk="1" latinLnBrk="0" hangingPunct="1">
                    <a:defRPr kumimoji="1" sz="1800" kern="1200">
                      <a:solidFill>
                        <a:schemeClr val="tx1"/>
                      </a:solidFill>
                      <a:latin typeface="+mn-lt"/>
                      <a:ea typeface="+mn-ea"/>
                      <a:cs typeface="+mn-cs"/>
                    </a:defRPr>
                  </a:lvl4pPr>
                  <a:lvl5pPr marL="1828800" indent="0" algn="l" defTabSz="457200" rtl="0" eaLnBrk="1" latinLnBrk="0" hangingPunct="1">
                    <a:defRPr kumimoji="1" sz="1800" kern="1200">
                      <a:solidFill>
                        <a:schemeClr val="tx1"/>
                      </a:solidFill>
                      <a:latin typeface="+mn-lt"/>
                      <a:ea typeface="+mn-ea"/>
                      <a:cs typeface="+mn-cs"/>
                    </a:defRPr>
                  </a:lvl5pPr>
                  <a:lvl6pPr marL="2286000" indent="0" algn="l" defTabSz="457200" rtl="0" eaLnBrk="1" latinLnBrk="0" hangingPunct="1">
                    <a:defRPr kumimoji="1" sz="1800" kern="1200">
                      <a:solidFill>
                        <a:schemeClr val="tx1"/>
                      </a:solidFill>
                      <a:latin typeface="+mn-lt"/>
                      <a:ea typeface="+mn-ea"/>
                      <a:cs typeface="+mn-cs"/>
                    </a:defRPr>
                  </a:lvl6pPr>
                  <a:lvl7pPr marL="2743200" indent="0" algn="l" defTabSz="457200" rtl="0" eaLnBrk="1" latinLnBrk="0" hangingPunct="1">
                    <a:defRPr kumimoji="1" sz="1800" kern="1200">
                      <a:solidFill>
                        <a:schemeClr val="tx1"/>
                      </a:solidFill>
                      <a:latin typeface="+mn-lt"/>
                      <a:ea typeface="+mn-ea"/>
                      <a:cs typeface="+mn-cs"/>
                    </a:defRPr>
                  </a:lvl7pPr>
                  <a:lvl8pPr marL="3200400" indent="0" algn="l" defTabSz="457200" rtl="0" eaLnBrk="1" latinLnBrk="0" hangingPunct="1">
                    <a:defRPr kumimoji="1" sz="1800" kern="1200">
                      <a:solidFill>
                        <a:schemeClr val="tx1"/>
                      </a:solidFill>
                      <a:latin typeface="+mn-lt"/>
                      <a:ea typeface="+mn-ea"/>
                      <a:cs typeface="+mn-cs"/>
                    </a:defRPr>
                  </a:lvl8pPr>
                  <a:lvl9pPr marL="3657600" indent="0" algn="l" defTabSz="457200" rtl="0" eaLnBrk="1" latinLnBrk="0" hangingPunct="1">
                    <a:defRPr kumimoji="1" sz="1800" kern="1200">
                      <a:solidFill>
                        <a:schemeClr val="tx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1" lang="en-US" altLang="ja-JP" sz="1000" b="0" i="0" u="none" strike="noStrike" kern="1200" cap="none" spc="0" normalizeH="0" baseline="0">
                      <a:ln>
                        <a:noFill/>
                      </a:ln>
                      <a:solidFill>
                        <a:prstClr val="black"/>
                      </a:solidFill>
                      <a:effectLst/>
                      <a:uLnTx/>
                      <a:uFillTx/>
                      <a:latin typeface="メイリオ" pitchFamily="50" charset="-128"/>
                      <a:ea typeface="メイリオ" pitchFamily="50" charset="-128"/>
                      <a:cs typeface="メイリオ" pitchFamily="50" charset="-128"/>
                    </a:rPr>
                    <a:t>WAF</a:t>
                  </a:r>
                </a:p>
              </p:txBody>
            </p:sp>
            <p:cxnSp>
              <p:nvCxnSpPr>
                <p:cNvPr id="57" name="直線コネクタ 56">
                  <a:extLst>
                    <a:ext uri="{FF2B5EF4-FFF2-40B4-BE49-F238E27FC236}">
                      <a16:creationId xmlns:a16="http://schemas.microsoft.com/office/drawing/2014/main" id="{EBCC395C-FFA8-6558-019F-D9C88EB25620}"/>
                    </a:ext>
                  </a:extLst>
                </p:cNvPr>
                <p:cNvCxnSpPr>
                  <a:cxnSpLocks/>
                  <a:stCxn id="47" idx="3"/>
                  <a:endCxn id="55" idx="1"/>
                </p:cNvCxnSpPr>
                <p:nvPr/>
              </p:nvCxnSpPr>
              <p:spPr bwMode="auto">
                <a:xfrm>
                  <a:off x="1141091" y="714096"/>
                  <a:ext cx="1208331" cy="7107"/>
                </a:xfrm>
                <a:prstGeom prst="line">
                  <a:avLst/>
                </a:prstGeom>
                <a:solidFill>
                  <a:srgbClr val="CCFFCC"/>
                </a:solidFill>
                <a:ln w="25400" cap="flat" cmpd="sng" algn="ctr">
                  <a:solidFill>
                    <a:srgbClr val="438086"/>
                  </a:solidFill>
                  <a:prstDash val="solid"/>
                  <a:round/>
                  <a:headEnd type="none" w="med" len="med"/>
                  <a:tailEnd type="none"/>
                </a:ln>
                <a:effectLst/>
              </p:spPr>
            </p:cxnSp>
            <p:cxnSp>
              <p:nvCxnSpPr>
                <p:cNvPr id="58" name="直線コネクタ 57">
                  <a:extLst>
                    <a:ext uri="{FF2B5EF4-FFF2-40B4-BE49-F238E27FC236}">
                      <a16:creationId xmlns:a16="http://schemas.microsoft.com/office/drawing/2014/main" id="{60319430-113D-CC84-E9F1-494F8EAFA1B1}"/>
                    </a:ext>
                  </a:extLst>
                </p:cNvPr>
                <p:cNvCxnSpPr>
                  <a:cxnSpLocks/>
                  <a:stCxn id="59" idx="1"/>
                  <a:endCxn id="61" idx="3"/>
                </p:cNvCxnSpPr>
                <p:nvPr/>
              </p:nvCxnSpPr>
              <p:spPr>
                <a:xfrm flipH="1">
                  <a:off x="4642142" y="1550251"/>
                  <a:ext cx="346225" cy="210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pic>
              <p:nvPicPr>
                <p:cNvPr id="59" name="Picture 4">
                  <a:extLst>
                    <a:ext uri="{FF2B5EF4-FFF2-40B4-BE49-F238E27FC236}">
                      <a16:creationId xmlns:a16="http://schemas.microsoft.com/office/drawing/2014/main" id="{E41AAA00-187D-2090-4062-29CF5D1B3098}"/>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4988367" y="1247353"/>
                  <a:ext cx="836799" cy="605795"/>
                </a:xfrm>
                <a:prstGeom prst="rect">
                  <a:avLst/>
                </a:prstGeom>
                <a:noFill/>
                <a:extLst>
                  <a:ext uri="{909E8E84-426E-40DD-AFC4-6F175D3DCCD1}">
                    <a14:hiddenFill xmlns:a14="http://schemas.microsoft.com/office/drawing/2010/main">
                      <a:solidFill>
                        <a:srgbClr val="FFFFFF"/>
                      </a:solidFill>
                    </a14:hiddenFill>
                  </a:ext>
                </a:extLst>
              </p:spPr>
            </p:pic>
            <p:pic>
              <p:nvPicPr>
                <p:cNvPr id="61" name="Picture 3">
                  <a:extLst>
                    <a:ext uri="{FF2B5EF4-FFF2-40B4-BE49-F238E27FC236}">
                      <a16:creationId xmlns:a16="http://schemas.microsoft.com/office/drawing/2014/main" id="{632D272C-F995-D995-2CED-642CD3818330}"/>
                    </a:ext>
                  </a:extLst>
                </p:cNvPr>
                <p:cNvPicPr>
                  <a:picLocks noChangeAspect="1" noChangeArrowheads="1"/>
                </p:cNvPicPr>
                <p:nvPr/>
              </p:nvPicPr>
              <p:blipFill>
                <a:blip r:embed="rId5" cstate="print"/>
                <a:srcRect/>
                <a:stretch>
                  <a:fillRect/>
                </a:stretch>
              </p:blipFill>
              <p:spPr bwMode="auto">
                <a:xfrm>
                  <a:off x="4068830" y="1372359"/>
                  <a:ext cx="573312" cy="360000"/>
                </a:xfrm>
                <a:prstGeom prst="rect">
                  <a:avLst/>
                </a:prstGeom>
                <a:noFill/>
              </p:spPr>
            </p:pic>
            <p:cxnSp>
              <p:nvCxnSpPr>
                <p:cNvPr id="62" name="直線コネクタ 61">
                  <a:extLst>
                    <a:ext uri="{FF2B5EF4-FFF2-40B4-BE49-F238E27FC236}">
                      <a16:creationId xmlns:a16="http://schemas.microsoft.com/office/drawing/2014/main" id="{A266E215-CE3F-227D-EC69-EC22AF39958C}"/>
                    </a:ext>
                  </a:extLst>
                </p:cNvPr>
                <p:cNvCxnSpPr/>
                <p:nvPr/>
              </p:nvCxnSpPr>
              <p:spPr>
                <a:xfrm>
                  <a:off x="3571067" y="1300311"/>
                  <a:ext cx="0" cy="1548000"/>
                </a:xfrm>
                <a:prstGeom prst="line">
                  <a:avLst/>
                </a:prstGeom>
                <a:ln w="508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63" name="直線コネクタ 62">
                  <a:extLst>
                    <a:ext uri="{FF2B5EF4-FFF2-40B4-BE49-F238E27FC236}">
                      <a16:creationId xmlns:a16="http://schemas.microsoft.com/office/drawing/2014/main" id="{7D34E449-B043-C78A-1F15-87BF7DAF656E}"/>
                    </a:ext>
                  </a:extLst>
                </p:cNvPr>
                <p:cNvCxnSpPr>
                  <a:cxnSpLocks/>
                  <a:stCxn id="55" idx="3"/>
                  <a:endCxn id="52" idx="1"/>
                </p:cNvCxnSpPr>
                <p:nvPr/>
              </p:nvCxnSpPr>
              <p:spPr bwMode="auto">
                <a:xfrm>
                  <a:off x="2922734" y="721202"/>
                  <a:ext cx="261" cy="0"/>
                </a:xfrm>
                <a:prstGeom prst="line">
                  <a:avLst/>
                </a:prstGeom>
                <a:solidFill>
                  <a:srgbClr val="CCFFCC"/>
                </a:solidFill>
                <a:ln w="25400" cap="flat" cmpd="sng" algn="ctr">
                  <a:solidFill>
                    <a:srgbClr val="438086"/>
                  </a:solidFill>
                  <a:prstDash val="solid"/>
                  <a:round/>
                  <a:headEnd type="none" w="med" len="med"/>
                  <a:tailEnd type="none"/>
                </a:ln>
                <a:effectLst/>
              </p:spPr>
            </p:cxnSp>
            <p:cxnSp>
              <p:nvCxnSpPr>
                <p:cNvPr id="128" name="カギ線コネクタ 97">
                  <a:extLst>
                    <a:ext uri="{FF2B5EF4-FFF2-40B4-BE49-F238E27FC236}">
                      <a16:creationId xmlns:a16="http://schemas.microsoft.com/office/drawing/2014/main" id="{58069FB8-E6C1-3991-4E95-3EA9E2CDF5E7}"/>
                    </a:ext>
                  </a:extLst>
                </p:cNvPr>
                <p:cNvCxnSpPr>
                  <a:cxnSpLocks/>
                  <a:stCxn id="52" idx="2"/>
                  <a:endCxn id="61" idx="1"/>
                </p:cNvCxnSpPr>
                <p:nvPr/>
              </p:nvCxnSpPr>
              <p:spPr bwMode="auto">
                <a:xfrm rot="16200000" flipH="1">
                  <a:off x="3292492" y="776020"/>
                  <a:ext cx="743449" cy="809227"/>
                </a:xfrm>
                <a:prstGeom prst="bentConnector2">
                  <a:avLst/>
                </a:prstGeom>
                <a:solidFill>
                  <a:srgbClr val="CCFFCC"/>
                </a:solidFill>
                <a:ln w="25400" cap="flat" cmpd="sng" algn="ctr">
                  <a:solidFill>
                    <a:srgbClr val="438086"/>
                  </a:solidFill>
                  <a:prstDash val="solid"/>
                  <a:round/>
                  <a:headEnd type="none" w="med" len="med"/>
                  <a:tailEnd type="none"/>
                </a:ln>
                <a:effectLst/>
              </p:spPr>
            </p:cxnSp>
            <p:sp>
              <p:nvSpPr>
                <p:cNvPr id="130" name="テキスト ボックス 107">
                  <a:extLst>
                    <a:ext uri="{FF2B5EF4-FFF2-40B4-BE49-F238E27FC236}">
                      <a16:creationId xmlns:a16="http://schemas.microsoft.com/office/drawing/2014/main" id="{2575E244-CA62-954A-3A26-7D6B75E3E411}"/>
                    </a:ext>
                  </a:extLst>
                </p:cNvPr>
                <p:cNvSpPr txBox="1"/>
                <p:nvPr/>
              </p:nvSpPr>
              <p:spPr>
                <a:xfrm>
                  <a:off x="5045342" y="1886897"/>
                  <a:ext cx="807381" cy="347645"/>
                </a:xfrm>
                <a:prstGeom prst="rect">
                  <a:avLst/>
                </a:prstGeom>
                <a:noFill/>
              </p:spPr>
              <p:txBody>
                <a:bodyPr wrap="square" rtlCol="0">
                  <a:spAutoFit/>
                </a:bodyPr>
                <a:lstStyle>
                  <a:defPPr>
                    <a:defRPr lang="ja-JP"/>
                  </a:defPPr>
                  <a:lvl1pPr marL="0" indent="0" algn="l" defTabSz="457200" rtl="0" eaLnBrk="1" latinLnBrk="0" hangingPunct="1">
                    <a:defRPr kumimoji="1" sz="1800" kern="1200">
                      <a:solidFill>
                        <a:schemeClr val="tx1"/>
                      </a:solidFill>
                      <a:latin typeface="+mn-lt"/>
                      <a:ea typeface="+mn-ea"/>
                      <a:cs typeface="+mn-cs"/>
                    </a:defRPr>
                  </a:lvl1pPr>
                  <a:lvl2pPr marL="457200" indent="0" algn="l" defTabSz="457200" rtl="0" eaLnBrk="1" latinLnBrk="0" hangingPunct="1">
                    <a:defRPr kumimoji="1" sz="1800" kern="1200">
                      <a:solidFill>
                        <a:schemeClr val="tx1"/>
                      </a:solidFill>
                      <a:latin typeface="+mn-lt"/>
                      <a:ea typeface="+mn-ea"/>
                      <a:cs typeface="+mn-cs"/>
                    </a:defRPr>
                  </a:lvl2pPr>
                  <a:lvl3pPr marL="914400" indent="0" algn="l" defTabSz="457200" rtl="0" eaLnBrk="1" latinLnBrk="0" hangingPunct="1">
                    <a:defRPr kumimoji="1" sz="1800" kern="1200">
                      <a:solidFill>
                        <a:schemeClr val="tx1"/>
                      </a:solidFill>
                      <a:latin typeface="+mn-lt"/>
                      <a:ea typeface="+mn-ea"/>
                      <a:cs typeface="+mn-cs"/>
                    </a:defRPr>
                  </a:lvl3pPr>
                  <a:lvl4pPr marL="1371600" indent="0" algn="l" defTabSz="457200" rtl="0" eaLnBrk="1" latinLnBrk="0" hangingPunct="1">
                    <a:defRPr kumimoji="1" sz="1800" kern="1200">
                      <a:solidFill>
                        <a:schemeClr val="tx1"/>
                      </a:solidFill>
                      <a:latin typeface="+mn-lt"/>
                      <a:ea typeface="+mn-ea"/>
                      <a:cs typeface="+mn-cs"/>
                    </a:defRPr>
                  </a:lvl4pPr>
                  <a:lvl5pPr marL="1828800" indent="0" algn="l" defTabSz="457200" rtl="0" eaLnBrk="1" latinLnBrk="0" hangingPunct="1">
                    <a:defRPr kumimoji="1" sz="1800" kern="1200">
                      <a:solidFill>
                        <a:schemeClr val="tx1"/>
                      </a:solidFill>
                      <a:latin typeface="+mn-lt"/>
                      <a:ea typeface="+mn-ea"/>
                      <a:cs typeface="+mn-cs"/>
                    </a:defRPr>
                  </a:lvl5pPr>
                  <a:lvl6pPr marL="2286000" indent="0" algn="l" defTabSz="457200" rtl="0" eaLnBrk="1" latinLnBrk="0" hangingPunct="1">
                    <a:defRPr kumimoji="1" sz="1800" kern="1200">
                      <a:solidFill>
                        <a:schemeClr val="tx1"/>
                      </a:solidFill>
                      <a:latin typeface="+mn-lt"/>
                      <a:ea typeface="+mn-ea"/>
                      <a:cs typeface="+mn-cs"/>
                    </a:defRPr>
                  </a:lvl6pPr>
                  <a:lvl7pPr marL="2743200" indent="0" algn="l" defTabSz="457200" rtl="0" eaLnBrk="1" latinLnBrk="0" hangingPunct="1">
                    <a:defRPr kumimoji="1" sz="1800" kern="1200">
                      <a:solidFill>
                        <a:schemeClr val="tx1"/>
                      </a:solidFill>
                      <a:latin typeface="+mn-lt"/>
                      <a:ea typeface="+mn-ea"/>
                      <a:cs typeface="+mn-cs"/>
                    </a:defRPr>
                  </a:lvl7pPr>
                  <a:lvl8pPr marL="3200400" indent="0" algn="l" defTabSz="457200" rtl="0" eaLnBrk="1" latinLnBrk="0" hangingPunct="1">
                    <a:defRPr kumimoji="1" sz="1800" kern="1200">
                      <a:solidFill>
                        <a:schemeClr val="tx1"/>
                      </a:solidFill>
                      <a:latin typeface="+mn-lt"/>
                      <a:ea typeface="+mn-ea"/>
                      <a:cs typeface="+mn-cs"/>
                    </a:defRPr>
                  </a:lvl8pPr>
                  <a:lvl9pPr marL="3657600" indent="0" algn="l" defTabSz="457200" rtl="0" eaLnBrk="1" latinLnBrk="0" hangingPunct="1">
                    <a:defRPr kumimoji="1" sz="1800" kern="1200">
                      <a:solidFill>
                        <a:schemeClr val="tx1"/>
                      </a:solidFill>
                      <a:latin typeface="+mn-lt"/>
                      <a:ea typeface="+mn-ea"/>
                      <a:cs typeface="+mn-cs"/>
                    </a:defRPr>
                  </a:lvl9p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1" lang="en-US" altLang="ja-JP" sz="1000" b="0" i="0" u="none" strike="noStrike" kern="1200" cap="none" spc="0" normalizeH="0" baseline="0">
                      <a:ln>
                        <a:noFill/>
                      </a:ln>
                      <a:solidFill>
                        <a:prstClr val="black"/>
                      </a:solidFill>
                      <a:effectLst/>
                      <a:uLnTx/>
                      <a:uFillTx/>
                      <a:latin typeface="メイリオ" pitchFamily="50" charset="-128"/>
                      <a:ea typeface="メイリオ" pitchFamily="50" charset="-128"/>
                      <a:cs typeface="メイリオ" pitchFamily="50" charset="-128"/>
                    </a:rPr>
                    <a:t>Web</a:t>
                  </a:r>
                  <a:r>
                    <a:rPr kumimoji="1" lang="ja-JP" altLang="en-US" sz="1000" b="0" i="0" u="none" strike="noStrike" kern="1200" cap="none" spc="0" normalizeH="0" baseline="0">
                      <a:ln>
                        <a:noFill/>
                      </a:ln>
                      <a:solidFill>
                        <a:prstClr val="black"/>
                      </a:solidFill>
                      <a:effectLst/>
                      <a:uLnTx/>
                      <a:uFillTx/>
                      <a:latin typeface="メイリオ" pitchFamily="50" charset="-128"/>
                      <a:ea typeface="メイリオ" pitchFamily="50" charset="-128"/>
                      <a:cs typeface="メイリオ" pitchFamily="50" charset="-128"/>
                    </a:rPr>
                    <a:t>・</a:t>
                  </a:r>
                  <a:r>
                    <a:rPr kumimoji="1" lang="en-US" altLang="ja-JP" sz="1000" b="0" i="0" u="none" strike="noStrike" kern="1200" cap="none" spc="0" normalizeH="0" baseline="0">
                      <a:ln>
                        <a:noFill/>
                      </a:ln>
                      <a:solidFill>
                        <a:prstClr val="black"/>
                      </a:solidFill>
                      <a:effectLst/>
                      <a:uLnTx/>
                      <a:uFillTx/>
                      <a:latin typeface="メイリオ" pitchFamily="50" charset="-128"/>
                      <a:ea typeface="メイリオ" pitchFamily="50" charset="-128"/>
                      <a:cs typeface="メイリオ" pitchFamily="50" charset="-128"/>
                    </a:rPr>
                    <a:t>DB</a:t>
                  </a:r>
                </a:p>
              </p:txBody>
            </p:sp>
          </p:grpSp>
        </p:grpSp>
        <p:sp>
          <p:nvSpPr>
            <p:cNvPr id="43" name="テキスト ボックス 15">
              <a:extLst>
                <a:ext uri="{FF2B5EF4-FFF2-40B4-BE49-F238E27FC236}">
                  <a16:creationId xmlns:a16="http://schemas.microsoft.com/office/drawing/2014/main" id="{CF7DA05D-409D-A0EE-FE03-C3524F4B9712}"/>
                </a:ext>
              </a:extLst>
            </p:cNvPr>
            <p:cNvSpPr txBox="1"/>
            <p:nvPr/>
          </p:nvSpPr>
          <p:spPr>
            <a:xfrm>
              <a:off x="2490787" y="261938"/>
              <a:ext cx="2211723" cy="231570"/>
            </a:xfrm>
            <a:prstGeom prst="rect">
              <a:avLst/>
            </a:prstGeom>
            <a:noFill/>
          </p:spPr>
          <p:txBody>
            <a:bodyPr wrap="square" rtlCol="0">
              <a:noAutofit/>
            </a:bodyPr>
            <a:lstStyle>
              <a:defPPr>
                <a:defRPr lang="ja-JP"/>
              </a:defPPr>
              <a:lvl1pPr marL="0" indent="0" algn="l" defTabSz="457200" rtl="0" eaLnBrk="1" latinLnBrk="0" hangingPunct="1">
                <a:defRPr kumimoji="1" sz="1800" kern="1200">
                  <a:solidFill>
                    <a:schemeClr val="tx1"/>
                  </a:solidFill>
                  <a:latin typeface="+mn-lt"/>
                  <a:ea typeface="+mn-ea"/>
                  <a:cs typeface="+mn-cs"/>
                </a:defRPr>
              </a:lvl1pPr>
              <a:lvl2pPr marL="457200" indent="0" algn="l" defTabSz="457200" rtl="0" eaLnBrk="1" latinLnBrk="0" hangingPunct="1">
                <a:defRPr kumimoji="1" sz="1800" kern="1200">
                  <a:solidFill>
                    <a:schemeClr val="tx1"/>
                  </a:solidFill>
                  <a:latin typeface="+mn-lt"/>
                  <a:ea typeface="+mn-ea"/>
                  <a:cs typeface="+mn-cs"/>
                </a:defRPr>
              </a:lvl2pPr>
              <a:lvl3pPr marL="914400" indent="0" algn="l" defTabSz="457200" rtl="0" eaLnBrk="1" latinLnBrk="0" hangingPunct="1">
                <a:defRPr kumimoji="1" sz="1800" kern="1200">
                  <a:solidFill>
                    <a:schemeClr val="tx1"/>
                  </a:solidFill>
                  <a:latin typeface="+mn-lt"/>
                  <a:ea typeface="+mn-ea"/>
                  <a:cs typeface="+mn-cs"/>
                </a:defRPr>
              </a:lvl3pPr>
              <a:lvl4pPr marL="1371600" indent="0" algn="l" defTabSz="457200" rtl="0" eaLnBrk="1" latinLnBrk="0" hangingPunct="1">
                <a:defRPr kumimoji="1" sz="1800" kern="1200">
                  <a:solidFill>
                    <a:schemeClr val="tx1"/>
                  </a:solidFill>
                  <a:latin typeface="+mn-lt"/>
                  <a:ea typeface="+mn-ea"/>
                  <a:cs typeface="+mn-cs"/>
                </a:defRPr>
              </a:lvl4pPr>
              <a:lvl5pPr marL="1828800" indent="0" algn="l" defTabSz="457200" rtl="0" eaLnBrk="1" latinLnBrk="0" hangingPunct="1">
                <a:defRPr kumimoji="1" sz="1800" kern="1200">
                  <a:solidFill>
                    <a:schemeClr val="tx1"/>
                  </a:solidFill>
                  <a:latin typeface="+mn-lt"/>
                  <a:ea typeface="+mn-ea"/>
                  <a:cs typeface="+mn-cs"/>
                </a:defRPr>
              </a:lvl5pPr>
              <a:lvl6pPr marL="2286000" indent="0" algn="l" defTabSz="457200" rtl="0" eaLnBrk="1" latinLnBrk="0" hangingPunct="1">
                <a:defRPr kumimoji="1" sz="1800" kern="1200">
                  <a:solidFill>
                    <a:schemeClr val="tx1"/>
                  </a:solidFill>
                  <a:latin typeface="+mn-lt"/>
                  <a:ea typeface="+mn-ea"/>
                  <a:cs typeface="+mn-cs"/>
                </a:defRPr>
              </a:lvl6pPr>
              <a:lvl7pPr marL="2743200" indent="0" algn="l" defTabSz="457200" rtl="0" eaLnBrk="1" latinLnBrk="0" hangingPunct="1">
                <a:defRPr kumimoji="1" sz="1800" kern="1200">
                  <a:solidFill>
                    <a:schemeClr val="tx1"/>
                  </a:solidFill>
                  <a:latin typeface="+mn-lt"/>
                  <a:ea typeface="+mn-ea"/>
                  <a:cs typeface="+mn-cs"/>
                </a:defRPr>
              </a:lvl7pPr>
              <a:lvl8pPr marL="3200400" indent="0" algn="l" defTabSz="457200" rtl="0" eaLnBrk="1" latinLnBrk="0" hangingPunct="1">
                <a:defRPr kumimoji="1" sz="1800" kern="1200">
                  <a:solidFill>
                    <a:schemeClr val="tx1"/>
                  </a:solidFill>
                  <a:latin typeface="+mn-lt"/>
                  <a:ea typeface="+mn-ea"/>
                  <a:cs typeface="+mn-cs"/>
                </a:defRPr>
              </a:lvl8pPr>
              <a:lvl9pPr marL="3657600" indent="0" algn="l" defTabSz="457200" rtl="0" eaLnBrk="1" latinLnBrk="0" hangingPunct="1">
                <a:defRPr kumimoji="1" sz="1800" kern="1200">
                  <a:solidFill>
                    <a:schemeClr val="tx1"/>
                  </a:solidFill>
                  <a:latin typeface="+mn-lt"/>
                  <a:ea typeface="+mn-ea"/>
                  <a:cs typeface="+mn-cs"/>
                </a:defRPr>
              </a:lvl9pPr>
            </a:lstStyle>
            <a:p>
              <a:pPr marL="0" marR="0" lvl="0" indent="0" defTabSz="457200" rtl="0" eaLnBrk="1" fontAlgn="auto" latinLnBrk="0" hangingPunct="1">
                <a:lnSpc>
                  <a:spcPct val="100000"/>
                </a:lnSpc>
                <a:spcBef>
                  <a:spcPts val="0"/>
                </a:spcBef>
                <a:spcAft>
                  <a:spcPts val="0"/>
                </a:spcAft>
                <a:buClrTx/>
                <a:buSzTx/>
                <a:buFontTx/>
                <a:buNone/>
                <a:tabLst/>
                <a:defRPr/>
              </a:pPr>
              <a:r>
                <a:rPr kumimoji="1" lang="ja-JP" altLang="en-US" sz="1000" b="0" i="0" u="none" strike="noStrike" kern="1200" cap="none" spc="0" normalizeH="0" baseline="0">
                  <a:ln>
                    <a:noFill/>
                  </a:ln>
                  <a:solidFill>
                    <a:prstClr val="black"/>
                  </a:solidFill>
                  <a:effectLst/>
                  <a:uLnTx/>
                  <a:uFillTx/>
                  <a:latin typeface="メイリオ" pitchFamily="50" charset="-128"/>
                  <a:ea typeface="メイリオ" pitchFamily="50" charset="-128"/>
                  <a:cs typeface="メイリオ" pitchFamily="50" charset="-128"/>
                </a:rPr>
                <a:t>グローバルネットワーク</a:t>
              </a:r>
            </a:p>
          </p:txBody>
        </p:sp>
      </p:grpSp>
    </p:spTree>
    <p:extLst>
      <p:ext uri="{BB962C8B-B14F-4D97-AF65-F5344CB8AC3E}">
        <p14:creationId xmlns:p14="http://schemas.microsoft.com/office/powerpoint/2010/main" val="321289308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525"/>
        <p:cNvGrpSpPr/>
        <p:nvPr/>
      </p:nvGrpSpPr>
      <p:grpSpPr>
        <a:xfrm>
          <a:off x="0" y="0"/>
          <a:ext cx="0" cy="0"/>
          <a:chOff x="0" y="0"/>
          <a:chExt cx="0" cy="0"/>
        </a:xfrm>
      </p:grpSpPr>
      <p:pic>
        <p:nvPicPr>
          <p:cNvPr id="1526" name="Google Shape;1526;p70" descr="マーク600.jpg"/>
          <p:cNvPicPr preferRelativeResize="0"/>
          <p:nvPr/>
        </p:nvPicPr>
        <p:blipFill rotWithShape="1">
          <a:blip r:embed="rId3">
            <a:alphaModFix/>
          </a:blip>
          <a:srcRect/>
          <a:stretch/>
        </p:blipFill>
        <p:spPr>
          <a:xfrm>
            <a:off x="2883137" y="1301994"/>
            <a:ext cx="3376246" cy="2672862"/>
          </a:xfrm>
          <a:prstGeom prst="rect">
            <a:avLst/>
          </a:prstGeom>
          <a:noFill/>
          <a:ln>
            <a:noFill/>
          </a:ln>
        </p:spPr>
      </p:pic>
      <p:grpSp>
        <p:nvGrpSpPr>
          <p:cNvPr id="1527" name="Google Shape;1527;p70"/>
          <p:cNvGrpSpPr/>
          <p:nvPr/>
        </p:nvGrpSpPr>
        <p:grpSpPr>
          <a:xfrm>
            <a:off x="971601" y="5699112"/>
            <a:ext cx="3372688" cy="322177"/>
            <a:chOff x="1539968" y="5509105"/>
            <a:chExt cx="3372688" cy="349025"/>
          </a:xfrm>
        </p:grpSpPr>
        <p:sp>
          <p:nvSpPr>
            <p:cNvPr id="1528" name="Google Shape;1528;p70"/>
            <p:cNvSpPr txBox="1"/>
            <p:nvPr/>
          </p:nvSpPr>
          <p:spPr>
            <a:xfrm>
              <a:off x="1853391" y="5581132"/>
              <a:ext cx="3059265" cy="276998"/>
            </a:xfrm>
            <a:prstGeom prst="rect">
              <a:avLst/>
            </a:prstGeom>
            <a:noFill/>
            <a:ln>
              <a:noFill/>
            </a:ln>
          </p:spPr>
          <p:txBody>
            <a:bodyPr spcFirstLastPara="1" wrap="square" lIns="84392" tIns="42185" rIns="84392" bIns="42185" anchor="t" anchorCtr="0">
              <a:spAutoFit/>
            </a:bodyPr>
            <a:lstStyle/>
            <a:p>
              <a:r>
                <a:rPr lang="ja-JP" altLang="en-US" sz="1108">
                  <a:solidFill>
                    <a:srgbClr val="00A592"/>
                  </a:solidFill>
                  <a:latin typeface="Meiryo"/>
                  <a:ea typeface="Meiryo"/>
                  <a:cs typeface="Meiryo"/>
                  <a:sym typeface="Meiryo"/>
                </a:rPr>
                <a:t>東京都渋谷区恵比寿</a:t>
              </a:r>
              <a:r>
                <a:rPr lang="en-US" altLang="ja-JP" sz="1108">
                  <a:solidFill>
                    <a:srgbClr val="00A592"/>
                  </a:solidFill>
                  <a:latin typeface="Meiryo"/>
                  <a:ea typeface="Meiryo"/>
                  <a:cs typeface="Meiryo"/>
                  <a:sym typeface="Meiryo"/>
                </a:rPr>
                <a:t>4-6-1</a:t>
              </a:r>
              <a:r>
                <a:rPr lang="ja-JP" altLang="en-US" sz="1108">
                  <a:solidFill>
                    <a:srgbClr val="00A592"/>
                  </a:solidFill>
                  <a:latin typeface="Meiryo"/>
                  <a:ea typeface="Meiryo"/>
                  <a:cs typeface="Meiryo"/>
                  <a:sym typeface="Meiryo"/>
                </a:rPr>
                <a:t>　恵比寿</a:t>
              </a:r>
              <a:r>
                <a:rPr lang="en-US" altLang="ja-JP" sz="1108">
                  <a:solidFill>
                    <a:srgbClr val="00A592"/>
                  </a:solidFill>
                  <a:latin typeface="Meiryo"/>
                  <a:ea typeface="Meiryo"/>
                  <a:cs typeface="Meiryo"/>
                  <a:sym typeface="Meiryo"/>
                </a:rPr>
                <a:t>MF</a:t>
              </a:r>
              <a:r>
                <a:rPr lang="ja-JP" altLang="en-US" sz="1108">
                  <a:solidFill>
                    <a:srgbClr val="00A592"/>
                  </a:solidFill>
                  <a:latin typeface="Meiryo"/>
                  <a:ea typeface="Meiryo"/>
                  <a:cs typeface="Meiryo"/>
                  <a:sym typeface="Meiryo"/>
                </a:rPr>
                <a:t>ビル</a:t>
              </a:r>
              <a:r>
                <a:rPr lang="en-US" altLang="ja-JP" sz="1108">
                  <a:solidFill>
                    <a:srgbClr val="00A592"/>
                  </a:solidFill>
                  <a:latin typeface="Meiryo"/>
                  <a:ea typeface="Meiryo"/>
                  <a:cs typeface="Meiryo"/>
                  <a:sym typeface="Meiryo"/>
                </a:rPr>
                <a:t>3F</a:t>
              </a:r>
              <a:endParaRPr sz="1662"/>
            </a:p>
          </p:txBody>
        </p:sp>
        <p:pic>
          <p:nvPicPr>
            <p:cNvPr id="1529" name="Google Shape;1529;p70" descr="目的地アイコン4.png"/>
            <p:cNvPicPr preferRelativeResize="0"/>
            <p:nvPr/>
          </p:nvPicPr>
          <p:blipFill rotWithShape="1">
            <a:blip r:embed="rId4">
              <a:alphaModFix/>
            </a:blip>
            <a:srcRect/>
            <a:stretch/>
          </p:blipFill>
          <p:spPr>
            <a:xfrm>
              <a:off x="1539968" y="5509105"/>
              <a:ext cx="325120" cy="325120"/>
            </a:xfrm>
            <a:prstGeom prst="rect">
              <a:avLst/>
            </a:prstGeom>
            <a:noFill/>
            <a:ln>
              <a:noFill/>
            </a:ln>
          </p:spPr>
        </p:pic>
      </p:grpSp>
      <p:grpSp>
        <p:nvGrpSpPr>
          <p:cNvPr id="1530" name="Google Shape;1530;p70"/>
          <p:cNvGrpSpPr/>
          <p:nvPr/>
        </p:nvGrpSpPr>
        <p:grpSpPr>
          <a:xfrm>
            <a:off x="4674592" y="5706613"/>
            <a:ext cx="3470174" cy="314676"/>
            <a:chOff x="1446613" y="5805264"/>
            <a:chExt cx="3470174" cy="340899"/>
          </a:xfrm>
        </p:grpSpPr>
        <p:pic>
          <p:nvPicPr>
            <p:cNvPr id="1531" name="Google Shape;1531;p70" descr="受話器の線画アイコン.png"/>
            <p:cNvPicPr preferRelativeResize="0"/>
            <p:nvPr/>
          </p:nvPicPr>
          <p:blipFill rotWithShape="1">
            <a:blip r:embed="rId5">
              <a:alphaModFix/>
            </a:blip>
            <a:srcRect/>
            <a:stretch/>
          </p:blipFill>
          <p:spPr>
            <a:xfrm>
              <a:off x="1446613" y="5816707"/>
              <a:ext cx="329456" cy="329456"/>
            </a:xfrm>
            <a:prstGeom prst="rect">
              <a:avLst/>
            </a:prstGeom>
            <a:noFill/>
            <a:ln>
              <a:noFill/>
            </a:ln>
          </p:spPr>
        </p:pic>
        <p:pic>
          <p:nvPicPr>
            <p:cNvPr id="1532" name="Google Shape;1532;p70" descr="FAXのアイコン3.png"/>
            <p:cNvPicPr preferRelativeResize="0"/>
            <p:nvPr/>
          </p:nvPicPr>
          <p:blipFill rotWithShape="1">
            <a:blip r:embed="rId6">
              <a:alphaModFix/>
            </a:blip>
            <a:srcRect/>
            <a:stretch/>
          </p:blipFill>
          <p:spPr>
            <a:xfrm>
              <a:off x="3382784" y="5805264"/>
              <a:ext cx="325120" cy="325120"/>
            </a:xfrm>
            <a:prstGeom prst="rect">
              <a:avLst/>
            </a:prstGeom>
            <a:noFill/>
            <a:ln>
              <a:noFill/>
            </a:ln>
          </p:spPr>
        </p:pic>
        <p:sp>
          <p:nvSpPr>
            <p:cNvPr id="1533" name="Google Shape;1533;p70"/>
            <p:cNvSpPr txBox="1"/>
            <p:nvPr/>
          </p:nvSpPr>
          <p:spPr>
            <a:xfrm>
              <a:off x="1907704" y="5837906"/>
              <a:ext cx="1177578" cy="276998"/>
            </a:xfrm>
            <a:prstGeom prst="rect">
              <a:avLst/>
            </a:prstGeom>
            <a:noFill/>
            <a:ln>
              <a:noFill/>
            </a:ln>
          </p:spPr>
          <p:txBody>
            <a:bodyPr spcFirstLastPara="1" wrap="square" lIns="84392" tIns="42185" rIns="84392" bIns="42185" anchor="t" anchorCtr="0">
              <a:spAutoFit/>
            </a:bodyPr>
            <a:lstStyle/>
            <a:p>
              <a:r>
                <a:rPr lang="en-US" altLang="ja-JP" sz="1108">
                  <a:solidFill>
                    <a:srgbClr val="00A592"/>
                  </a:solidFill>
                  <a:latin typeface="Meiryo"/>
                  <a:ea typeface="Meiryo"/>
                  <a:cs typeface="Meiryo"/>
                  <a:sym typeface="Meiryo"/>
                </a:rPr>
                <a:t>03-3440-6100</a:t>
              </a:r>
              <a:endParaRPr sz="1662"/>
            </a:p>
          </p:txBody>
        </p:sp>
        <p:sp>
          <p:nvSpPr>
            <p:cNvPr id="1534" name="Google Shape;1534;p70"/>
            <p:cNvSpPr txBox="1"/>
            <p:nvPr/>
          </p:nvSpPr>
          <p:spPr>
            <a:xfrm>
              <a:off x="3739209" y="5858584"/>
              <a:ext cx="1177578" cy="276998"/>
            </a:xfrm>
            <a:prstGeom prst="rect">
              <a:avLst/>
            </a:prstGeom>
            <a:noFill/>
            <a:ln>
              <a:noFill/>
            </a:ln>
          </p:spPr>
          <p:txBody>
            <a:bodyPr spcFirstLastPara="1" wrap="square" lIns="84392" tIns="42185" rIns="84392" bIns="42185" anchor="t" anchorCtr="0">
              <a:spAutoFit/>
            </a:bodyPr>
            <a:lstStyle/>
            <a:p>
              <a:r>
                <a:rPr lang="en-US" altLang="ja-JP" sz="1108">
                  <a:solidFill>
                    <a:srgbClr val="00A592"/>
                  </a:solidFill>
                  <a:latin typeface="Meiryo"/>
                  <a:ea typeface="Meiryo"/>
                  <a:cs typeface="Meiryo"/>
                  <a:sym typeface="Meiryo"/>
                </a:rPr>
                <a:t>03-5791-2241</a:t>
              </a:r>
              <a:endParaRPr sz="1662"/>
            </a:p>
          </p:txBody>
        </p:sp>
      </p:grpSp>
      <p:sp>
        <p:nvSpPr>
          <p:cNvPr id="1535" name="Google Shape;1535;p70"/>
          <p:cNvSpPr txBox="1"/>
          <p:nvPr/>
        </p:nvSpPr>
        <p:spPr>
          <a:xfrm>
            <a:off x="1962803" y="3850326"/>
            <a:ext cx="5218396" cy="1306866"/>
          </a:xfrm>
          <a:prstGeom prst="rect">
            <a:avLst/>
          </a:prstGeom>
          <a:noFill/>
          <a:ln>
            <a:noFill/>
          </a:ln>
        </p:spPr>
        <p:txBody>
          <a:bodyPr spcFirstLastPara="1" wrap="square" lIns="84392" tIns="42185" rIns="84392" bIns="42185" anchor="t" anchorCtr="0">
            <a:noAutofit/>
          </a:bodyPr>
          <a:lstStyle/>
          <a:p>
            <a:pPr algn="ctr"/>
            <a:r>
              <a:rPr lang="en-US" altLang="ja-JP" sz="1662">
                <a:solidFill>
                  <a:srgbClr val="00A592"/>
                </a:solidFill>
                <a:latin typeface="Meiryo"/>
                <a:ea typeface="Meiryo"/>
                <a:cs typeface="Meiryo"/>
                <a:sym typeface="Meiryo"/>
              </a:rPr>
              <a:t>Technology changes the world</a:t>
            </a:r>
            <a:endParaRPr sz="1662"/>
          </a:p>
          <a:p>
            <a:pPr algn="ctr"/>
            <a:r>
              <a:rPr lang="ja-JP" altLang="en-US" sz="1662">
                <a:solidFill>
                  <a:srgbClr val="00A592"/>
                </a:solidFill>
                <a:latin typeface="Meiryo"/>
                <a:ea typeface="Meiryo"/>
                <a:cs typeface="Meiryo"/>
                <a:sym typeface="Meiryo"/>
              </a:rPr>
              <a:t>技術が世界を変える</a:t>
            </a:r>
            <a:endParaRPr sz="1662">
              <a:solidFill>
                <a:srgbClr val="00A592"/>
              </a:solidFill>
              <a:latin typeface="Meiryo"/>
              <a:ea typeface="Meiryo"/>
              <a:cs typeface="Meiryo"/>
              <a:sym typeface="Meiryo"/>
            </a:endParaRPr>
          </a:p>
          <a:p>
            <a:pPr algn="ctr"/>
            <a:endParaRPr sz="1662">
              <a:solidFill>
                <a:srgbClr val="00A592"/>
              </a:solidFill>
              <a:latin typeface="Meiryo"/>
              <a:ea typeface="Meiryo"/>
              <a:cs typeface="Meiryo"/>
              <a:sym typeface="Meiryo"/>
            </a:endParaRPr>
          </a:p>
          <a:p>
            <a:pPr algn="ctr"/>
            <a:r>
              <a:rPr lang="ja-JP" altLang="en-US" sz="1477">
                <a:solidFill>
                  <a:srgbClr val="00A592"/>
                </a:solidFill>
                <a:latin typeface="Meiryo"/>
                <a:ea typeface="Meiryo"/>
                <a:cs typeface="Meiryo"/>
                <a:sym typeface="Meiryo"/>
              </a:rPr>
              <a:t>株式会社フライトソリューションズ</a:t>
            </a:r>
            <a:endParaRPr sz="1477">
              <a:solidFill>
                <a:srgbClr val="00A592"/>
              </a:solidFill>
              <a:latin typeface="Meiryo"/>
              <a:ea typeface="Meiryo"/>
              <a:cs typeface="Meiryo"/>
              <a:sym typeface="Meiryo"/>
            </a:endParaRPr>
          </a:p>
        </p:txBody>
      </p:sp>
    </p:spTree>
  </p:cSld>
  <p:clrMapOvr>
    <a:masterClrMapping/>
  </p:clrMapOvr>
  <p:transition>
    <p:fade/>
  </p:transition>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rtlCol="0" anchor="ctr"/>
      <a:lstStyle>
        <a:defPPr algn="ctr">
          <a:defRPr kumimoji="1"/>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ドキュメント" ma:contentTypeID="0x010100D35DC5035CF21544854758570D244058" ma:contentTypeVersion="16" ma:contentTypeDescription="新しいドキュメントを作成します。" ma:contentTypeScope="" ma:versionID="3ad7ff9203f977c2019ce874e5898b03">
  <xsd:schema xmlns:xsd="http://www.w3.org/2001/XMLSchema" xmlns:xs="http://www.w3.org/2001/XMLSchema" xmlns:p="http://schemas.microsoft.com/office/2006/metadata/properties" xmlns:ns2="ef49d013-6fe6-434c-8d65-01c2536dc222" xmlns:ns3="fdb0f37b-23a4-4fc9-93ec-5a55c5240f41" targetNamespace="http://schemas.microsoft.com/office/2006/metadata/properties" ma:root="true" ma:fieldsID="a62f3f28b8bccccf368960a2c87b2f94" ns2:_="" ns3:_="">
    <xsd:import namespace="ef49d013-6fe6-434c-8d65-01c2536dc222"/>
    <xsd:import namespace="fdb0f37b-23a4-4fc9-93ec-5a55c5240f41"/>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AutoTags" minOccurs="0"/>
                <xsd:element ref="ns2:MediaServiceOCR" minOccurs="0"/>
                <xsd:element ref="ns2:MediaServiceGenerationTime" minOccurs="0"/>
                <xsd:element ref="ns2:MediaServiceEventHashCode" minOccurs="0"/>
                <xsd:element ref="ns2:MediaServiceDateTaken" minOccurs="0"/>
                <xsd:element ref="ns2:MediaServiceLocation" minOccurs="0"/>
                <xsd:element ref="ns2:MediaServiceAutoKeyPoints" minOccurs="0"/>
                <xsd:element ref="ns2:MediaServiceKeyPoints" minOccurs="0"/>
                <xsd:element ref="ns2:MediaLengthInSeconds" minOccurs="0"/>
                <xsd:element ref="ns2:lcf76f155ced4ddcb4097134ff3c332f" minOccurs="0"/>
                <xsd:element ref="ns3:TaxCatchAll"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f49d013-6fe6-434c-8d65-01c2536dc22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2" nillable="true" ma:displayName="Tags" ma:internalName="MediaServiceAutoTags" ma:readOnly="true">
      <xsd:simpleType>
        <xsd:restriction base="dms:Text"/>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DateTaken" ma:index="16" nillable="true" ma:displayName="MediaServiceDateTaken" ma:hidden="true" ma:internalName="MediaServiceDateTaken" ma:readOnly="true">
      <xsd:simpleType>
        <xsd:restriction base="dms:Text"/>
      </xsd:simpleType>
    </xsd:element>
    <xsd:element name="MediaServiceLocation" ma:index="17" nillable="true" ma:displayName="Location" ma:internalName="MediaServiceLocation" ma:readOnly="true">
      <xsd:simpleType>
        <xsd:restriction base="dms:Text"/>
      </xsd:simpleType>
    </xsd:element>
    <xsd:element name="MediaServiceAutoKeyPoints" ma:index="18" nillable="true" ma:displayName="MediaServiceAutoKeyPoints" ma:hidden="true" ma:internalName="MediaServiceAutoKeyPoints" ma:readOnly="true">
      <xsd:simpleType>
        <xsd:restriction base="dms:Note"/>
      </xsd:simpleType>
    </xsd:element>
    <xsd:element name="MediaServiceKeyPoints" ma:index="19" nillable="true" ma:displayName="KeyPoints" ma:internalName="MediaServiceKeyPoints" ma:readOnly="true">
      <xsd:simpleType>
        <xsd:restriction base="dms:Note">
          <xsd:maxLength value="255"/>
        </xsd:restriction>
      </xsd:simpleType>
    </xsd:element>
    <xsd:element name="MediaLengthInSeconds" ma:index="20" nillable="true" ma:displayName="Length (seconds)"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画像タグ" ma:readOnly="false" ma:fieldId="{5cf76f15-5ced-4ddc-b409-7134ff3c332f}" ma:taxonomyMulti="true" ma:sspId="22188174-de2f-4bda-b67f-2d940e9e3791" ma:termSetId="09814cd3-568e-fe90-9814-8d621ff8fb84" ma:anchorId="fba54fb3-c3e1-fe81-a776-ca4b69148c4d" ma:open="tru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fdb0f37b-23a4-4fc9-93ec-5a55c5240f41" elementFormDefault="qualified">
    <xsd:import namespace="http://schemas.microsoft.com/office/2006/documentManagement/types"/>
    <xsd:import namespace="http://schemas.microsoft.com/office/infopath/2007/PartnerControls"/>
    <xsd:element name="SharedWithUsers" ma:index="10" nillable="true" ma:displayName="共有相手"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共有相手の詳細情報" ma:internalName="SharedWithDetails" ma:readOnly="true">
      <xsd:simpleType>
        <xsd:restriction base="dms:Note">
          <xsd:maxLength value="255"/>
        </xsd:restriction>
      </xsd:simpleType>
    </xsd:element>
    <xsd:element name="TaxCatchAll" ma:index="23" nillable="true" ma:displayName="Taxonomy Catch All Column" ma:hidden="true" ma:list="{f0825dd8-45d0-4a73-acf0-b255fef527f7}" ma:internalName="TaxCatchAll" ma:showField="CatchAllData" ma:web="fdb0f37b-23a4-4fc9-93ec-5a55c5240f4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コンテンツ タイプ"/>
        <xsd:element ref="dc:title" minOccurs="0" maxOccurs="1" ma:index="4" ma:displayName="タイトル"/>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ef49d013-6fe6-434c-8d65-01c2536dc222">
      <Terms xmlns="http://schemas.microsoft.com/office/infopath/2007/PartnerControls"/>
    </lcf76f155ced4ddcb4097134ff3c332f>
    <TaxCatchAll xmlns="fdb0f37b-23a4-4fc9-93ec-5a55c5240f41" xsi:nil="true"/>
  </documentManagement>
</p:properties>
</file>

<file path=customXml/itemProps1.xml><?xml version="1.0" encoding="utf-8"?>
<ds:datastoreItem xmlns:ds="http://schemas.openxmlformats.org/officeDocument/2006/customXml" ds:itemID="{258BB318-585A-4869-B95F-AF3D0D947853}">
  <ds:schemaRefs>
    <ds:schemaRef ds:uri="http://schemas.microsoft.com/sharepoint/v3/contenttype/forms"/>
  </ds:schemaRefs>
</ds:datastoreItem>
</file>

<file path=customXml/itemProps2.xml><?xml version="1.0" encoding="utf-8"?>
<ds:datastoreItem xmlns:ds="http://schemas.openxmlformats.org/officeDocument/2006/customXml" ds:itemID="{00B4B15D-4C8F-41BC-A6FD-E051BDA50CB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f49d013-6fe6-434c-8d65-01c2536dc222"/>
    <ds:schemaRef ds:uri="fdb0f37b-23a4-4fc9-93ec-5a55c5240f4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C1C01019-8018-45D3-92E7-A3E2CEC3D6E4}">
  <ds:schemaRefs>
    <ds:schemaRef ds:uri="http://schemas.microsoft.com/office/2006/metadata/properties"/>
    <ds:schemaRef ds:uri="http://schemas.microsoft.com/office/infopath/2007/PartnerControls"/>
    <ds:schemaRef ds:uri="ef49d013-6fe6-434c-8d65-01c2536dc222"/>
    <ds:schemaRef ds:uri="fdb0f37b-23a4-4fc9-93ec-5a55c5240f41"/>
  </ds:schemaRefs>
</ds:datastoreItem>
</file>

<file path=docProps/app.xml><?xml version="1.0" encoding="utf-8"?>
<Properties xmlns="http://schemas.openxmlformats.org/officeDocument/2006/extended-properties" xmlns:vt="http://schemas.openxmlformats.org/officeDocument/2006/docPropsVTypes">
  <TotalTime>2511</TotalTime>
  <Words>3536</Words>
  <Application>Microsoft Office PowerPoint</Application>
  <PresentationFormat>画面に合わせる (4:3)</PresentationFormat>
  <Paragraphs>603</Paragraphs>
  <Slides>15</Slides>
  <Notes>6</Notes>
  <HiddenSlides>0</HiddenSlides>
  <MMClips>0</MMClips>
  <ScaleCrop>false</ScaleCrop>
  <HeadingPairs>
    <vt:vector size="6" baseType="variant">
      <vt:variant>
        <vt:lpstr>使用されているフォント</vt:lpstr>
      </vt:variant>
      <vt:variant>
        <vt:i4>5</vt:i4>
      </vt:variant>
      <vt:variant>
        <vt:lpstr>テーマ</vt:lpstr>
      </vt:variant>
      <vt:variant>
        <vt:i4>1</vt:i4>
      </vt:variant>
      <vt:variant>
        <vt:lpstr>スライド タイトル</vt:lpstr>
      </vt:variant>
      <vt:variant>
        <vt:i4>15</vt:i4>
      </vt:variant>
    </vt:vector>
  </HeadingPairs>
  <TitlesOfParts>
    <vt:vector size="21" baseType="lpstr">
      <vt:lpstr>ＭＳ Ｐゴシック</vt:lpstr>
      <vt:lpstr>Meiryo</vt:lpstr>
      <vt:lpstr>Meiryo</vt:lpstr>
      <vt:lpstr>Arial</vt:lpstr>
      <vt:lpstr>Calibri</vt:lpstr>
      <vt:lpstr>Office テーマ</vt:lpstr>
      <vt:lpstr>PowerPoint プレゼンテーション</vt:lpstr>
      <vt:lpstr>PowerPoint プレゼンテーション</vt:lpstr>
      <vt:lpstr>PowerPoint プレゼンテーション</vt:lpstr>
      <vt:lpstr>PowerPoint プレゼンテーション</vt:lpstr>
      <vt:lpstr>4.全体俯瞰</vt:lpstr>
      <vt:lpstr>5.対応内容一覧（1/2）</vt:lpstr>
      <vt:lpstr>5.対応内容一覧（2/2）</vt:lpstr>
      <vt:lpstr>6.対応内容説明 - 監視（システム構成）</vt:lpstr>
      <vt:lpstr>7.対応内容説明 - バックアップ</vt:lpstr>
      <vt:lpstr>8.対応内容説明 - セキュリティ（1/2）</vt:lpstr>
      <vt:lpstr>8.対応内容説明 - セキュリティ（2/2）</vt:lpstr>
      <vt:lpstr>PowerPoint プレゼンテーション</vt:lpstr>
      <vt:lpstr>PowerPoint プレゼンテーション</vt:lpstr>
      <vt:lpstr>PowerPoint プレゼンテーション</vt:lpstr>
      <vt:lpstr>PowerPoint プレゼンテーション</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スライド 1</dc:title>
  <dc:creator>EC-Rider inc,.</dc:creator>
  <cp:lastModifiedBy>masataka kozono</cp:lastModifiedBy>
  <cp:revision>32</cp:revision>
  <dcterms:created xsi:type="dcterms:W3CDTF">2014-05-27T06:18:00Z</dcterms:created>
  <dcterms:modified xsi:type="dcterms:W3CDTF">2026-09-15T11:59:35Z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0x010100D35DC5035CF21544854758570D244058</vt:lpwstr>
  </property>
  <property fmtid="{D5CDD505-2E9C-101B-9397-08002B2CF9AE}" pid="3" name="KSOProductBuildVer">
    <vt:lpwstr>1041-11.8.2.10339</vt:lpwstr>
  </property>
  <property fmtid="{D5CDD505-2E9C-101B-9397-08002B2CF9AE}" pid="4" name="MediaServiceImageTags">
    <vt:lpwstr/>
  </property>
</Properties>
</file>